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y="5143500" cx="9144000"/>
  <p:notesSz cx="6858000" cy="9144000"/>
  <p:embeddedFontLst>
    <p:embeddedFont>
      <p:font typeface="DM Sans Medium"/>
      <p:regular r:id="rId50"/>
      <p:bold r:id="rId51"/>
      <p:italic r:id="rId52"/>
      <p:boldItalic r:id="rId53"/>
    </p:embeddedFont>
    <p:embeddedFont>
      <p:font typeface="Roboto"/>
      <p:regular r:id="rId54"/>
      <p:bold r:id="rId55"/>
      <p:italic r:id="rId56"/>
      <p:boldItalic r:id="rId57"/>
    </p:embeddedFont>
    <p:embeddedFont>
      <p:font typeface="Viga"/>
      <p:regular r:id="rId58"/>
    </p:embeddedFont>
    <p:embeddedFont>
      <p:font typeface="DM Sans"/>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61">
          <p15:clr>
            <a:srgbClr val="9AA0A6"/>
          </p15:clr>
        </p15:guide>
        <p15:guide id="2" pos="2880">
          <p15:clr>
            <a:srgbClr val="9AA0A6"/>
          </p15:clr>
        </p15:guide>
        <p15:guide id="3" pos="456">
          <p15:clr>
            <a:srgbClr val="9AA0A6"/>
          </p15:clr>
        </p15:guide>
        <p15:guide id="4" orient="horz" pos="1732">
          <p15:clr>
            <a:srgbClr val="9AA0A6"/>
          </p15:clr>
        </p15:guide>
        <p15:guide id="5" orient="horz" pos="266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5F60F9-A3AE-4672-ADCA-A1465F5B3072}">
  <a:tblStyle styleId="{1A5F60F9-A3AE-4672-ADCA-A1465F5B307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F93758C-EC05-4D92-9689-7787033917A6}"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61" orient="horz"/>
        <p:guide pos="2880"/>
        <p:guide pos="456"/>
        <p:guide pos="1732" orient="horz"/>
        <p:guide pos="2664"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DMSans-boldItalic.fntdata"/><Relationship Id="rId61" Type="http://schemas.openxmlformats.org/officeDocument/2006/relationships/font" Target="fonts/DMSans-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DMSans-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DMSansMedium-bold.fntdata"/><Relationship Id="rId50" Type="http://schemas.openxmlformats.org/officeDocument/2006/relationships/font" Target="fonts/DMSansMedium-regular.fntdata"/><Relationship Id="rId53" Type="http://schemas.openxmlformats.org/officeDocument/2006/relationships/font" Target="fonts/DMSansMedium-boldItalic.fntdata"/><Relationship Id="rId52" Type="http://schemas.openxmlformats.org/officeDocument/2006/relationships/font" Target="fonts/DMSansMedium-italic.fntdata"/><Relationship Id="rId11" Type="http://schemas.openxmlformats.org/officeDocument/2006/relationships/slide" Target="slides/slide5.xml"/><Relationship Id="rId55" Type="http://schemas.openxmlformats.org/officeDocument/2006/relationships/font" Target="fonts/Roboto-bold.fntdata"/><Relationship Id="rId10" Type="http://schemas.openxmlformats.org/officeDocument/2006/relationships/slide" Target="slides/slide4.xml"/><Relationship Id="rId54" Type="http://schemas.openxmlformats.org/officeDocument/2006/relationships/font" Target="fonts/Roboto-regular.fntdata"/><Relationship Id="rId13" Type="http://schemas.openxmlformats.org/officeDocument/2006/relationships/slide" Target="slides/slide7.xml"/><Relationship Id="rId57" Type="http://schemas.openxmlformats.org/officeDocument/2006/relationships/font" Target="fonts/Roboto-boldItalic.fntdata"/><Relationship Id="rId12" Type="http://schemas.openxmlformats.org/officeDocument/2006/relationships/slide" Target="slides/slide6.xml"/><Relationship Id="rId56" Type="http://schemas.openxmlformats.org/officeDocument/2006/relationships/font" Target="fonts/Roboto-italic.fntdata"/><Relationship Id="rId15" Type="http://schemas.openxmlformats.org/officeDocument/2006/relationships/slide" Target="slides/slide9.xml"/><Relationship Id="rId59" Type="http://schemas.openxmlformats.org/officeDocument/2006/relationships/font" Target="fonts/DMSans-regular.fntdata"/><Relationship Id="rId14" Type="http://schemas.openxmlformats.org/officeDocument/2006/relationships/slide" Target="slides/slide8.xml"/><Relationship Id="rId58" Type="http://schemas.openxmlformats.org/officeDocument/2006/relationships/font" Target="fonts/Viga-regular.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26f3893149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26f3893149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26f3893149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26f3893149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513ef02257_1_1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513ef02257_1_1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2923977311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2923977311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226f3893149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226f3893149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22923977311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22923977311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226f3893149_0_1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7" name="Google Shape;957;g226f3893149_0_1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2513ef02257_1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1" name="Google Shape;1011;g2513ef02257_1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2507436a8b0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2507436a8b0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6" name="Shape 1086"/>
        <p:cNvGrpSpPr/>
        <p:nvPr/>
      </p:nvGrpSpPr>
      <p:grpSpPr>
        <a:xfrm>
          <a:off x="0" y="0"/>
          <a:ext cx="0" cy="0"/>
          <a:chOff x="0" y="0"/>
          <a:chExt cx="0" cy="0"/>
        </a:xfrm>
      </p:grpSpPr>
      <p:sp>
        <p:nvSpPr>
          <p:cNvPr id="1087" name="Google Shape;1087;g22923977311_0_10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8" name="Google Shape;1088;g22923977311_0_10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2513ef02257_2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2513ef02257_2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22923977311_0_1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22923977311_0_1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2513ef02257_1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2513ef02257_1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2513ef02257_1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2513ef02257_1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2507436a8b0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9" name="Google Shape;1139;g2507436a8b0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2513ef02257_1_9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7" name="Google Shape;1157;g2513ef02257_1_9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g22923977311_0_1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3" name="Google Shape;1163;g22923977311_0_1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22923977311_0_10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3" name="Google Shape;1183;g22923977311_0_10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2513ef02257_1_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2513ef02257_1_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2513ef02257_1_10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2513ef02257_1_10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2513ef02257_2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5" name="Google Shape;1205;g2513ef02257_2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2513ef02257_2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2513ef02257_2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2513ef02257_1_9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1" name="Google Shape;1231;g2513ef02257_1_9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2513ef0225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2513ef0225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g2513ef02257_1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4" name="Google Shape;1454;g2513ef02257_1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g22923977311_0_1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1" name="Google Shape;1461;g22923977311_0_1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6" name="Shape 1466"/>
        <p:cNvGrpSpPr/>
        <p:nvPr/>
      </p:nvGrpSpPr>
      <p:grpSpPr>
        <a:xfrm>
          <a:off x="0" y="0"/>
          <a:ext cx="0" cy="0"/>
          <a:chOff x="0" y="0"/>
          <a:chExt cx="0" cy="0"/>
        </a:xfrm>
      </p:grpSpPr>
      <p:sp>
        <p:nvSpPr>
          <p:cNvPr id="1467" name="Google Shape;1467;g22923977311_0_1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8" name="Google Shape;1468;g22923977311_0_1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g22923977311_0_1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5" name="Google Shape;1475;g22923977311_0_1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g22923977311_0_1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2" name="Google Shape;1482;g22923977311_0_1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7" name="Shape 1487"/>
        <p:cNvGrpSpPr/>
        <p:nvPr/>
      </p:nvGrpSpPr>
      <p:grpSpPr>
        <a:xfrm>
          <a:off x="0" y="0"/>
          <a:ext cx="0" cy="0"/>
          <a:chOff x="0" y="0"/>
          <a:chExt cx="0" cy="0"/>
        </a:xfrm>
      </p:grpSpPr>
      <p:sp>
        <p:nvSpPr>
          <p:cNvPr id="1488" name="Google Shape;1488;g22923977311_0_1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9" name="Google Shape;1489;g22923977311_0_1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g2513ef02257_2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6" name="Google Shape;1496;g2513ef02257_2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g2513ef02257_1_1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3" name="Google Shape;1513;g2513ef02257_1_1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7" name="Shape 1517"/>
        <p:cNvGrpSpPr/>
        <p:nvPr/>
      </p:nvGrpSpPr>
      <p:grpSpPr>
        <a:xfrm>
          <a:off x="0" y="0"/>
          <a:ext cx="0" cy="0"/>
          <a:chOff x="0" y="0"/>
          <a:chExt cx="0" cy="0"/>
        </a:xfrm>
      </p:grpSpPr>
      <p:sp>
        <p:nvSpPr>
          <p:cNvPr id="1518" name="Google Shape;1518;g2513ef02257_6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9" name="Google Shape;1519;g2513ef02257_6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g2513ef02257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6" name="Google Shape;1526;g2513ef02257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8" name="Shape 1548"/>
        <p:cNvGrpSpPr/>
        <p:nvPr/>
      </p:nvGrpSpPr>
      <p:grpSpPr>
        <a:xfrm>
          <a:off x="0" y="0"/>
          <a:ext cx="0" cy="0"/>
          <a:chOff x="0" y="0"/>
          <a:chExt cx="0" cy="0"/>
        </a:xfrm>
      </p:grpSpPr>
      <p:sp>
        <p:nvSpPr>
          <p:cNvPr id="1549" name="Google Shape;1549;g6bdca54fc3_0_1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0" name="Google Shape;1550;g6bdca54fc3_0_1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1" name="Shape 1561"/>
        <p:cNvGrpSpPr/>
        <p:nvPr/>
      </p:nvGrpSpPr>
      <p:grpSpPr>
        <a:xfrm>
          <a:off x="0" y="0"/>
          <a:ext cx="0" cy="0"/>
          <a:chOff x="0" y="0"/>
          <a:chExt cx="0" cy="0"/>
        </a:xfrm>
      </p:grpSpPr>
      <p:sp>
        <p:nvSpPr>
          <p:cNvPr id="1562" name="Google Shape;1562;g226f3893149_0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3" name="Google Shape;1563;g226f3893149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3" name="Shape 1583"/>
        <p:cNvGrpSpPr/>
        <p:nvPr/>
      </p:nvGrpSpPr>
      <p:grpSpPr>
        <a:xfrm>
          <a:off x="0" y="0"/>
          <a:ext cx="0" cy="0"/>
          <a:chOff x="0" y="0"/>
          <a:chExt cx="0" cy="0"/>
        </a:xfrm>
      </p:grpSpPr>
      <p:sp>
        <p:nvSpPr>
          <p:cNvPr id="1584" name="Google Shape;1584;g2513ef02257_1_8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5" name="Google Shape;1585;g2513ef02257_1_8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1" name="Shape 1591"/>
        <p:cNvGrpSpPr/>
        <p:nvPr/>
      </p:nvGrpSpPr>
      <p:grpSpPr>
        <a:xfrm>
          <a:off x="0" y="0"/>
          <a:ext cx="0" cy="0"/>
          <a:chOff x="0" y="0"/>
          <a:chExt cx="0" cy="0"/>
        </a:xfrm>
      </p:grpSpPr>
      <p:sp>
        <p:nvSpPr>
          <p:cNvPr id="1592" name="Google Shape;1592;g2513ef02257_1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3" name="Google Shape;1593;g2513ef02257_1_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7" name="Shape 1597"/>
        <p:cNvGrpSpPr/>
        <p:nvPr/>
      </p:nvGrpSpPr>
      <p:grpSpPr>
        <a:xfrm>
          <a:off x="0" y="0"/>
          <a:ext cx="0" cy="0"/>
          <a:chOff x="0" y="0"/>
          <a:chExt cx="0" cy="0"/>
        </a:xfrm>
      </p:grpSpPr>
      <p:sp>
        <p:nvSpPr>
          <p:cNvPr id="1598" name="Google Shape;1598;g229294cab6c_3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9" name="Google Shape;1599;g229294cab6c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7" name="Shape 1707"/>
        <p:cNvGrpSpPr/>
        <p:nvPr/>
      </p:nvGrpSpPr>
      <p:grpSpPr>
        <a:xfrm>
          <a:off x="0" y="0"/>
          <a:ext cx="0" cy="0"/>
          <a:chOff x="0" y="0"/>
          <a:chExt cx="0" cy="0"/>
        </a:xfrm>
      </p:grpSpPr>
      <p:sp>
        <p:nvSpPr>
          <p:cNvPr id="1708" name="Google Shape;1708;g229294cab6c_3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9" name="Google Shape;1709;g229294cab6c_3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1" name="Shape 1971"/>
        <p:cNvGrpSpPr/>
        <p:nvPr/>
      </p:nvGrpSpPr>
      <p:grpSpPr>
        <a:xfrm>
          <a:off x="0" y="0"/>
          <a:ext cx="0" cy="0"/>
          <a:chOff x="0" y="0"/>
          <a:chExt cx="0" cy="0"/>
        </a:xfrm>
      </p:grpSpPr>
      <p:sp>
        <p:nvSpPr>
          <p:cNvPr id="1972" name="Google Shape;1972;g229294cab6c_3_9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3" name="Google Shape;1973;g229294cab6c_3_9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g229294cab6c_3_9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8" name="Google Shape;1978;g229294cab6c_3_9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ies.freepik.com/?utm_source=slidesgo_template&amp;utm_medium=referral-link&amp;utm_campaign=slidesgo_contents_of_this_template&amp;utm_term=stories_by_freepik&amp;utm_content=stories" TargetMode="Externa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4974350" y="527325"/>
            <a:ext cx="3769500" cy="2915100"/>
          </a:xfrm>
          <a:prstGeom prst="rect">
            <a:avLst/>
          </a:prstGeom>
        </p:spPr>
        <p:txBody>
          <a:bodyPr anchorCtr="0" anchor="b" bIns="91425" lIns="91425" spcFirstLastPara="1" rIns="91425" wrap="square" tIns="91425">
            <a:noAutofit/>
          </a:bodyPr>
          <a:lstStyle>
            <a:lvl1pPr lvl="0">
              <a:spcBef>
                <a:spcPts val="0"/>
              </a:spcBef>
              <a:spcAft>
                <a:spcPts val="0"/>
              </a:spcAft>
              <a:buClr>
                <a:srgbClr val="1F1C51"/>
              </a:buClr>
              <a:buSzPts val="4800"/>
              <a:buNone/>
              <a:defRPr sz="4800">
                <a:solidFill>
                  <a:srgbClr val="1F1C51"/>
                </a:solidFill>
              </a:defRPr>
            </a:lvl1pPr>
            <a:lvl2pPr lvl="1">
              <a:spcBef>
                <a:spcPts val="0"/>
              </a:spcBef>
              <a:spcAft>
                <a:spcPts val="0"/>
              </a:spcAft>
              <a:buClr>
                <a:srgbClr val="1F1C51"/>
              </a:buClr>
              <a:buSzPts val="6000"/>
              <a:buNone/>
              <a:defRPr sz="6000">
                <a:solidFill>
                  <a:srgbClr val="1F1C51"/>
                </a:solidFill>
              </a:defRPr>
            </a:lvl2pPr>
            <a:lvl3pPr lvl="2">
              <a:spcBef>
                <a:spcPts val="0"/>
              </a:spcBef>
              <a:spcAft>
                <a:spcPts val="0"/>
              </a:spcAft>
              <a:buClr>
                <a:srgbClr val="1F1C51"/>
              </a:buClr>
              <a:buSzPts val="6000"/>
              <a:buNone/>
              <a:defRPr sz="6000">
                <a:solidFill>
                  <a:srgbClr val="1F1C51"/>
                </a:solidFill>
              </a:defRPr>
            </a:lvl3pPr>
            <a:lvl4pPr lvl="3">
              <a:spcBef>
                <a:spcPts val="0"/>
              </a:spcBef>
              <a:spcAft>
                <a:spcPts val="0"/>
              </a:spcAft>
              <a:buClr>
                <a:srgbClr val="1F1C51"/>
              </a:buClr>
              <a:buSzPts val="6000"/>
              <a:buNone/>
              <a:defRPr sz="6000">
                <a:solidFill>
                  <a:srgbClr val="1F1C51"/>
                </a:solidFill>
              </a:defRPr>
            </a:lvl4pPr>
            <a:lvl5pPr lvl="4">
              <a:spcBef>
                <a:spcPts val="0"/>
              </a:spcBef>
              <a:spcAft>
                <a:spcPts val="0"/>
              </a:spcAft>
              <a:buClr>
                <a:srgbClr val="1F1C51"/>
              </a:buClr>
              <a:buSzPts val="6000"/>
              <a:buNone/>
              <a:defRPr sz="6000">
                <a:solidFill>
                  <a:srgbClr val="1F1C51"/>
                </a:solidFill>
              </a:defRPr>
            </a:lvl5pPr>
            <a:lvl6pPr lvl="5">
              <a:spcBef>
                <a:spcPts val="0"/>
              </a:spcBef>
              <a:spcAft>
                <a:spcPts val="0"/>
              </a:spcAft>
              <a:buClr>
                <a:srgbClr val="1F1C51"/>
              </a:buClr>
              <a:buSzPts val="6000"/>
              <a:buNone/>
              <a:defRPr sz="6000">
                <a:solidFill>
                  <a:srgbClr val="1F1C51"/>
                </a:solidFill>
              </a:defRPr>
            </a:lvl6pPr>
            <a:lvl7pPr lvl="6">
              <a:spcBef>
                <a:spcPts val="0"/>
              </a:spcBef>
              <a:spcAft>
                <a:spcPts val="0"/>
              </a:spcAft>
              <a:buClr>
                <a:srgbClr val="1F1C51"/>
              </a:buClr>
              <a:buSzPts val="6000"/>
              <a:buNone/>
              <a:defRPr sz="6000">
                <a:solidFill>
                  <a:srgbClr val="1F1C51"/>
                </a:solidFill>
              </a:defRPr>
            </a:lvl7pPr>
            <a:lvl8pPr lvl="7">
              <a:spcBef>
                <a:spcPts val="0"/>
              </a:spcBef>
              <a:spcAft>
                <a:spcPts val="0"/>
              </a:spcAft>
              <a:buClr>
                <a:srgbClr val="1F1C51"/>
              </a:buClr>
              <a:buSzPts val="6000"/>
              <a:buNone/>
              <a:defRPr sz="6000">
                <a:solidFill>
                  <a:srgbClr val="1F1C51"/>
                </a:solidFill>
              </a:defRPr>
            </a:lvl8pPr>
            <a:lvl9pPr lvl="8">
              <a:spcBef>
                <a:spcPts val="0"/>
              </a:spcBef>
              <a:spcAft>
                <a:spcPts val="0"/>
              </a:spcAft>
              <a:buClr>
                <a:srgbClr val="1F1C51"/>
              </a:buClr>
              <a:buSzPts val="6000"/>
              <a:buNone/>
              <a:defRPr sz="6000">
                <a:solidFill>
                  <a:srgbClr val="1F1C51"/>
                </a:solidFill>
              </a:defRPr>
            </a:lvl9pPr>
          </a:lstStyle>
          <a:p/>
        </p:txBody>
      </p:sp>
      <p:sp>
        <p:nvSpPr>
          <p:cNvPr id="10" name="Google Shape;10;p2"/>
          <p:cNvSpPr txBox="1"/>
          <p:nvPr>
            <p:ph idx="1" type="subTitle"/>
          </p:nvPr>
        </p:nvSpPr>
        <p:spPr>
          <a:xfrm>
            <a:off x="4974350" y="3518775"/>
            <a:ext cx="38763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1F1C51"/>
              </a:buClr>
              <a:buSzPts val="1800"/>
              <a:buNone/>
              <a:defRPr>
                <a:solidFill>
                  <a:srgbClr val="1F1C51"/>
                </a:solidFill>
              </a:defRPr>
            </a:lvl1pPr>
            <a:lvl2pPr lvl="1">
              <a:lnSpc>
                <a:spcPct val="100000"/>
              </a:lnSpc>
              <a:spcBef>
                <a:spcPts val="0"/>
              </a:spcBef>
              <a:spcAft>
                <a:spcPts val="0"/>
              </a:spcAft>
              <a:buClr>
                <a:srgbClr val="1F1C51"/>
              </a:buClr>
              <a:buSzPts val="2800"/>
              <a:buNone/>
              <a:defRPr sz="2800">
                <a:solidFill>
                  <a:srgbClr val="1F1C51"/>
                </a:solidFill>
              </a:defRPr>
            </a:lvl2pPr>
            <a:lvl3pPr lvl="2">
              <a:lnSpc>
                <a:spcPct val="100000"/>
              </a:lnSpc>
              <a:spcBef>
                <a:spcPts val="0"/>
              </a:spcBef>
              <a:spcAft>
                <a:spcPts val="0"/>
              </a:spcAft>
              <a:buClr>
                <a:srgbClr val="1F1C51"/>
              </a:buClr>
              <a:buSzPts val="2800"/>
              <a:buNone/>
              <a:defRPr sz="2800">
                <a:solidFill>
                  <a:srgbClr val="1F1C51"/>
                </a:solidFill>
              </a:defRPr>
            </a:lvl3pPr>
            <a:lvl4pPr lvl="3">
              <a:lnSpc>
                <a:spcPct val="100000"/>
              </a:lnSpc>
              <a:spcBef>
                <a:spcPts val="0"/>
              </a:spcBef>
              <a:spcAft>
                <a:spcPts val="0"/>
              </a:spcAft>
              <a:buClr>
                <a:srgbClr val="1F1C51"/>
              </a:buClr>
              <a:buSzPts val="2800"/>
              <a:buNone/>
              <a:defRPr sz="2800">
                <a:solidFill>
                  <a:srgbClr val="1F1C51"/>
                </a:solidFill>
              </a:defRPr>
            </a:lvl4pPr>
            <a:lvl5pPr lvl="4">
              <a:lnSpc>
                <a:spcPct val="100000"/>
              </a:lnSpc>
              <a:spcBef>
                <a:spcPts val="0"/>
              </a:spcBef>
              <a:spcAft>
                <a:spcPts val="0"/>
              </a:spcAft>
              <a:buClr>
                <a:srgbClr val="1F1C51"/>
              </a:buClr>
              <a:buSzPts val="2800"/>
              <a:buNone/>
              <a:defRPr sz="2800">
                <a:solidFill>
                  <a:srgbClr val="1F1C51"/>
                </a:solidFill>
              </a:defRPr>
            </a:lvl5pPr>
            <a:lvl6pPr lvl="5">
              <a:lnSpc>
                <a:spcPct val="100000"/>
              </a:lnSpc>
              <a:spcBef>
                <a:spcPts val="0"/>
              </a:spcBef>
              <a:spcAft>
                <a:spcPts val="0"/>
              </a:spcAft>
              <a:buClr>
                <a:srgbClr val="1F1C51"/>
              </a:buClr>
              <a:buSzPts val="2800"/>
              <a:buNone/>
              <a:defRPr sz="2800">
                <a:solidFill>
                  <a:srgbClr val="1F1C51"/>
                </a:solidFill>
              </a:defRPr>
            </a:lvl6pPr>
            <a:lvl7pPr lvl="6">
              <a:lnSpc>
                <a:spcPct val="100000"/>
              </a:lnSpc>
              <a:spcBef>
                <a:spcPts val="0"/>
              </a:spcBef>
              <a:spcAft>
                <a:spcPts val="0"/>
              </a:spcAft>
              <a:buClr>
                <a:srgbClr val="1F1C51"/>
              </a:buClr>
              <a:buSzPts val="2800"/>
              <a:buNone/>
              <a:defRPr sz="2800">
                <a:solidFill>
                  <a:srgbClr val="1F1C51"/>
                </a:solidFill>
              </a:defRPr>
            </a:lvl7pPr>
            <a:lvl8pPr lvl="7">
              <a:lnSpc>
                <a:spcPct val="100000"/>
              </a:lnSpc>
              <a:spcBef>
                <a:spcPts val="0"/>
              </a:spcBef>
              <a:spcAft>
                <a:spcPts val="0"/>
              </a:spcAft>
              <a:buClr>
                <a:srgbClr val="1F1C51"/>
              </a:buClr>
              <a:buSzPts val="2800"/>
              <a:buNone/>
              <a:defRPr sz="2800">
                <a:solidFill>
                  <a:srgbClr val="1F1C51"/>
                </a:solidFill>
              </a:defRPr>
            </a:lvl8pPr>
            <a:lvl9pPr lvl="8">
              <a:lnSpc>
                <a:spcPct val="100000"/>
              </a:lnSpc>
              <a:spcBef>
                <a:spcPts val="0"/>
              </a:spcBef>
              <a:spcAft>
                <a:spcPts val="0"/>
              </a:spcAft>
              <a:buClr>
                <a:srgbClr val="1F1C51"/>
              </a:buClr>
              <a:buSzPts val="2800"/>
              <a:buNone/>
              <a:defRPr sz="2800">
                <a:solidFill>
                  <a:srgbClr val="1F1C5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8BE3FF"/>
            </a:gs>
            <a:gs pos="100000">
              <a:srgbClr val="ACFFD9"/>
            </a:gs>
          </a:gsLst>
          <a:lin ang="5400012" scaled="0"/>
        </a:gra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876325" y="1458975"/>
            <a:ext cx="4559100" cy="16719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3"/>
          <p:cNvSpPr txBox="1"/>
          <p:nvPr>
            <p:ph idx="1" type="subTitle"/>
          </p:nvPr>
        </p:nvSpPr>
        <p:spPr>
          <a:xfrm>
            <a:off x="876325" y="3087550"/>
            <a:ext cx="29778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1F1C51"/>
              </a:buClr>
              <a:buSzPts val="1800"/>
              <a:buNone/>
              <a:defRPr>
                <a:solidFill>
                  <a:srgbClr val="1F1C51"/>
                </a:solidFill>
              </a:defRPr>
            </a:lvl1pPr>
            <a:lvl2pPr lvl="1" rtl="0">
              <a:lnSpc>
                <a:spcPct val="100000"/>
              </a:lnSpc>
              <a:spcBef>
                <a:spcPts val="0"/>
              </a:spcBef>
              <a:spcAft>
                <a:spcPts val="0"/>
              </a:spcAft>
              <a:buClr>
                <a:srgbClr val="1F1C51"/>
              </a:buClr>
              <a:buSzPts val="2800"/>
              <a:buNone/>
              <a:defRPr sz="2800">
                <a:solidFill>
                  <a:srgbClr val="1F1C51"/>
                </a:solidFill>
              </a:defRPr>
            </a:lvl2pPr>
            <a:lvl3pPr lvl="2" rtl="0">
              <a:lnSpc>
                <a:spcPct val="100000"/>
              </a:lnSpc>
              <a:spcBef>
                <a:spcPts val="0"/>
              </a:spcBef>
              <a:spcAft>
                <a:spcPts val="0"/>
              </a:spcAft>
              <a:buClr>
                <a:srgbClr val="1F1C51"/>
              </a:buClr>
              <a:buSzPts val="2800"/>
              <a:buNone/>
              <a:defRPr sz="2800">
                <a:solidFill>
                  <a:srgbClr val="1F1C51"/>
                </a:solidFill>
              </a:defRPr>
            </a:lvl3pPr>
            <a:lvl4pPr lvl="3" rtl="0">
              <a:lnSpc>
                <a:spcPct val="100000"/>
              </a:lnSpc>
              <a:spcBef>
                <a:spcPts val="0"/>
              </a:spcBef>
              <a:spcAft>
                <a:spcPts val="0"/>
              </a:spcAft>
              <a:buClr>
                <a:srgbClr val="1F1C51"/>
              </a:buClr>
              <a:buSzPts val="2800"/>
              <a:buNone/>
              <a:defRPr sz="2800">
                <a:solidFill>
                  <a:srgbClr val="1F1C51"/>
                </a:solidFill>
              </a:defRPr>
            </a:lvl4pPr>
            <a:lvl5pPr lvl="4" rtl="0">
              <a:lnSpc>
                <a:spcPct val="100000"/>
              </a:lnSpc>
              <a:spcBef>
                <a:spcPts val="0"/>
              </a:spcBef>
              <a:spcAft>
                <a:spcPts val="0"/>
              </a:spcAft>
              <a:buClr>
                <a:srgbClr val="1F1C51"/>
              </a:buClr>
              <a:buSzPts val="2800"/>
              <a:buNone/>
              <a:defRPr sz="2800">
                <a:solidFill>
                  <a:srgbClr val="1F1C51"/>
                </a:solidFill>
              </a:defRPr>
            </a:lvl5pPr>
            <a:lvl6pPr lvl="5" rtl="0">
              <a:lnSpc>
                <a:spcPct val="100000"/>
              </a:lnSpc>
              <a:spcBef>
                <a:spcPts val="0"/>
              </a:spcBef>
              <a:spcAft>
                <a:spcPts val="0"/>
              </a:spcAft>
              <a:buClr>
                <a:srgbClr val="1F1C51"/>
              </a:buClr>
              <a:buSzPts val="2800"/>
              <a:buNone/>
              <a:defRPr sz="2800">
                <a:solidFill>
                  <a:srgbClr val="1F1C51"/>
                </a:solidFill>
              </a:defRPr>
            </a:lvl6pPr>
            <a:lvl7pPr lvl="6" rtl="0">
              <a:lnSpc>
                <a:spcPct val="100000"/>
              </a:lnSpc>
              <a:spcBef>
                <a:spcPts val="0"/>
              </a:spcBef>
              <a:spcAft>
                <a:spcPts val="0"/>
              </a:spcAft>
              <a:buClr>
                <a:srgbClr val="1F1C51"/>
              </a:buClr>
              <a:buSzPts val="2800"/>
              <a:buNone/>
              <a:defRPr sz="2800">
                <a:solidFill>
                  <a:srgbClr val="1F1C51"/>
                </a:solidFill>
              </a:defRPr>
            </a:lvl7pPr>
            <a:lvl8pPr lvl="7" rtl="0">
              <a:lnSpc>
                <a:spcPct val="100000"/>
              </a:lnSpc>
              <a:spcBef>
                <a:spcPts val="0"/>
              </a:spcBef>
              <a:spcAft>
                <a:spcPts val="0"/>
              </a:spcAft>
              <a:buClr>
                <a:srgbClr val="1F1C51"/>
              </a:buClr>
              <a:buSzPts val="2800"/>
              <a:buNone/>
              <a:defRPr sz="2800">
                <a:solidFill>
                  <a:srgbClr val="1F1C51"/>
                </a:solidFill>
              </a:defRPr>
            </a:lvl8pPr>
            <a:lvl9pPr lvl="8" rtl="0">
              <a:lnSpc>
                <a:spcPct val="100000"/>
              </a:lnSpc>
              <a:spcBef>
                <a:spcPts val="0"/>
              </a:spcBef>
              <a:spcAft>
                <a:spcPts val="0"/>
              </a:spcAft>
              <a:buClr>
                <a:srgbClr val="1F1C51"/>
              </a:buClr>
              <a:buSzPts val="2800"/>
              <a:buNone/>
              <a:defRPr sz="2800">
                <a:solidFill>
                  <a:srgbClr val="1F1C51"/>
                </a:solidFill>
              </a:defRPr>
            </a:lvl9pPr>
          </a:lstStyle>
          <a:p/>
        </p:txBody>
      </p:sp>
      <p:sp>
        <p:nvSpPr>
          <p:cNvPr id="14" name="Google Shape;14;p3"/>
          <p:cNvSpPr txBox="1"/>
          <p:nvPr>
            <p:ph hasCustomPrompt="1" idx="2" type="title"/>
          </p:nvPr>
        </p:nvSpPr>
        <p:spPr>
          <a:xfrm>
            <a:off x="876325" y="792425"/>
            <a:ext cx="2657700" cy="792600"/>
          </a:xfrm>
          <a:prstGeom prst="rect">
            <a:avLst/>
          </a:prstGeom>
        </p:spPr>
        <p:txBody>
          <a:bodyPr anchorCtr="0" anchor="b"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4"/>
          <p:cNvSpPr txBox="1"/>
          <p:nvPr>
            <p:ph idx="1" type="body"/>
          </p:nvPr>
        </p:nvSpPr>
        <p:spPr>
          <a:xfrm>
            <a:off x="626625" y="877875"/>
            <a:ext cx="7322400" cy="3262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cxnSp>
        <p:nvCxnSpPr>
          <p:cNvPr id="17" name="Google Shape;17;p4"/>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18" name="Google Shape;18;p4"/>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gradFill>
          <a:gsLst>
            <a:gs pos="0">
              <a:srgbClr val="8BE3FF"/>
            </a:gs>
            <a:gs pos="100000">
              <a:srgbClr val="ACFFD9"/>
            </a:gs>
          </a:gsLst>
          <a:lin ang="5400700" scaled="0"/>
        </a:gradFill>
      </p:bgPr>
    </p:bg>
    <p:spTree>
      <p:nvGrpSpPr>
        <p:cNvPr id="19" name="Shape 19"/>
        <p:cNvGrpSpPr/>
        <p:nvPr/>
      </p:nvGrpSpPr>
      <p:grpSpPr>
        <a:xfrm>
          <a:off x="0" y="0"/>
          <a:ext cx="0" cy="0"/>
          <a:chOff x="0" y="0"/>
          <a:chExt cx="0" cy="0"/>
        </a:xfrm>
      </p:grpSpPr>
      <p:sp>
        <p:nvSpPr>
          <p:cNvPr id="20" name="Google Shape;20;p5"/>
          <p:cNvSpPr txBox="1"/>
          <p:nvPr>
            <p:ph idx="1" type="body"/>
          </p:nvPr>
        </p:nvSpPr>
        <p:spPr>
          <a:xfrm>
            <a:off x="722600" y="1335775"/>
            <a:ext cx="3614100" cy="32673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1" name="Google Shape;21;p5"/>
          <p:cNvSpPr txBox="1"/>
          <p:nvPr>
            <p:ph idx="2" type="body"/>
          </p:nvPr>
        </p:nvSpPr>
        <p:spPr>
          <a:xfrm>
            <a:off x="4807302" y="1335775"/>
            <a:ext cx="3614100" cy="32673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cxnSp>
        <p:nvCxnSpPr>
          <p:cNvPr id="22" name="Google Shape;22;p5"/>
          <p:cNvCxnSpPr/>
          <p:nvPr/>
        </p:nvCxnSpPr>
        <p:spPr>
          <a:xfrm>
            <a:off x="395000" y="760425"/>
            <a:ext cx="8988300" cy="0"/>
          </a:xfrm>
          <a:prstGeom prst="straightConnector1">
            <a:avLst/>
          </a:prstGeom>
          <a:noFill/>
          <a:ln cap="flat" cmpd="sng" w="19050">
            <a:solidFill>
              <a:schemeClr val="lt1"/>
            </a:solidFill>
            <a:prstDash val="solid"/>
            <a:round/>
            <a:headEnd len="med" w="med" type="oval"/>
            <a:tailEnd len="med" w="med" type="none"/>
          </a:ln>
        </p:spPr>
      </p:cxnSp>
      <p:sp>
        <p:nvSpPr>
          <p:cNvPr id="23" name="Google Shape;23;p5"/>
          <p:cNvSpPr txBox="1"/>
          <p:nvPr>
            <p:ph type="title"/>
          </p:nvPr>
        </p:nvSpPr>
        <p:spPr>
          <a:xfrm>
            <a:off x="779025" y="4905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cxnSp>
        <p:nvCxnSpPr>
          <p:cNvPr id="25" name="Google Shape;25;p6"/>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26" name="Google Shape;26;p6"/>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cxnSp>
        <p:nvCxnSpPr>
          <p:cNvPr id="28" name="Google Shape;28;p7"/>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29" name="Google Shape;29;p7"/>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626625" y="1404600"/>
            <a:ext cx="2785200" cy="3179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42900" lvl="3" marL="1828800">
              <a:spcBef>
                <a:spcPts val="1600"/>
              </a:spcBef>
              <a:spcAft>
                <a:spcPts val="0"/>
              </a:spcAft>
              <a:buSzPts val="1800"/>
              <a:buChar char="●"/>
              <a:defRPr sz="1800"/>
            </a:lvl4pPr>
            <a:lvl5pPr indent="-342900" lvl="4" marL="2286000">
              <a:spcBef>
                <a:spcPts val="1600"/>
              </a:spcBef>
              <a:spcAft>
                <a:spcPts val="0"/>
              </a:spcAft>
              <a:buSzPts val="1800"/>
              <a:buChar char="○"/>
              <a:defRPr sz="1800"/>
            </a:lvl5pPr>
            <a:lvl6pPr indent="-342900" lvl="5" marL="2743200">
              <a:spcBef>
                <a:spcPts val="1600"/>
              </a:spcBef>
              <a:spcAft>
                <a:spcPts val="0"/>
              </a:spcAft>
              <a:buSzPts val="1800"/>
              <a:buChar char="■"/>
              <a:defRPr sz="1800"/>
            </a:lvl6pPr>
            <a:lvl7pPr indent="-342900" lvl="6" marL="3200400">
              <a:spcBef>
                <a:spcPts val="1600"/>
              </a:spcBef>
              <a:spcAft>
                <a:spcPts val="0"/>
              </a:spcAft>
              <a:buSzPts val="1800"/>
              <a:buChar char="●"/>
              <a:defRPr sz="1800"/>
            </a:lvl7pPr>
            <a:lvl8pPr indent="-342900" lvl="7" marL="3657600">
              <a:spcBef>
                <a:spcPts val="1600"/>
              </a:spcBef>
              <a:spcAft>
                <a:spcPts val="0"/>
              </a:spcAft>
              <a:buSzPts val="1800"/>
              <a:buChar char="○"/>
              <a:defRPr sz="1800"/>
            </a:lvl8pPr>
            <a:lvl9pPr indent="-342900" lvl="8" marL="4114800">
              <a:spcBef>
                <a:spcPts val="1600"/>
              </a:spcBef>
              <a:spcAft>
                <a:spcPts val="1600"/>
              </a:spcAft>
              <a:buSzPts val="1800"/>
              <a:buChar char="■"/>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5554975" y="526350"/>
            <a:ext cx="27306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2"/>
              </a:buClr>
              <a:buSzPts val="3600"/>
              <a:buNone/>
              <a:defRPr sz="3600">
                <a:solidFill>
                  <a:schemeClr val="accent2"/>
                </a:solidFill>
              </a:defRPr>
            </a:lvl1pPr>
            <a:lvl2pPr lvl="1">
              <a:spcBef>
                <a:spcPts val="0"/>
              </a:spcBef>
              <a:spcAft>
                <a:spcPts val="0"/>
              </a:spcAft>
              <a:buClr>
                <a:schemeClr val="accent2"/>
              </a:buClr>
              <a:buSzPts val="4800"/>
              <a:buNone/>
              <a:defRPr sz="4800">
                <a:solidFill>
                  <a:schemeClr val="accent2"/>
                </a:solidFill>
              </a:defRPr>
            </a:lvl2pPr>
            <a:lvl3pPr lvl="2">
              <a:spcBef>
                <a:spcPts val="0"/>
              </a:spcBef>
              <a:spcAft>
                <a:spcPts val="0"/>
              </a:spcAft>
              <a:buClr>
                <a:schemeClr val="accent2"/>
              </a:buClr>
              <a:buSzPts val="4800"/>
              <a:buNone/>
              <a:defRPr sz="4800">
                <a:solidFill>
                  <a:schemeClr val="accent2"/>
                </a:solidFill>
              </a:defRPr>
            </a:lvl3pPr>
            <a:lvl4pPr lvl="3">
              <a:spcBef>
                <a:spcPts val="0"/>
              </a:spcBef>
              <a:spcAft>
                <a:spcPts val="0"/>
              </a:spcAft>
              <a:buClr>
                <a:schemeClr val="accent2"/>
              </a:buClr>
              <a:buSzPts val="4800"/>
              <a:buNone/>
              <a:defRPr sz="4800">
                <a:solidFill>
                  <a:schemeClr val="accent2"/>
                </a:solidFill>
              </a:defRPr>
            </a:lvl4pPr>
            <a:lvl5pPr lvl="4">
              <a:spcBef>
                <a:spcPts val="0"/>
              </a:spcBef>
              <a:spcAft>
                <a:spcPts val="0"/>
              </a:spcAft>
              <a:buClr>
                <a:schemeClr val="accent2"/>
              </a:buClr>
              <a:buSzPts val="4800"/>
              <a:buNone/>
              <a:defRPr sz="4800">
                <a:solidFill>
                  <a:schemeClr val="accent2"/>
                </a:solidFill>
              </a:defRPr>
            </a:lvl5pPr>
            <a:lvl6pPr lvl="5">
              <a:spcBef>
                <a:spcPts val="0"/>
              </a:spcBef>
              <a:spcAft>
                <a:spcPts val="0"/>
              </a:spcAft>
              <a:buClr>
                <a:schemeClr val="accent2"/>
              </a:buClr>
              <a:buSzPts val="4800"/>
              <a:buNone/>
              <a:defRPr sz="4800">
                <a:solidFill>
                  <a:schemeClr val="accent2"/>
                </a:solidFill>
              </a:defRPr>
            </a:lvl6pPr>
            <a:lvl7pPr lvl="6">
              <a:spcBef>
                <a:spcPts val="0"/>
              </a:spcBef>
              <a:spcAft>
                <a:spcPts val="0"/>
              </a:spcAft>
              <a:buClr>
                <a:schemeClr val="accent2"/>
              </a:buClr>
              <a:buSzPts val="4800"/>
              <a:buNone/>
              <a:defRPr sz="4800">
                <a:solidFill>
                  <a:schemeClr val="accent2"/>
                </a:solidFill>
              </a:defRPr>
            </a:lvl7pPr>
            <a:lvl8pPr lvl="7">
              <a:spcBef>
                <a:spcPts val="0"/>
              </a:spcBef>
              <a:spcAft>
                <a:spcPts val="0"/>
              </a:spcAft>
              <a:buClr>
                <a:schemeClr val="accent2"/>
              </a:buClr>
              <a:buSzPts val="4800"/>
              <a:buNone/>
              <a:defRPr sz="4800">
                <a:solidFill>
                  <a:schemeClr val="accent2"/>
                </a:solidFill>
              </a:defRPr>
            </a:lvl8pPr>
            <a:lvl9pPr lvl="8">
              <a:spcBef>
                <a:spcPts val="0"/>
              </a:spcBef>
              <a:spcAft>
                <a:spcPts val="0"/>
              </a:spcAft>
              <a:buClr>
                <a:schemeClr val="accent2"/>
              </a:buClr>
              <a:buSzPts val="4800"/>
              <a:buNone/>
              <a:defRPr sz="4800">
                <a:solidFill>
                  <a:schemeClr val="accent2"/>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3" name="Shape 33"/>
        <p:cNvGrpSpPr/>
        <p:nvPr/>
      </p:nvGrpSpPr>
      <p:grpSpPr>
        <a:xfrm>
          <a:off x="0" y="0"/>
          <a:ext cx="0" cy="0"/>
          <a:chOff x="0" y="0"/>
          <a:chExt cx="0" cy="0"/>
        </a:xfrm>
      </p:grpSpPr>
      <p:sp>
        <p:nvSpPr>
          <p:cNvPr id="34" name="Google Shape;34;p9"/>
          <p:cNvSpPr txBox="1"/>
          <p:nvPr>
            <p:ph idx="1" type="subTitle"/>
          </p:nvPr>
        </p:nvSpPr>
        <p:spPr>
          <a:xfrm>
            <a:off x="626625" y="1515050"/>
            <a:ext cx="1940700" cy="751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Viga"/>
              <a:buNone/>
              <a:defRPr sz="1400">
                <a:latin typeface="Viga"/>
                <a:ea typeface="Viga"/>
                <a:cs typeface="Viga"/>
                <a:sym typeface="Viga"/>
              </a:defRPr>
            </a:lvl1pPr>
            <a:lvl2pPr lvl="1" algn="ctr">
              <a:lnSpc>
                <a:spcPct val="100000"/>
              </a:lnSpc>
              <a:spcBef>
                <a:spcPts val="0"/>
              </a:spcBef>
              <a:spcAft>
                <a:spcPts val="0"/>
              </a:spcAft>
              <a:buSzPts val="1400"/>
              <a:buFont typeface="Viga"/>
              <a:buNone/>
              <a:defRPr>
                <a:latin typeface="Viga"/>
                <a:ea typeface="Viga"/>
                <a:cs typeface="Viga"/>
                <a:sym typeface="Viga"/>
              </a:defRPr>
            </a:lvl2pPr>
            <a:lvl3pPr lvl="2" algn="ctr">
              <a:lnSpc>
                <a:spcPct val="100000"/>
              </a:lnSpc>
              <a:spcBef>
                <a:spcPts val="0"/>
              </a:spcBef>
              <a:spcAft>
                <a:spcPts val="0"/>
              </a:spcAft>
              <a:buSzPts val="1400"/>
              <a:buFont typeface="Viga"/>
              <a:buNone/>
              <a:defRPr>
                <a:latin typeface="Viga"/>
                <a:ea typeface="Viga"/>
                <a:cs typeface="Viga"/>
                <a:sym typeface="Viga"/>
              </a:defRPr>
            </a:lvl3pPr>
            <a:lvl4pPr lvl="3" algn="ctr">
              <a:lnSpc>
                <a:spcPct val="100000"/>
              </a:lnSpc>
              <a:spcBef>
                <a:spcPts val="0"/>
              </a:spcBef>
              <a:spcAft>
                <a:spcPts val="0"/>
              </a:spcAft>
              <a:buSzPts val="1400"/>
              <a:buFont typeface="Viga"/>
              <a:buNone/>
              <a:defRPr>
                <a:latin typeface="Viga"/>
                <a:ea typeface="Viga"/>
                <a:cs typeface="Viga"/>
                <a:sym typeface="Viga"/>
              </a:defRPr>
            </a:lvl4pPr>
            <a:lvl5pPr lvl="4" algn="ctr">
              <a:lnSpc>
                <a:spcPct val="100000"/>
              </a:lnSpc>
              <a:spcBef>
                <a:spcPts val="0"/>
              </a:spcBef>
              <a:spcAft>
                <a:spcPts val="0"/>
              </a:spcAft>
              <a:buSzPts val="1400"/>
              <a:buFont typeface="Viga"/>
              <a:buNone/>
              <a:defRPr>
                <a:latin typeface="Viga"/>
                <a:ea typeface="Viga"/>
                <a:cs typeface="Viga"/>
                <a:sym typeface="Viga"/>
              </a:defRPr>
            </a:lvl5pPr>
            <a:lvl6pPr lvl="5" algn="ctr">
              <a:lnSpc>
                <a:spcPct val="100000"/>
              </a:lnSpc>
              <a:spcBef>
                <a:spcPts val="0"/>
              </a:spcBef>
              <a:spcAft>
                <a:spcPts val="0"/>
              </a:spcAft>
              <a:buSzPts val="1400"/>
              <a:buFont typeface="Viga"/>
              <a:buNone/>
              <a:defRPr>
                <a:latin typeface="Viga"/>
                <a:ea typeface="Viga"/>
                <a:cs typeface="Viga"/>
                <a:sym typeface="Viga"/>
              </a:defRPr>
            </a:lvl6pPr>
            <a:lvl7pPr lvl="6" algn="ctr">
              <a:lnSpc>
                <a:spcPct val="100000"/>
              </a:lnSpc>
              <a:spcBef>
                <a:spcPts val="0"/>
              </a:spcBef>
              <a:spcAft>
                <a:spcPts val="0"/>
              </a:spcAft>
              <a:buSzPts val="1400"/>
              <a:buFont typeface="Viga"/>
              <a:buNone/>
              <a:defRPr>
                <a:latin typeface="Viga"/>
                <a:ea typeface="Viga"/>
                <a:cs typeface="Viga"/>
                <a:sym typeface="Viga"/>
              </a:defRPr>
            </a:lvl7pPr>
            <a:lvl8pPr lvl="7" algn="ctr">
              <a:lnSpc>
                <a:spcPct val="100000"/>
              </a:lnSpc>
              <a:spcBef>
                <a:spcPts val="0"/>
              </a:spcBef>
              <a:spcAft>
                <a:spcPts val="0"/>
              </a:spcAft>
              <a:buSzPts val="1400"/>
              <a:buFont typeface="Viga"/>
              <a:buNone/>
              <a:defRPr>
                <a:latin typeface="Viga"/>
                <a:ea typeface="Viga"/>
                <a:cs typeface="Viga"/>
                <a:sym typeface="Viga"/>
              </a:defRPr>
            </a:lvl8pPr>
            <a:lvl9pPr lvl="8" algn="ctr">
              <a:lnSpc>
                <a:spcPct val="100000"/>
              </a:lnSpc>
              <a:spcBef>
                <a:spcPts val="0"/>
              </a:spcBef>
              <a:spcAft>
                <a:spcPts val="0"/>
              </a:spcAft>
              <a:buSzPts val="1400"/>
              <a:buFont typeface="Viga"/>
              <a:buNone/>
              <a:defRPr>
                <a:latin typeface="Viga"/>
                <a:ea typeface="Viga"/>
                <a:cs typeface="Viga"/>
                <a:sym typeface="Viga"/>
              </a:defRPr>
            </a:lvl9pPr>
          </a:lstStyle>
          <a:p/>
        </p:txBody>
      </p:sp>
      <p:sp>
        <p:nvSpPr>
          <p:cNvPr id="35" name="Google Shape;35;p9"/>
          <p:cNvSpPr txBox="1"/>
          <p:nvPr>
            <p:ph idx="2" type="body"/>
          </p:nvPr>
        </p:nvSpPr>
        <p:spPr>
          <a:xfrm>
            <a:off x="626625" y="2266850"/>
            <a:ext cx="2925900" cy="2391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cxnSp>
        <p:nvCxnSpPr>
          <p:cNvPr id="36" name="Google Shape;36;p9"/>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37" name="Google Shape;37;p9"/>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gradFill>
          <a:gsLst>
            <a:gs pos="0">
              <a:srgbClr val="8BE3FF"/>
            </a:gs>
            <a:gs pos="100000">
              <a:srgbClr val="ACFFD9"/>
            </a:gs>
          </a:gsLst>
          <a:lin ang="5400700" scaled="0"/>
        </a:gradFill>
      </p:bgPr>
    </p:bg>
    <p:spTree>
      <p:nvGrpSpPr>
        <p:cNvPr id="38" name="Shape 38"/>
        <p:cNvGrpSpPr/>
        <p:nvPr/>
      </p:nvGrpSpPr>
      <p:grpSpPr>
        <a:xfrm>
          <a:off x="0" y="0"/>
          <a:ext cx="0" cy="0"/>
          <a:chOff x="0" y="0"/>
          <a:chExt cx="0" cy="0"/>
        </a:xfrm>
      </p:grpSpPr>
      <p:sp>
        <p:nvSpPr>
          <p:cNvPr id="39" name="Google Shape;39;p10"/>
          <p:cNvSpPr txBox="1"/>
          <p:nvPr>
            <p:ph type="title"/>
          </p:nvPr>
        </p:nvSpPr>
        <p:spPr>
          <a:xfrm>
            <a:off x="4979375" y="2028425"/>
            <a:ext cx="3572400" cy="539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0" name="Google Shape;40;p10"/>
          <p:cNvSpPr txBox="1"/>
          <p:nvPr>
            <p:ph idx="1" type="body"/>
          </p:nvPr>
        </p:nvSpPr>
        <p:spPr>
          <a:xfrm>
            <a:off x="4979375" y="2568125"/>
            <a:ext cx="2785200" cy="21450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42900" lvl="3" marL="1828800" rtl="0">
              <a:spcBef>
                <a:spcPts val="1600"/>
              </a:spcBef>
              <a:spcAft>
                <a:spcPts val="0"/>
              </a:spcAft>
              <a:buSzPts val="1800"/>
              <a:buChar char="●"/>
              <a:defRPr sz="1800"/>
            </a:lvl4pPr>
            <a:lvl5pPr indent="-342900" lvl="4" marL="2286000" rtl="0">
              <a:spcBef>
                <a:spcPts val="1600"/>
              </a:spcBef>
              <a:spcAft>
                <a:spcPts val="0"/>
              </a:spcAft>
              <a:buSzPts val="1800"/>
              <a:buChar char="○"/>
              <a:defRPr sz="1800"/>
            </a:lvl5pPr>
            <a:lvl6pPr indent="-342900" lvl="5" marL="2743200" rtl="0">
              <a:spcBef>
                <a:spcPts val="1600"/>
              </a:spcBef>
              <a:spcAft>
                <a:spcPts val="0"/>
              </a:spcAft>
              <a:buSzPts val="1800"/>
              <a:buChar char="■"/>
              <a:defRPr sz="1800"/>
            </a:lvl6pPr>
            <a:lvl7pPr indent="-342900" lvl="6" marL="3200400" rtl="0">
              <a:spcBef>
                <a:spcPts val="1600"/>
              </a:spcBef>
              <a:spcAft>
                <a:spcPts val="0"/>
              </a:spcAft>
              <a:buSzPts val="1800"/>
              <a:buChar char="●"/>
              <a:defRPr sz="1800"/>
            </a:lvl7pPr>
            <a:lvl8pPr indent="-342900" lvl="7" marL="3657600" rtl="0">
              <a:spcBef>
                <a:spcPts val="1600"/>
              </a:spcBef>
              <a:spcAft>
                <a:spcPts val="0"/>
              </a:spcAft>
              <a:buSzPts val="1800"/>
              <a:buChar char="○"/>
              <a:defRPr sz="1800"/>
            </a:lvl8pPr>
            <a:lvl9pPr indent="-342900" lvl="8" marL="4114800" rtl="0">
              <a:spcBef>
                <a:spcPts val="1600"/>
              </a:spcBef>
              <a:spcAft>
                <a:spcPts val="1600"/>
              </a:spcAft>
              <a:buSzPts val="1800"/>
              <a:buChar char="■"/>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8BE3FF"/>
            </a:gs>
            <a:gs pos="100000">
              <a:srgbClr val="ACFFD9"/>
            </a:gs>
          </a:gsLst>
          <a:lin ang="5400700" scaled="0"/>
        </a:gradFill>
      </p:bgPr>
    </p:bg>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72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 name="Google Shape;43;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ITLE_1">
    <p:bg>
      <p:bgPr>
        <a:gradFill>
          <a:gsLst>
            <a:gs pos="0">
              <a:srgbClr val="8BE3FF"/>
            </a:gs>
            <a:gs pos="100000">
              <a:srgbClr val="ACFFD9"/>
            </a:gs>
          </a:gsLst>
          <a:lin ang="5400012" scaled="0"/>
        </a:gradFill>
      </p:bgPr>
    </p:bg>
    <p:spTree>
      <p:nvGrpSpPr>
        <p:cNvPr id="45" name="Shape 45"/>
        <p:cNvGrpSpPr/>
        <p:nvPr/>
      </p:nvGrpSpPr>
      <p:grpSpPr>
        <a:xfrm>
          <a:off x="0" y="0"/>
          <a:ext cx="0" cy="0"/>
          <a:chOff x="0" y="0"/>
          <a:chExt cx="0" cy="0"/>
        </a:xfrm>
      </p:grpSpPr>
      <p:sp>
        <p:nvSpPr>
          <p:cNvPr id="46" name="Google Shape;46;p13"/>
          <p:cNvSpPr txBox="1"/>
          <p:nvPr>
            <p:ph type="ctrTitle"/>
          </p:nvPr>
        </p:nvSpPr>
        <p:spPr>
          <a:xfrm>
            <a:off x="572003" y="614888"/>
            <a:ext cx="2729100" cy="4581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1F1C51"/>
              </a:buClr>
              <a:buSzPts val="1800"/>
              <a:buNone/>
              <a:defRPr sz="1800">
                <a:solidFill>
                  <a:srgbClr val="1F1C51"/>
                </a:solidFill>
              </a:defRPr>
            </a:lvl1pPr>
            <a:lvl2pPr lvl="1" rtl="0" algn="r">
              <a:spcBef>
                <a:spcPts val="0"/>
              </a:spcBef>
              <a:spcAft>
                <a:spcPts val="0"/>
              </a:spcAft>
              <a:buClr>
                <a:srgbClr val="1F1C51"/>
              </a:buClr>
              <a:buSzPts val="1800"/>
              <a:buNone/>
              <a:defRPr sz="1800">
                <a:solidFill>
                  <a:srgbClr val="1F1C51"/>
                </a:solidFill>
              </a:defRPr>
            </a:lvl2pPr>
            <a:lvl3pPr lvl="2" rtl="0" algn="r">
              <a:spcBef>
                <a:spcPts val="0"/>
              </a:spcBef>
              <a:spcAft>
                <a:spcPts val="0"/>
              </a:spcAft>
              <a:buClr>
                <a:srgbClr val="1F1C51"/>
              </a:buClr>
              <a:buSzPts val="1800"/>
              <a:buNone/>
              <a:defRPr sz="1800">
                <a:solidFill>
                  <a:srgbClr val="1F1C51"/>
                </a:solidFill>
              </a:defRPr>
            </a:lvl3pPr>
            <a:lvl4pPr lvl="3" rtl="0" algn="r">
              <a:spcBef>
                <a:spcPts val="0"/>
              </a:spcBef>
              <a:spcAft>
                <a:spcPts val="0"/>
              </a:spcAft>
              <a:buClr>
                <a:srgbClr val="1F1C51"/>
              </a:buClr>
              <a:buSzPts val="1800"/>
              <a:buNone/>
              <a:defRPr sz="1800">
                <a:solidFill>
                  <a:srgbClr val="1F1C51"/>
                </a:solidFill>
              </a:defRPr>
            </a:lvl4pPr>
            <a:lvl5pPr lvl="4" rtl="0" algn="r">
              <a:spcBef>
                <a:spcPts val="0"/>
              </a:spcBef>
              <a:spcAft>
                <a:spcPts val="0"/>
              </a:spcAft>
              <a:buClr>
                <a:srgbClr val="1F1C51"/>
              </a:buClr>
              <a:buSzPts val="1800"/>
              <a:buNone/>
              <a:defRPr sz="1800">
                <a:solidFill>
                  <a:srgbClr val="1F1C51"/>
                </a:solidFill>
              </a:defRPr>
            </a:lvl5pPr>
            <a:lvl6pPr lvl="5" rtl="0" algn="r">
              <a:spcBef>
                <a:spcPts val="0"/>
              </a:spcBef>
              <a:spcAft>
                <a:spcPts val="0"/>
              </a:spcAft>
              <a:buClr>
                <a:srgbClr val="1F1C51"/>
              </a:buClr>
              <a:buSzPts val="1800"/>
              <a:buNone/>
              <a:defRPr sz="1800">
                <a:solidFill>
                  <a:srgbClr val="1F1C51"/>
                </a:solidFill>
              </a:defRPr>
            </a:lvl6pPr>
            <a:lvl7pPr lvl="6" rtl="0" algn="r">
              <a:spcBef>
                <a:spcPts val="0"/>
              </a:spcBef>
              <a:spcAft>
                <a:spcPts val="0"/>
              </a:spcAft>
              <a:buClr>
                <a:srgbClr val="1F1C51"/>
              </a:buClr>
              <a:buSzPts val="1800"/>
              <a:buNone/>
              <a:defRPr sz="1800">
                <a:solidFill>
                  <a:srgbClr val="1F1C51"/>
                </a:solidFill>
              </a:defRPr>
            </a:lvl7pPr>
            <a:lvl8pPr lvl="7" rtl="0" algn="r">
              <a:spcBef>
                <a:spcPts val="0"/>
              </a:spcBef>
              <a:spcAft>
                <a:spcPts val="0"/>
              </a:spcAft>
              <a:buClr>
                <a:srgbClr val="1F1C51"/>
              </a:buClr>
              <a:buSzPts val="1800"/>
              <a:buNone/>
              <a:defRPr sz="1800">
                <a:solidFill>
                  <a:srgbClr val="1F1C51"/>
                </a:solidFill>
              </a:defRPr>
            </a:lvl8pPr>
            <a:lvl9pPr lvl="8" rtl="0" algn="r">
              <a:spcBef>
                <a:spcPts val="0"/>
              </a:spcBef>
              <a:spcAft>
                <a:spcPts val="0"/>
              </a:spcAft>
              <a:buClr>
                <a:srgbClr val="1F1C51"/>
              </a:buClr>
              <a:buSzPts val="1800"/>
              <a:buNone/>
              <a:defRPr sz="1800">
                <a:solidFill>
                  <a:srgbClr val="1F1C51"/>
                </a:solidFill>
              </a:defRPr>
            </a:lvl9pPr>
          </a:lstStyle>
          <a:p/>
        </p:txBody>
      </p:sp>
      <p:sp>
        <p:nvSpPr>
          <p:cNvPr id="47" name="Google Shape;47;p13"/>
          <p:cNvSpPr txBox="1"/>
          <p:nvPr>
            <p:ph idx="1" type="subTitle"/>
          </p:nvPr>
        </p:nvSpPr>
        <p:spPr>
          <a:xfrm>
            <a:off x="572003" y="1013113"/>
            <a:ext cx="2729100" cy="635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1F1C51"/>
              </a:buClr>
              <a:buSzPts val="1400"/>
              <a:buNone/>
              <a:defRPr sz="1400">
                <a:solidFill>
                  <a:srgbClr val="1F1C51"/>
                </a:solidFill>
              </a:defRPr>
            </a:lvl1pPr>
            <a:lvl2pPr lvl="1" rtl="0" algn="r">
              <a:lnSpc>
                <a:spcPct val="100000"/>
              </a:lnSpc>
              <a:spcBef>
                <a:spcPts val="0"/>
              </a:spcBef>
              <a:spcAft>
                <a:spcPts val="0"/>
              </a:spcAft>
              <a:buClr>
                <a:srgbClr val="1F1C51"/>
              </a:buClr>
              <a:buSzPts val="1400"/>
              <a:buNone/>
              <a:defRPr>
                <a:solidFill>
                  <a:srgbClr val="1F1C51"/>
                </a:solidFill>
              </a:defRPr>
            </a:lvl2pPr>
            <a:lvl3pPr lvl="2" rtl="0" algn="r">
              <a:lnSpc>
                <a:spcPct val="100000"/>
              </a:lnSpc>
              <a:spcBef>
                <a:spcPts val="0"/>
              </a:spcBef>
              <a:spcAft>
                <a:spcPts val="0"/>
              </a:spcAft>
              <a:buClr>
                <a:srgbClr val="1F1C51"/>
              </a:buClr>
              <a:buSzPts val="1400"/>
              <a:buNone/>
              <a:defRPr>
                <a:solidFill>
                  <a:srgbClr val="1F1C51"/>
                </a:solidFill>
              </a:defRPr>
            </a:lvl3pPr>
            <a:lvl4pPr lvl="3" rtl="0" algn="r">
              <a:lnSpc>
                <a:spcPct val="100000"/>
              </a:lnSpc>
              <a:spcBef>
                <a:spcPts val="0"/>
              </a:spcBef>
              <a:spcAft>
                <a:spcPts val="0"/>
              </a:spcAft>
              <a:buClr>
                <a:srgbClr val="1F1C51"/>
              </a:buClr>
              <a:buSzPts val="1400"/>
              <a:buNone/>
              <a:defRPr>
                <a:solidFill>
                  <a:srgbClr val="1F1C51"/>
                </a:solidFill>
              </a:defRPr>
            </a:lvl4pPr>
            <a:lvl5pPr lvl="4" rtl="0" algn="r">
              <a:lnSpc>
                <a:spcPct val="100000"/>
              </a:lnSpc>
              <a:spcBef>
                <a:spcPts val="0"/>
              </a:spcBef>
              <a:spcAft>
                <a:spcPts val="0"/>
              </a:spcAft>
              <a:buClr>
                <a:srgbClr val="1F1C51"/>
              </a:buClr>
              <a:buSzPts val="1400"/>
              <a:buNone/>
              <a:defRPr>
                <a:solidFill>
                  <a:srgbClr val="1F1C51"/>
                </a:solidFill>
              </a:defRPr>
            </a:lvl5pPr>
            <a:lvl6pPr lvl="5" rtl="0" algn="r">
              <a:lnSpc>
                <a:spcPct val="100000"/>
              </a:lnSpc>
              <a:spcBef>
                <a:spcPts val="0"/>
              </a:spcBef>
              <a:spcAft>
                <a:spcPts val="0"/>
              </a:spcAft>
              <a:buClr>
                <a:srgbClr val="1F1C51"/>
              </a:buClr>
              <a:buSzPts val="1400"/>
              <a:buNone/>
              <a:defRPr>
                <a:solidFill>
                  <a:srgbClr val="1F1C51"/>
                </a:solidFill>
              </a:defRPr>
            </a:lvl6pPr>
            <a:lvl7pPr lvl="6" rtl="0" algn="r">
              <a:lnSpc>
                <a:spcPct val="100000"/>
              </a:lnSpc>
              <a:spcBef>
                <a:spcPts val="0"/>
              </a:spcBef>
              <a:spcAft>
                <a:spcPts val="0"/>
              </a:spcAft>
              <a:buClr>
                <a:srgbClr val="1F1C51"/>
              </a:buClr>
              <a:buSzPts val="1400"/>
              <a:buNone/>
              <a:defRPr>
                <a:solidFill>
                  <a:srgbClr val="1F1C51"/>
                </a:solidFill>
              </a:defRPr>
            </a:lvl7pPr>
            <a:lvl8pPr lvl="7" rtl="0" algn="r">
              <a:lnSpc>
                <a:spcPct val="100000"/>
              </a:lnSpc>
              <a:spcBef>
                <a:spcPts val="0"/>
              </a:spcBef>
              <a:spcAft>
                <a:spcPts val="0"/>
              </a:spcAft>
              <a:buClr>
                <a:srgbClr val="1F1C51"/>
              </a:buClr>
              <a:buSzPts val="1400"/>
              <a:buNone/>
              <a:defRPr>
                <a:solidFill>
                  <a:srgbClr val="1F1C51"/>
                </a:solidFill>
              </a:defRPr>
            </a:lvl8pPr>
            <a:lvl9pPr lvl="8" rtl="0" algn="r">
              <a:lnSpc>
                <a:spcPct val="100000"/>
              </a:lnSpc>
              <a:spcBef>
                <a:spcPts val="0"/>
              </a:spcBef>
              <a:spcAft>
                <a:spcPts val="0"/>
              </a:spcAft>
              <a:buClr>
                <a:srgbClr val="1F1C51"/>
              </a:buClr>
              <a:buSzPts val="1400"/>
              <a:buNone/>
              <a:defRPr>
                <a:solidFill>
                  <a:srgbClr val="1F1C51"/>
                </a:solidFill>
              </a:defRPr>
            </a:lvl9pPr>
          </a:lstStyle>
          <a:p/>
        </p:txBody>
      </p:sp>
      <p:sp>
        <p:nvSpPr>
          <p:cNvPr id="48" name="Google Shape;48;p13"/>
          <p:cNvSpPr txBox="1"/>
          <p:nvPr>
            <p:ph idx="2" type="ctrTitle"/>
          </p:nvPr>
        </p:nvSpPr>
        <p:spPr>
          <a:xfrm>
            <a:off x="572003" y="2055075"/>
            <a:ext cx="2729100" cy="4581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1F1C51"/>
              </a:buClr>
              <a:buSzPts val="1800"/>
              <a:buNone/>
              <a:defRPr sz="1800">
                <a:solidFill>
                  <a:srgbClr val="1F1C51"/>
                </a:solidFill>
              </a:defRPr>
            </a:lvl1pPr>
            <a:lvl2pPr lvl="1" rtl="0" algn="r">
              <a:spcBef>
                <a:spcPts val="0"/>
              </a:spcBef>
              <a:spcAft>
                <a:spcPts val="0"/>
              </a:spcAft>
              <a:buClr>
                <a:srgbClr val="1F1C51"/>
              </a:buClr>
              <a:buSzPts val="1800"/>
              <a:buNone/>
              <a:defRPr sz="1800">
                <a:solidFill>
                  <a:srgbClr val="1F1C51"/>
                </a:solidFill>
              </a:defRPr>
            </a:lvl2pPr>
            <a:lvl3pPr lvl="2" rtl="0" algn="r">
              <a:spcBef>
                <a:spcPts val="0"/>
              </a:spcBef>
              <a:spcAft>
                <a:spcPts val="0"/>
              </a:spcAft>
              <a:buClr>
                <a:srgbClr val="1F1C51"/>
              </a:buClr>
              <a:buSzPts val="1800"/>
              <a:buNone/>
              <a:defRPr sz="1800">
                <a:solidFill>
                  <a:srgbClr val="1F1C51"/>
                </a:solidFill>
              </a:defRPr>
            </a:lvl3pPr>
            <a:lvl4pPr lvl="3" rtl="0" algn="r">
              <a:spcBef>
                <a:spcPts val="0"/>
              </a:spcBef>
              <a:spcAft>
                <a:spcPts val="0"/>
              </a:spcAft>
              <a:buClr>
                <a:srgbClr val="1F1C51"/>
              </a:buClr>
              <a:buSzPts val="1800"/>
              <a:buNone/>
              <a:defRPr sz="1800">
                <a:solidFill>
                  <a:srgbClr val="1F1C51"/>
                </a:solidFill>
              </a:defRPr>
            </a:lvl4pPr>
            <a:lvl5pPr lvl="4" rtl="0" algn="r">
              <a:spcBef>
                <a:spcPts val="0"/>
              </a:spcBef>
              <a:spcAft>
                <a:spcPts val="0"/>
              </a:spcAft>
              <a:buClr>
                <a:srgbClr val="1F1C51"/>
              </a:buClr>
              <a:buSzPts val="1800"/>
              <a:buNone/>
              <a:defRPr sz="1800">
                <a:solidFill>
                  <a:srgbClr val="1F1C51"/>
                </a:solidFill>
              </a:defRPr>
            </a:lvl5pPr>
            <a:lvl6pPr lvl="5" rtl="0" algn="r">
              <a:spcBef>
                <a:spcPts val="0"/>
              </a:spcBef>
              <a:spcAft>
                <a:spcPts val="0"/>
              </a:spcAft>
              <a:buClr>
                <a:srgbClr val="1F1C51"/>
              </a:buClr>
              <a:buSzPts val="1800"/>
              <a:buNone/>
              <a:defRPr sz="1800">
                <a:solidFill>
                  <a:srgbClr val="1F1C51"/>
                </a:solidFill>
              </a:defRPr>
            </a:lvl6pPr>
            <a:lvl7pPr lvl="6" rtl="0" algn="r">
              <a:spcBef>
                <a:spcPts val="0"/>
              </a:spcBef>
              <a:spcAft>
                <a:spcPts val="0"/>
              </a:spcAft>
              <a:buClr>
                <a:srgbClr val="1F1C51"/>
              </a:buClr>
              <a:buSzPts val="1800"/>
              <a:buNone/>
              <a:defRPr sz="1800">
                <a:solidFill>
                  <a:srgbClr val="1F1C51"/>
                </a:solidFill>
              </a:defRPr>
            </a:lvl7pPr>
            <a:lvl8pPr lvl="7" rtl="0" algn="r">
              <a:spcBef>
                <a:spcPts val="0"/>
              </a:spcBef>
              <a:spcAft>
                <a:spcPts val="0"/>
              </a:spcAft>
              <a:buClr>
                <a:srgbClr val="1F1C51"/>
              </a:buClr>
              <a:buSzPts val="1800"/>
              <a:buNone/>
              <a:defRPr sz="1800">
                <a:solidFill>
                  <a:srgbClr val="1F1C51"/>
                </a:solidFill>
              </a:defRPr>
            </a:lvl8pPr>
            <a:lvl9pPr lvl="8" rtl="0" algn="r">
              <a:spcBef>
                <a:spcPts val="0"/>
              </a:spcBef>
              <a:spcAft>
                <a:spcPts val="0"/>
              </a:spcAft>
              <a:buClr>
                <a:srgbClr val="1F1C51"/>
              </a:buClr>
              <a:buSzPts val="1800"/>
              <a:buNone/>
              <a:defRPr sz="1800">
                <a:solidFill>
                  <a:srgbClr val="1F1C51"/>
                </a:solidFill>
              </a:defRPr>
            </a:lvl9pPr>
          </a:lstStyle>
          <a:p/>
        </p:txBody>
      </p:sp>
      <p:sp>
        <p:nvSpPr>
          <p:cNvPr id="49" name="Google Shape;49;p13"/>
          <p:cNvSpPr txBox="1"/>
          <p:nvPr>
            <p:ph idx="3" type="subTitle"/>
          </p:nvPr>
        </p:nvSpPr>
        <p:spPr>
          <a:xfrm>
            <a:off x="572003" y="2453300"/>
            <a:ext cx="2729100" cy="635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1F1C51"/>
              </a:buClr>
              <a:buSzPts val="1400"/>
              <a:buNone/>
              <a:defRPr sz="1400">
                <a:solidFill>
                  <a:srgbClr val="1F1C51"/>
                </a:solidFill>
              </a:defRPr>
            </a:lvl1pPr>
            <a:lvl2pPr lvl="1" rtl="0" algn="r">
              <a:lnSpc>
                <a:spcPct val="100000"/>
              </a:lnSpc>
              <a:spcBef>
                <a:spcPts val="0"/>
              </a:spcBef>
              <a:spcAft>
                <a:spcPts val="0"/>
              </a:spcAft>
              <a:buClr>
                <a:srgbClr val="1F1C51"/>
              </a:buClr>
              <a:buSzPts val="1400"/>
              <a:buNone/>
              <a:defRPr>
                <a:solidFill>
                  <a:srgbClr val="1F1C51"/>
                </a:solidFill>
              </a:defRPr>
            </a:lvl2pPr>
            <a:lvl3pPr lvl="2" rtl="0" algn="r">
              <a:lnSpc>
                <a:spcPct val="100000"/>
              </a:lnSpc>
              <a:spcBef>
                <a:spcPts val="0"/>
              </a:spcBef>
              <a:spcAft>
                <a:spcPts val="0"/>
              </a:spcAft>
              <a:buClr>
                <a:srgbClr val="1F1C51"/>
              </a:buClr>
              <a:buSzPts val="1400"/>
              <a:buNone/>
              <a:defRPr>
                <a:solidFill>
                  <a:srgbClr val="1F1C51"/>
                </a:solidFill>
              </a:defRPr>
            </a:lvl3pPr>
            <a:lvl4pPr lvl="3" rtl="0" algn="r">
              <a:lnSpc>
                <a:spcPct val="100000"/>
              </a:lnSpc>
              <a:spcBef>
                <a:spcPts val="0"/>
              </a:spcBef>
              <a:spcAft>
                <a:spcPts val="0"/>
              </a:spcAft>
              <a:buClr>
                <a:srgbClr val="1F1C51"/>
              </a:buClr>
              <a:buSzPts val="1400"/>
              <a:buNone/>
              <a:defRPr>
                <a:solidFill>
                  <a:srgbClr val="1F1C51"/>
                </a:solidFill>
              </a:defRPr>
            </a:lvl4pPr>
            <a:lvl5pPr lvl="4" rtl="0" algn="r">
              <a:lnSpc>
                <a:spcPct val="100000"/>
              </a:lnSpc>
              <a:spcBef>
                <a:spcPts val="0"/>
              </a:spcBef>
              <a:spcAft>
                <a:spcPts val="0"/>
              </a:spcAft>
              <a:buClr>
                <a:srgbClr val="1F1C51"/>
              </a:buClr>
              <a:buSzPts val="1400"/>
              <a:buNone/>
              <a:defRPr>
                <a:solidFill>
                  <a:srgbClr val="1F1C51"/>
                </a:solidFill>
              </a:defRPr>
            </a:lvl5pPr>
            <a:lvl6pPr lvl="5" rtl="0" algn="r">
              <a:lnSpc>
                <a:spcPct val="100000"/>
              </a:lnSpc>
              <a:spcBef>
                <a:spcPts val="0"/>
              </a:spcBef>
              <a:spcAft>
                <a:spcPts val="0"/>
              </a:spcAft>
              <a:buClr>
                <a:srgbClr val="1F1C51"/>
              </a:buClr>
              <a:buSzPts val="1400"/>
              <a:buNone/>
              <a:defRPr>
                <a:solidFill>
                  <a:srgbClr val="1F1C51"/>
                </a:solidFill>
              </a:defRPr>
            </a:lvl6pPr>
            <a:lvl7pPr lvl="6" rtl="0" algn="r">
              <a:lnSpc>
                <a:spcPct val="100000"/>
              </a:lnSpc>
              <a:spcBef>
                <a:spcPts val="0"/>
              </a:spcBef>
              <a:spcAft>
                <a:spcPts val="0"/>
              </a:spcAft>
              <a:buClr>
                <a:srgbClr val="1F1C51"/>
              </a:buClr>
              <a:buSzPts val="1400"/>
              <a:buNone/>
              <a:defRPr>
                <a:solidFill>
                  <a:srgbClr val="1F1C51"/>
                </a:solidFill>
              </a:defRPr>
            </a:lvl7pPr>
            <a:lvl8pPr lvl="7" rtl="0" algn="r">
              <a:lnSpc>
                <a:spcPct val="100000"/>
              </a:lnSpc>
              <a:spcBef>
                <a:spcPts val="0"/>
              </a:spcBef>
              <a:spcAft>
                <a:spcPts val="0"/>
              </a:spcAft>
              <a:buClr>
                <a:srgbClr val="1F1C51"/>
              </a:buClr>
              <a:buSzPts val="1400"/>
              <a:buNone/>
              <a:defRPr>
                <a:solidFill>
                  <a:srgbClr val="1F1C51"/>
                </a:solidFill>
              </a:defRPr>
            </a:lvl8pPr>
            <a:lvl9pPr lvl="8" rtl="0" algn="r">
              <a:lnSpc>
                <a:spcPct val="100000"/>
              </a:lnSpc>
              <a:spcBef>
                <a:spcPts val="0"/>
              </a:spcBef>
              <a:spcAft>
                <a:spcPts val="0"/>
              </a:spcAft>
              <a:buClr>
                <a:srgbClr val="1F1C51"/>
              </a:buClr>
              <a:buSzPts val="1400"/>
              <a:buNone/>
              <a:defRPr>
                <a:solidFill>
                  <a:srgbClr val="1F1C51"/>
                </a:solidFill>
              </a:defRPr>
            </a:lvl9pPr>
          </a:lstStyle>
          <a:p/>
        </p:txBody>
      </p:sp>
      <p:sp>
        <p:nvSpPr>
          <p:cNvPr id="50" name="Google Shape;50;p13"/>
          <p:cNvSpPr txBox="1"/>
          <p:nvPr>
            <p:ph idx="4" type="ctrTitle"/>
          </p:nvPr>
        </p:nvSpPr>
        <p:spPr>
          <a:xfrm>
            <a:off x="572003" y="3495275"/>
            <a:ext cx="2729100" cy="458100"/>
          </a:xfrm>
          <a:prstGeom prst="rect">
            <a:avLst/>
          </a:prstGeom>
        </p:spPr>
        <p:txBody>
          <a:bodyPr anchorCtr="0" anchor="b" bIns="91425" lIns="91425" spcFirstLastPara="1" rIns="91425" wrap="square" tIns="91425">
            <a:noAutofit/>
          </a:bodyPr>
          <a:lstStyle>
            <a:lvl1pPr lvl="0" rtl="0" algn="r">
              <a:spcBef>
                <a:spcPts val="0"/>
              </a:spcBef>
              <a:spcAft>
                <a:spcPts val="0"/>
              </a:spcAft>
              <a:buClr>
                <a:srgbClr val="1F1C51"/>
              </a:buClr>
              <a:buSzPts val="1800"/>
              <a:buNone/>
              <a:defRPr sz="1800">
                <a:solidFill>
                  <a:srgbClr val="1F1C51"/>
                </a:solidFill>
              </a:defRPr>
            </a:lvl1pPr>
            <a:lvl2pPr lvl="1" rtl="0" algn="r">
              <a:spcBef>
                <a:spcPts val="0"/>
              </a:spcBef>
              <a:spcAft>
                <a:spcPts val="0"/>
              </a:spcAft>
              <a:buClr>
                <a:srgbClr val="1F1C51"/>
              </a:buClr>
              <a:buSzPts val="1800"/>
              <a:buNone/>
              <a:defRPr sz="1800">
                <a:solidFill>
                  <a:srgbClr val="1F1C51"/>
                </a:solidFill>
              </a:defRPr>
            </a:lvl2pPr>
            <a:lvl3pPr lvl="2" rtl="0" algn="r">
              <a:spcBef>
                <a:spcPts val="0"/>
              </a:spcBef>
              <a:spcAft>
                <a:spcPts val="0"/>
              </a:spcAft>
              <a:buClr>
                <a:srgbClr val="1F1C51"/>
              </a:buClr>
              <a:buSzPts val="1800"/>
              <a:buNone/>
              <a:defRPr sz="1800">
                <a:solidFill>
                  <a:srgbClr val="1F1C51"/>
                </a:solidFill>
              </a:defRPr>
            </a:lvl3pPr>
            <a:lvl4pPr lvl="3" rtl="0" algn="r">
              <a:spcBef>
                <a:spcPts val="0"/>
              </a:spcBef>
              <a:spcAft>
                <a:spcPts val="0"/>
              </a:spcAft>
              <a:buClr>
                <a:srgbClr val="1F1C51"/>
              </a:buClr>
              <a:buSzPts val="1800"/>
              <a:buNone/>
              <a:defRPr sz="1800">
                <a:solidFill>
                  <a:srgbClr val="1F1C51"/>
                </a:solidFill>
              </a:defRPr>
            </a:lvl4pPr>
            <a:lvl5pPr lvl="4" rtl="0" algn="r">
              <a:spcBef>
                <a:spcPts val="0"/>
              </a:spcBef>
              <a:spcAft>
                <a:spcPts val="0"/>
              </a:spcAft>
              <a:buClr>
                <a:srgbClr val="1F1C51"/>
              </a:buClr>
              <a:buSzPts val="1800"/>
              <a:buNone/>
              <a:defRPr sz="1800">
                <a:solidFill>
                  <a:srgbClr val="1F1C51"/>
                </a:solidFill>
              </a:defRPr>
            </a:lvl5pPr>
            <a:lvl6pPr lvl="5" rtl="0" algn="r">
              <a:spcBef>
                <a:spcPts val="0"/>
              </a:spcBef>
              <a:spcAft>
                <a:spcPts val="0"/>
              </a:spcAft>
              <a:buClr>
                <a:srgbClr val="1F1C51"/>
              </a:buClr>
              <a:buSzPts val="1800"/>
              <a:buNone/>
              <a:defRPr sz="1800">
                <a:solidFill>
                  <a:srgbClr val="1F1C51"/>
                </a:solidFill>
              </a:defRPr>
            </a:lvl6pPr>
            <a:lvl7pPr lvl="6" rtl="0" algn="r">
              <a:spcBef>
                <a:spcPts val="0"/>
              </a:spcBef>
              <a:spcAft>
                <a:spcPts val="0"/>
              </a:spcAft>
              <a:buClr>
                <a:srgbClr val="1F1C51"/>
              </a:buClr>
              <a:buSzPts val="1800"/>
              <a:buNone/>
              <a:defRPr sz="1800">
                <a:solidFill>
                  <a:srgbClr val="1F1C51"/>
                </a:solidFill>
              </a:defRPr>
            </a:lvl7pPr>
            <a:lvl8pPr lvl="7" rtl="0" algn="r">
              <a:spcBef>
                <a:spcPts val="0"/>
              </a:spcBef>
              <a:spcAft>
                <a:spcPts val="0"/>
              </a:spcAft>
              <a:buClr>
                <a:srgbClr val="1F1C51"/>
              </a:buClr>
              <a:buSzPts val="1800"/>
              <a:buNone/>
              <a:defRPr sz="1800">
                <a:solidFill>
                  <a:srgbClr val="1F1C51"/>
                </a:solidFill>
              </a:defRPr>
            </a:lvl8pPr>
            <a:lvl9pPr lvl="8" rtl="0" algn="r">
              <a:spcBef>
                <a:spcPts val="0"/>
              </a:spcBef>
              <a:spcAft>
                <a:spcPts val="0"/>
              </a:spcAft>
              <a:buClr>
                <a:srgbClr val="1F1C51"/>
              </a:buClr>
              <a:buSzPts val="1800"/>
              <a:buNone/>
              <a:defRPr sz="1800">
                <a:solidFill>
                  <a:srgbClr val="1F1C51"/>
                </a:solidFill>
              </a:defRPr>
            </a:lvl9pPr>
          </a:lstStyle>
          <a:p/>
        </p:txBody>
      </p:sp>
      <p:sp>
        <p:nvSpPr>
          <p:cNvPr id="51" name="Google Shape;51;p13"/>
          <p:cNvSpPr txBox="1"/>
          <p:nvPr>
            <p:ph idx="5" type="subTitle"/>
          </p:nvPr>
        </p:nvSpPr>
        <p:spPr>
          <a:xfrm>
            <a:off x="572003" y="3893500"/>
            <a:ext cx="2729100" cy="635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1F1C51"/>
              </a:buClr>
              <a:buSzPts val="1400"/>
              <a:buNone/>
              <a:defRPr sz="1400">
                <a:solidFill>
                  <a:srgbClr val="1F1C51"/>
                </a:solidFill>
              </a:defRPr>
            </a:lvl1pPr>
            <a:lvl2pPr lvl="1" rtl="0" algn="r">
              <a:lnSpc>
                <a:spcPct val="100000"/>
              </a:lnSpc>
              <a:spcBef>
                <a:spcPts val="0"/>
              </a:spcBef>
              <a:spcAft>
                <a:spcPts val="0"/>
              </a:spcAft>
              <a:buClr>
                <a:srgbClr val="1F1C51"/>
              </a:buClr>
              <a:buSzPts val="1400"/>
              <a:buNone/>
              <a:defRPr>
                <a:solidFill>
                  <a:srgbClr val="1F1C51"/>
                </a:solidFill>
              </a:defRPr>
            </a:lvl2pPr>
            <a:lvl3pPr lvl="2" rtl="0" algn="r">
              <a:lnSpc>
                <a:spcPct val="100000"/>
              </a:lnSpc>
              <a:spcBef>
                <a:spcPts val="0"/>
              </a:spcBef>
              <a:spcAft>
                <a:spcPts val="0"/>
              </a:spcAft>
              <a:buClr>
                <a:srgbClr val="1F1C51"/>
              </a:buClr>
              <a:buSzPts val="1400"/>
              <a:buNone/>
              <a:defRPr>
                <a:solidFill>
                  <a:srgbClr val="1F1C51"/>
                </a:solidFill>
              </a:defRPr>
            </a:lvl3pPr>
            <a:lvl4pPr lvl="3" rtl="0" algn="r">
              <a:lnSpc>
                <a:spcPct val="100000"/>
              </a:lnSpc>
              <a:spcBef>
                <a:spcPts val="0"/>
              </a:spcBef>
              <a:spcAft>
                <a:spcPts val="0"/>
              </a:spcAft>
              <a:buClr>
                <a:srgbClr val="1F1C51"/>
              </a:buClr>
              <a:buSzPts val="1400"/>
              <a:buNone/>
              <a:defRPr>
                <a:solidFill>
                  <a:srgbClr val="1F1C51"/>
                </a:solidFill>
              </a:defRPr>
            </a:lvl4pPr>
            <a:lvl5pPr lvl="4" rtl="0" algn="r">
              <a:lnSpc>
                <a:spcPct val="100000"/>
              </a:lnSpc>
              <a:spcBef>
                <a:spcPts val="0"/>
              </a:spcBef>
              <a:spcAft>
                <a:spcPts val="0"/>
              </a:spcAft>
              <a:buClr>
                <a:srgbClr val="1F1C51"/>
              </a:buClr>
              <a:buSzPts val="1400"/>
              <a:buNone/>
              <a:defRPr>
                <a:solidFill>
                  <a:srgbClr val="1F1C51"/>
                </a:solidFill>
              </a:defRPr>
            </a:lvl5pPr>
            <a:lvl6pPr lvl="5" rtl="0" algn="r">
              <a:lnSpc>
                <a:spcPct val="100000"/>
              </a:lnSpc>
              <a:spcBef>
                <a:spcPts val="0"/>
              </a:spcBef>
              <a:spcAft>
                <a:spcPts val="0"/>
              </a:spcAft>
              <a:buClr>
                <a:srgbClr val="1F1C51"/>
              </a:buClr>
              <a:buSzPts val="1400"/>
              <a:buNone/>
              <a:defRPr>
                <a:solidFill>
                  <a:srgbClr val="1F1C51"/>
                </a:solidFill>
              </a:defRPr>
            </a:lvl6pPr>
            <a:lvl7pPr lvl="6" rtl="0" algn="r">
              <a:lnSpc>
                <a:spcPct val="100000"/>
              </a:lnSpc>
              <a:spcBef>
                <a:spcPts val="0"/>
              </a:spcBef>
              <a:spcAft>
                <a:spcPts val="0"/>
              </a:spcAft>
              <a:buClr>
                <a:srgbClr val="1F1C51"/>
              </a:buClr>
              <a:buSzPts val="1400"/>
              <a:buNone/>
              <a:defRPr>
                <a:solidFill>
                  <a:srgbClr val="1F1C51"/>
                </a:solidFill>
              </a:defRPr>
            </a:lvl7pPr>
            <a:lvl8pPr lvl="7" rtl="0" algn="r">
              <a:lnSpc>
                <a:spcPct val="100000"/>
              </a:lnSpc>
              <a:spcBef>
                <a:spcPts val="0"/>
              </a:spcBef>
              <a:spcAft>
                <a:spcPts val="0"/>
              </a:spcAft>
              <a:buClr>
                <a:srgbClr val="1F1C51"/>
              </a:buClr>
              <a:buSzPts val="1400"/>
              <a:buNone/>
              <a:defRPr>
                <a:solidFill>
                  <a:srgbClr val="1F1C51"/>
                </a:solidFill>
              </a:defRPr>
            </a:lvl8pPr>
            <a:lvl9pPr lvl="8" rtl="0" algn="r">
              <a:lnSpc>
                <a:spcPct val="100000"/>
              </a:lnSpc>
              <a:spcBef>
                <a:spcPts val="0"/>
              </a:spcBef>
              <a:spcAft>
                <a:spcPts val="0"/>
              </a:spcAft>
              <a:buClr>
                <a:srgbClr val="1F1C51"/>
              </a:buClr>
              <a:buSzPts val="1400"/>
              <a:buNone/>
              <a:defRPr>
                <a:solidFill>
                  <a:srgbClr val="1F1C51"/>
                </a:solidFill>
              </a:defRPr>
            </a:lvl9pPr>
          </a:lstStyle>
          <a:p/>
        </p:txBody>
      </p:sp>
      <p:sp>
        <p:nvSpPr>
          <p:cNvPr id="52" name="Google Shape;52;p13"/>
          <p:cNvSpPr txBox="1"/>
          <p:nvPr>
            <p:ph hasCustomPrompt="1" idx="6" type="title"/>
          </p:nvPr>
        </p:nvSpPr>
        <p:spPr>
          <a:xfrm>
            <a:off x="3377303" y="739713"/>
            <a:ext cx="1192200" cy="7902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53" name="Google Shape;53;p13"/>
          <p:cNvSpPr txBox="1"/>
          <p:nvPr>
            <p:ph hasCustomPrompt="1" idx="7" type="title"/>
          </p:nvPr>
        </p:nvSpPr>
        <p:spPr>
          <a:xfrm>
            <a:off x="3377303" y="2176650"/>
            <a:ext cx="1192200" cy="7902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54" name="Google Shape;54;p13"/>
          <p:cNvSpPr txBox="1"/>
          <p:nvPr>
            <p:ph hasCustomPrompt="1" idx="8" type="title"/>
          </p:nvPr>
        </p:nvSpPr>
        <p:spPr>
          <a:xfrm>
            <a:off x="3377303" y="3613600"/>
            <a:ext cx="1192200" cy="790200"/>
          </a:xfrm>
          <a:prstGeom prst="rect">
            <a:avLst/>
          </a:prstGeom>
        </p:spPr>
        <p:txBody>
          <a:bodyPr anchorCtr="0" anchor="ctr" bIns="91425" lIns="91425" spcFirstLastPara="1" rIns="91425" wrap="square" tIns="91425">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55" name="Google Shape;55;p13"/>
          <p:cNvSpPr txBox="1"/>
          <p:nvPr>
            <p:ph hasCustomPrompt="1" idx="9" type="title"/>
          </p:nvPr>
        </p:nvSpPr>
        <p:spPr>
          <a:xfrm>
            <a:off x="4574503" y="739713"/>
            <a:ext cx="1192200" cy="7902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4000"/>
            </a:lvl1pPr>
            <a:lvl2pPr lvl="1" rtl="0" algn="r">
              <a:spcBef>
                <a:spcPts val="0"/>
              </a:spcBef>
              <a:spcAft>
                <a:spcPts val="0"/>
              </a:spcAft>
              <a:buSzPts val="4000"/>
              <a:buNone/>
              <a:defRPr sz="4000"/>
            </a:lvl2pPr>
            <a:lvl3pPr lvl="2" rtl="0" algn="r">
              <a:spcBef>
                <a:spcPts val="0"/>
              </a:spcBef>
              <a:spcAft>
                <a:spcPts val="0"/>
              </a:spcAft>
              <a:buSzPts val="4000"/>
              <a:buNone/>
              <a:defRPr sz="4000"/>
            </a:lvl3pPr>
            <a:lvl4pPr lvl="3" rtl="0" algn="r">
              <a:spcBef>
                <a:spcPts val="0"/>
              </a:spcBef>
              <a:spcAft>
                <a:spcPts val="0"/>
              </a:spcAft>
              <a:buSzPts val="4000"/>
              <a:buNone/>
              <a:defRPr sz="4000"/>
            </a:lvl4pPr>
            <a:lvl5pPr lvl="4" rtl="0" algn="r">
              <a:spcBef>
                <a:spcPts val="0"/>
              </a:spcBef>
              <a:spcAft>
                <a:spcPts val="0"/>
              </a:spcAft>
              <a:buSzPts val="4000"/>
              <a:buNone/>
              <a:defRPr sz="4000"/>
            </a:lvl5pPr>
            <a:lvl6pPr lvl="5" rtl="0" algn="r">
              <a:spcBef>
                <a:spcPts val="0"/>
              </a:spcBef>
              <a:spcAft>
                <a:spcPts val="0"/>
              </a:spcAft>
              <a:buSzPts val="4000"/>
              <a:buNone/>
              <a:defRPr sz="4000"/>
            </a:lvl6pPr>
            <a:lvl7pPr lvl="6" rtl="0" algn="r">
              <a:spcBef>
                <a:spcPts val="0"/>
              </a:spcBef>
              <a:spcAft>
                <a:spcPts val="0"/>
              </a:spcAft>
              <a:buSzPts val="4000"/>
              <a:buNone/>
              <a:defRPr sz="4000"/>
            </a:lvl7pPr>
            <a:lvl8pPr lvl="7" rtl="0" algn="r">
              <a:spcBef>
                <a:spcPts val="0"/>
              </a:spcBef>
              <a:spcAft>
                <a:spcPts val="0"/>
              </a:spcAft>
              <a:buSzPts val="4000"/>
              <a:buNone/>
              <a:defRPr sz="4000"/>
            </a:lvl8pPr>
            <a:lvl9pPr lvl="8" rtl="0" algn="r">
              <a:spcBef>
                <a:spcPts val="0"/>
              </a:spcBef>
              <a:spcAft>
                <a:spcPts val="0"/>
              </a:spcAft>
              <a:buSzPts val="4000"/>
              <a:buNone/>
              <a:defRPr sz="4000"/>
            </a:lvl9pPr>
          </a:lstStyle>
          <a:p>
            <a:r>
              <a:t>xx%</a:t>
            </a:r>
          </a:p>
        </p:txBody>
      </p:sp>
      <p:sp>
        <p:nvSpPr>
          <p:cNvPr id="56" name="Google Shape;56;p13"/>
          <p:cNvSpPr txBox="1"/>
          <p:nvPr>
            <p:ph hasCustomPrompt="1" idx="13" type="title"/>
          </p:nvPr>
        </p:nvSpPr>
        <p:spPr>
          <a:xfrm>
            <a:off x="4574503" y="2176650"/>
            <a:ext cx="1192200" cy="7902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4000"/>
            </a:lvl1pPr>
            <a:lvl2pPr lvl="1" rtl="0" algn="r">
              <a:spcBef>
                <a:spcPts val="0"/>
              </a:spcBef>
              <a:spcAft>
                <a:spcPts val="0"/>
              </a:spcAft>
              <a:buSzPts val="4000"/>
              <a:buNone/>
              <a:defRPr sz="4000"/>
            </a:lvl2pPr>
            <a:lvl3pPr lvl="2" rtl="0" algn="r">
              <a:spcBef>
                <a:spcPts val="0"/>
              </a:spcBef>
              <a:spcAft>
                <a:spcPts val="0"/>
              </a:spcAft>
              <a:buSzPts val="4000"/>
              <a:buNone/>
              <a:defRPr sz="4000"/>
            </a:lvl3pPr>
            <a:lvl4pPr lvl="3" rtl="0" algn="r">
              <a:spcBef>
                <a:spcPts val="0"/>
              </a:spcBef>
              <a:spcAft>
                <a:spcPts val="0"/>
              </a:spcAft>
              <a:buSzPts val="4000"/>
              <a:buNone/>
              <a:defRPr sz="4000"/>
            </a:lvl4pPr>
            <a:lvl5pPr lvl="4" rtl="0" algn="r">
              <a:spcBef>
                <a:spcPts val="0"/>
              </a:spcBef>
              <a:spcAft>
                <a:spcPts val="0"/>
              </a:spcAft>
              <a:buSzPts val="4000"/>
              <a:buNone/>
              <a:defRPr sz="4000"/>
            </a:lvl5pPr>
            <a:lvl6pPr lvl="5" rtl="0" algn="r">
              <a:spcBef>
                <a:spcPts val="0"/>
              </a:spcBef>
              <a:spcAft>
                <a:spcPts val="0"/>
              </a:spcAft>
              <a:buSzPts val="4000"/>
              <a:buNone/>
              <a:defRPr sz="4000"/>
            </a:lvl6pPr>
            <a:lvl7pPr lvl="6" rtl="0" algn="r">
              <a:spcBef>
                <a:spcPts val="0"/>
              </a:spcBef>
              <a:spcAft>
                <a:spcPts val="0"/>
              </a:spcAft>
              <a:buSzPts val="4000"/>
              <a:buNone/>
              <a:defRPr sz="4000"/>
            </a:lvl7pPr>
            <a:lvl8pPr lvl="7" rtl="0" algn="r">
              <a:spcBef>
                <a:spcPts val="0"/>
              </a:spcBef>
              <a:spcAft>
                <a:spcPts val="0"/>
              </a:spcAft>
              <a:buSzPts val="4000"/>
              <a:buNone/>
              <a:defRPr sz="4000"/>
            </a:lvl8pPr>
            <a:lvl9pPr lvl="8" rtl="0" algn="r">
              <a:spcBef>
                <a:spcPts val="0"/>
              </a:spcBef>
              <a:spcAft>
                <a:spcPts val="0"/>
              </a:spcAft>
              <a:buSzPts val="4000"/>
              <a:buNone/>
              <a:defRPr sz="4000"/>
            </a:lvl9pPr>
          </a:lstStyle>
          <a:p>
            <a:r>
              <a:t>xx%</a:t>
            </a:r>
          </a:p>
        </p:txBody>
      </p:sp>
      <p:sp>
        <p:nvSpPr>
          <p:cNvPr id="57" name="Google Shape;57;p13"/>
          <p:cNvSpPr txBox="1"/>
          <p:nvPr>
            <p:ph hasCustomPrompt="1" idx="14" type="title"/>
          </p:nvPr>
        </p:nvSpPr>
        <p:spPr>
          <a:xfrm>
            <a:off x="4574503" y="3613600"/>
            <a:ext cx="1192200" cy="7902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4000"/>
            </a:lvl1pPr>
            <a:lvl2pPr lvl="1" rtl="0" algn="r">
              <a:spcBef>
                <a:spcPts val="0"/>
              </a:spcBef>
              <a:spcAft>
                <a:spcPts val="0"/>
              </a:spcAft>
              <a:buSzPts val="4000"/>
              <a:buNone/>
              <a:defRPr sz="4000"/>
            </a:lvl2pPr>
            <a:lvl3pPr lvl="2" rtl="0" algn="r">
              <a:spcBef>
                <a:spcPts val="0"/>
              </a:spcBef>
              <a:spcAft>
                <a:spcPts val="0"/>
              </a:spcAft>
              <a:buSzPts val="4000"/>
              <a:buNone/>
              <a:defRPr sz="4000"/>
            </a:lvl3pPr>
            <a:lvl4pPr lvl="3" rtl="0" algn="r">
              <a:spcBef>
                <a:spcPts val="0"/>
              </a:spcBef>
              <a:spcAft>
                <a:spcPts val="0"/>
              </a:spcAft>
              <a:buSzPts val="4000"/>
              <a:buNone/>
              <a:defRPr sz="4000"/>
            </a:lvl4pPr>
            <a:lvl5pPr lvl="4" rtl="0" algn="r">
              <a:spcBef>
                <a:spcPts val="0"/>
              </a:spcBef>
              <a:spcAft>
                <a:spcPts val="0"/>
              </a:spcAft>
              <a:buSzPts val="4000"/>
              <a:buNone/>
              <a:defRPr sz="4000"/>
            </a:lvl5pPr>
            <a:lvl6pPr lvl="5" rtl="0" algn="r">
              <a:spcBef>
                <a:spcPts val="0"/>
              </a:spcBef>
              <a:spcAft>
                <a:spcPts val="0"/>
              </a:spcAft>
              <a:buSzPts val="4000"/>
              <a:buNone/>
              <a:defRPr sz="4000"/>
            </a:lvl6pPr>
            <a:lvl7pPr lvl="6" rtl="0" algn="r">
              <a:spcBef>
                <a:spcPts val="0"/>
              </a:spcBef>
              <a:spcAft>
                <a:spcPts val="0"/>
              </a:spcAft>
              <a:buSzPts val="4000"/>
              <a:buNone/>
              <a:defRPr sz="4000"/>
            </a:lvl7pPr>
            <a:lvl8pPr lvl="7" rtl="0" algn="r">
              <a:spcBef>
                <a:spcPts val="0"/>
              </a:spcBef>
              <a:spcAft>
                <a:spcPts val="0"/>
              </a:spcAft>
              <a:buSzPts val="4000"/>
              <a:buNone/>
              <a:defRPr sz="4000"/>
            </a:lvl8pPr>
            <a:lvl9pPr lvl="8" rtl="0" algn="r">
              <a:spcBef>
                <a:spcPts val="0"/>
              </a:spcBef>
              <a:spcAft>
                <a:spcPts val="0"/>
              </a:spcAft>
              <a:buSzPts val="4000"/>
              <a:buNone/>
              <a:defRPr sz="4000"/>
            </a:lvl9pPr>
          </a:lstStyle>
          <a:p>
            <a:r>
              <a:t>xx%</a:t>
            </a:r>
          </a:p>
        </p:txBody>
      </p:sp>
      <p:sp>
        <p:nvSpPr>
          <p:cNvPr id="58" name="Google Shape;58;p13"/>
          <p:cNvSpPr txBox="1"/>
          <p:nvPr>
            <p:ph idx="15" type="ctrTitle"/>
          </p:nvPr>
        </p:nvSpPr>
        <p:spPr>
          <a:xfrm>
            <a:off x="5842903" y="614888"/>
            <a:ext cx="2729100" cy="4581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F1C51"/>
              </a:buClr>
              <a:buSzPts val="1800"/>
              <a:buNone/>
              <a:defRPr sz="1800">
                <a:solidFill>
                  <a:srgbClr val="1F1C51"/>
                </a:solidFill>
              </a:defRPr>
            </a:lvl1pPr>
            <a:lvl2pPr lvl="1" rtl="0">
              <a:spcBef>
                <a:spcPts val="0"/>
              </a:spcBef>
              <a:spcAft>
                <a:spcPts val="0"/>
              </a:spcAft>
              <a:buClr>
                <a:srgbClr val="1F1C51"/>
              </a:buClr>
              <a:buSzPts val="1800"/>
              <a:buNone/>
              <a:defRPr sz="1800">
                <a:solidFill>
                  <a:srgbClr val="1F1C51"/>
                </a:solidFill>
              </a:defRPr>
            </a:lvl2pPr>
            <a:lvl3pPr lvl="2" rtl="0">
              <a:spcBef>
                <a:spcPts val="0"/>
              </a:spcBef>
              <a:spcAft>
                <a:spcPts val="0"/>
              </a:spcAft>
              <a:buClr>
                <a:srgbClr val="1F1C51"/>
              </a:buClr>
              <a:buSzPts val="1800"/>
              <a:buNone/>
              <a:defRPr sz="1800">
                <a:solidFill>
                  <a:srgbClr val="1F1C51"/>
                </a:solidFill>
              </a:defRPr>
            </a:lvl3pPr>
            <a:lvl4pPr lvl="3" rtl="0">
              <a:spcBef>
                <a:spcPts val="0"/>
              </a:spcBef>
              <a:spcAft>
                <a:spcPts val="0"/>
              </a:spcAft>
              <a:buClr>
                <a:srgbClr val="1F1C51"/>
              </a:buClr>
              <a:buSzPts val="1800"/>
              <a:buNone/>
              <a:defRPr sz="1800">
                <a:solidFill>
                  <a:srgbClr val="1F1C51"/>
                </a:solidFill>
              </a:defRPr>
            </a:lvl4pPr>
            <a:lvl5pPr lvl="4" rtl="0">
              <a:spcBef>
                <a:spcPts val="0"/>
              </a:spcBef>
              <a:spcAft>
                <a:spcPts val="0"/>
              </a:spcAft>
              <a:buClr>
                <a:srgbClr val="1F1C51"/>
              </a:buClr>
              <a:buSzPts val="1800"/>
              <a:buNone/>
              <a:defRPr sz="1800">
                <a:solidFill>
                  <a:srgbClr val="1F1C51"/>
                </a:solidFill>
              </a:defRPr>
            </a:lvl5pPr>
            <a:lvl6pPr lvl="5" rtl="0">
              <a:spcBef>
                <a:spcPts val="0"/>
              </a:spcBef>
              <a:spcAft>
                <a:spcPts val="0"/>
              </a:spcAft>
              <a:buClr>
                <a:srgbClr val="1F1C51"/>
              </a:buClr>
              <a:buSzPts val="1800"/>
              <a:buNone/>
              <a:defRPr sz="1800">
                <a:solidFill>
                  <a:srgbClr val="1F1C51"/>
                </a:solidFill>
              </a:defRPr>
            </a:lvl6pPr>
            <a:lvl7pPr lvl="6" rtl="0">
              <a:spcBef>
                <a:spcPts val="0"/>
              </a:spcBef>
              <a:spcAft>
                <a:spcPts val="0"/>
              </a:spcAft>
              <a:buClr>
                <a:srgbClr val="1F1C51"/>
              </a:buClr>
              <a:buSzPts val="1800"/>
              <a:buNone/>
              <a:defRPr sz="1800">
                <a:solidFill>
                  <a:srgbClr val="1F1C51"/>
                </a:solidFill>
              </a:defRPr>
            </a:lvl7pPr>
            <a:lvl8pPr lvl="7" rtl="0">
              <a:spcBef>
                <a:spcPts val="0"/>
              </a:spcBef>
              <a:spcAft>
                <a:spcPts val="0"/>
              </a:spcAft>
              <a:buClr>
                <a:srgbClr val="1F1C51"/>
              </a:buClr>
              <a:buSzPts val="1800"/>
              <a:buNone/>
              <a:defRPr sz="1800">
                <a:solidFill>
                  <a:srgbClr val="1F1C51"/>
                </a:solidFill>
              </a:defRPr>
            </a:lvl8pPr>
            <a:lvl9pPr lvl="8" rtl="0">
              <a:spcBef>
                <a:spcPts val="0"/>
              </a:spcBef>
              <a:spcAft>
                <a:spcPts val="0"/>
              </a:spcAft>
              <a:buClr>
                <a:srgbClr val="1F1C51"/>
              </a:buClr>
              <a:buSzPts val="1800"/>
              <a:buNone/>
              <a:defRPr sz="1800">
                <a:solidFill>
                  <a:srgbClr val="1F1C51"/>
                </a:solidFill>
              </a:defRPr>
            </a:lvl9pPr>
          </a:lstStyle>
          <a:p/>
        </p:txBody>
      </p:sp>
      <p:sp>
        <p:nvSpPr>
          <p:cNvPr id="59" name="Google Shape;59;p13"/>
          <p:cNvSpPr txBox="1"/>
          <p:nvPr>
            <p:ph idx="16" type="subTitle"/>
          </p:nvPr>
        </p:nvSpPr>
        <p:spPr>
          <a:xfrm>
            <a:off x="5842903" y="1013113"/>
            <a:ext cx="2729100" cy="6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1F1C51"/>
              </a:buClr>
              <a:buSzPts val="1400"/>
              <a:buNone/>
              <a:defRPr sz="1400">
                <a:solidFill>
                  <a:srgbClr val="1F1C51"/>
                </a:solidFill>
              </a:defRPr>
            </a:lvl1pPr>
            <a:lvl2pPr lvl="1" rtl="0">
              <a:lnSpc>
                <a:spcPct val="100000"/>
              </a:lnSpc>
              <a:spcBef>
                <a:spcPts val="0"/>
              </a:spcBef>
              <a:spcAft>
                <a:spcPts val="0"/>
              </a:spcAft>
              <a:buClr>
                <a:srgbClr val="1F1C51"/>
              </a:buClr>
              <a:buSzPts val="1400"/>
              <a:buNone/>
              <a:defRPr>
                <a:solidFill>
                  <a:srgbClr val="1F1C51"/>
                </a:solidFill>
              </a:defRPr>
            </a:lvl2pPr>
            <a:lvl3pPr lvl="2" rtl="0">
              <a:lnSpc>
                <a:spcPct val="100000"/>
              </a:lnSpc>
              <a:spcBef>
                <a:spcPts val="0"/>
              </a:spcBef>
              <a:spcAft>
                <a:spcPts val="0"/>
              </a:spcAft>
              <a:buClr>
                <a:srgbClr val="1F1C51"/>
              </a:buClr>
              <a:buSzPts val="1400"/>
              <a:buNone/>
              <a:defRPr>
                <a:solidFill>
                  <a:srgbClr val="1F1C51"/>
                </a:solidFill>
              </a:defRPr>
            </a:lvl3pPr>
            <a:lvl4pPr lvl="3" rtl="0">
              <a:lnSpc>
                <a:spcPct val="100000"/>
              </a:lnSpc>
              <a:spcBef>
                <a:spcPts val="0"/>
              </a:spcBef>
              <a:spcAft>
                <a:spcPts val="0"/>
              </a:spcAft>
              <a:buClr>
                <a:srgbClr val="1F1C51"/>
              </a:buClr>
              <a:buSzPts val="1400"/>
              <a:buNone/>
              <a:defRPr>
                <a:solidFill>
                  <a:srgbClr val="1F1C51"/>
                </a:solidFill>
              </a:defRPr>
            </a:lvl4pPr>
            <a:lvl5pPr lvl="4" rtl="0">
              <a:lnSpc>
                <a:spcPct val="100000"/>
              </a:lnSpc>
              <a:spcBef>
                <a:spcPts val="0"/>
              </a:spcBef>
              <a:spcAft>
                <a:spcPts val="0"/>
              </a:spcAft>
              <a:buClr>
                <a:srgbClr val="1F1C51"/>
              </a:buClr>
              <a:buSzPts val="1400"/>
              <a:buNone/>
              <a:defRPr>
                <a:solidFill>
                  <a:srgbClr val="1F1C51"/>
                </a:solidFill>
              </a:defRPr>
            </a:lvl5pPr>
            <a:lvl6pPr lvl="5" rtl="0">
              <a:lnSpc>
                <a:spcPct val="100000"/>
              </a:lnSpc>
              <a:spcBef>
                <a:spcPts val="0"/>
              </a:spcBef>
              <a:spcAft>
                <a:spcPts val="0"/>
              </a:spcAft>
              <a:buClr>
                <a:srgbClr val="1F1C51"/>
              </a:buClr>
              <a:buSzPts val="1400"/>
              <a:buNone/>
              <a:defRPr>
                <a:solidFill>
                  <a:srgbClr val="1F1C51"/>
                </a:solidFill>
              </a:defRPr>
            </a:lvl6pPr>
            <a:lvl7pPr lvl="6" rtl="0">
              <a:lnSpc>
                <a:spcPct val="100000"/>
              </a:lnSpc>
              <a:spcBef>
                <a:spcPts val="0"/>
              </a:spcBef>
              <a:spcAft>
                <a:spcPts val="0"/>
              </a:spcAft>
              <a:buClr>
                <a:srgbClr val="1F1C51"/>
              </a:buClr>
              <a:buSzPts val="1400"/>
              <a:buNone/>
              <a:defRPr>
                <a:solidFill>
                  <a:srgbClr val="1F1C51"/>
                </a:solidFill>
              </a:defRPr>
            </a:lvl7pPr>
            <a:lvl8pPr lvl="7" rtl="0">
              <a:lnSpc>
                <a:spcPct val="100000"/>
              </a:lnSpc>
              <a:spcBef>
                <a:spcPts val="0"/>
              </a:spcBef>
              <a:spcAft>
                <a:spcPts val="0"/>
              </a:spcAft>
              <a:buClr>
                <a:srgbClr val="1F1C51"/>
              </a:buClr>
              <a:buSzPts val="1400"/>
              <a:buNone/>
              <a:defRPr>
                <a:solidFill>
                  <a:srgbClr val="1F1C51"/>
                </a:solidFill>
              </a:defRPr>
            </a:lvl8pPr>
            <a:lvl9pPr lvl="8" rtl="0">
              <a:lnSpc>
                <a:spcPct val="100000"/>
              </a:lnSpc>
              <a:spcBef>
                <a:spcPts val="0"/>
              </a:spcBef>
              <a:spcAft>
                <a:spcPts val="0"/>
              </a:spcAft>
              <a:buClr>
                <a:srgbClr val="1F1C51"/>
              </a:buClr>
              <a:buSzPts val="1400"/>
              <a:buNone/>
              <a:defRPr>
                <a:solidFill>
                  <a:srgbClr val="1F1C51"/>
                </a:solidFill>
              </a:defRPr>
            </a:lvl9pPr>
          </a:lstStyle>
          <a:p/>
        </p:txBody>
      </p:sp>
      <p:sp>
        <p:nvSpPr>
          <p:cNvPr id="60" name="Google Shape;60;p13"/>
          <p:cNvSpPr txBox="1"/>
          <p:nvPr>
            <p:ph idx="17" type="ctrTitle"/>
          </p:nvPr>
        </p:nvSpPr>
        <p:spPr>
          <a:xfrm>
            <a:off x="5842903" y="2055075"/>
            <a:ext cx="2729100" cy="4581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F1C51"/>
              </a:buClr>
              <a:buSzPts val="1800"/>
              <a:buNone/>
              <a:defRPr sz="1800">
                <a:solidFill>
                  <a:srgbClr val="1F1C51"/>
                </a:solidFill>
              </a:defRPr>
            </a:lvl1pPr>
            <a:lvl2pPr lvl="1" rtl="0">
              <a:spcBef>
                <a:spcPts val="0"/>
              </a:spcBef>
              <a:spcAft>
                <a:spcPts val="0"/>
              </a:spcAft>
              <a:buClr>
                <a:srgbClr val="1F1C51"/>
              </a:buClr>
              <a:buSzPts val="1800"/>
              <a:buNone/>
              <a:defRPr sz="1800">
                <a:solidFill>
                  <a:srgbClr val="1F1C51"/>
                </a:solidFill>
              </a:defRPr>
            </a:lvl2pPr>
            <a:lvl3pPr lvl="2" rtl="0">
              <a:spcBef>
                <a:spcPts val="0"/>
              </a:spcBef>
              <a:spcAft>
                <a:spcPts val="0"/>
              </a:spcAft>
              <a:buClr>
                <a:srgbClr val="1F1C51"/>
              </a:buClr>
              <a:buSzPts val="1800"/>
              <a:buNone/>
              <a:defRPr sz="1800">
                <a:solidFill>
                  <a:srgbClr val="1F1C51"/>
                </a:solidFill>
              </a:defRPr>
            </a:lvl3pPr>
            <a:lvl4pPr lvl="3" rtl="0">
              <a:spcBef>
                <a:spcPts val="0"/>
              </a:spcBef>
              <a:spcAft>
                <a:spcPts val="0"/>
              </a:spcAft>
              <a:buClr>
                <a:srgbClr val="1F1C51"/>
              </a:buClr>
              <a:buSzPts val="1800"/>
              <a:buNone/>
              <a:defRPr sz="1800">
                <a:solidFill>
                  <a:srgbClr val="1F1C51"/>
                </a:solidFill>
              </a:defRPr>
            </a:lvl4pPr>
            <a:lvl5pPr lvl="4" rtl="0">
              <a:spcBef>
                <a:spcPts val="0"/>
              </a:spcBef>
              <a:spcAft>
                <a:spcPts val="0"/>
              </a:spcAft>
              <a:buClr>
                <a:srgbClr val="1F1C51"/>
              </a:buClr>
              <a:buSzPts val="1800"/>
              <a:buNone/>
              <a:defRPr sz="1800">
                <a:solidFill>
                  <a:srgbClr val="1F1C51"/>
                </a:solidFill>
              </a:defRPr>
            </a:lvl5pPr>
            <a:lvl6pPr lvl="5" rtl="0">
              <a:spcBef>
                <a:spcPts val="0"/>
              </a:spcBef>
              <a:spcAft>
                <a:spcPts val="0"/>
              </a:spcAft>
              <a:buClr>
                <a:srgbClr val="1F1C51"/>
              </a:buClr>
              <a:buSzPts val="1800"/>
              <a:buNone/>
              <a:defRPr sz="1800">
                <a:solidFill>
                  <a:srgbClr val="1F1C51"/>
                </a:solidFill>
              </a:defRPr>
            </a:lvl6pPr>
            <a:lvl7pPr lvl="6" rtl="0">
              <a:spcBef>
                <a:spcPts val="0"/>
              </a:spcBef>
              <a:spcAft>
                <a:spcPts val="0"/>
              </a:spcAft>
              <a:buClr>
                <a:srgbClr val="1F1C51"/>
              </a:buClr>
              <a:buSzPts val="1800"/>
              <a:buNone/>
              <a:defRPr sz="1800">
                <a:solidFill>
                  <a:srgbClr val="1F1C51"/>
                </a:solidFill>
              </a:defRPr>
            </a:lvl7pPr>
            <a:lvl8pPr lvl="7" rtl="0">
              <a:spcBef>
                <a:spcPts val="0"/>
              </a:spcBef>
              <a:spcAft>
                <a:spcPts val="0"/>
              </a:spcAft>
              <a:buClr>
                <a:srgbClr val="1F1C51"/>
              </a:buClr>
              <a:buSzPts val="1800"/>
              <a:buNone/>
              <a:defRPr sz="1800">
                <a:solidFill>
                  <a:srgbClr val="1F1C51"/>
                </a:solidFill>
              </a:defRPr>
            </a:lvl8pPr>
            <a:lvl9pPr lvl="8" rtl="0">
              <a:spcBef>
                <a:spcPts val="0"/>
              </a:spcBef>
              <a:spcAft>
                <a:spcPts val="0"/>
              </a:spcAft>
              <a:buClr>
                <a:srgbClr val="1F1C51"/>
              </a:buClr>
              <a:buSzPts val="1800"/>
              <a:buNone/>
              <a:defRPr sz="1800">
                <a:solidFill>
                  <a:srgbClr val="1F1C51"/>
                </a:solidFill>
              </a:defRPr>
            </a:lvl9pPr>
          </a:lstStyle>
          <a:p/>
        </p:txBody>
      </p:sp>
      <p:sp>
        <p:nvSpPr>
          <p:cNvPr id="61" name="Google Shape;61;p13"/>
          <p:cNvSpPr txBox="1"/>
          <p:nvPr>
            <p:ph idx="18" type="subTitle"/>
          </p:nvPr>
        </p:nvSpPr>
        <p:spPr>
          <a:xfrm>
            <a:off x="5842903" y="2453300"/>
            <a:ext cx="2729100" cy="6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1F1C51"/>
              </a:buClr>
              <a:buSzPts val="1400"/>
              <a:buNone/>
              <a:defRPr sz="1400">
                <a:solidFill>
                  <a:srgbClr val="1F1C51"/>
                </a:solidFill>
              </a:defRPr>
            </a:lvl1pPr>
            <a:lvl2pPr lvl="1" rtl="0">
              <a:lnSpc>
                <a:spcPct val="100000"/>
              </a:lnSpc>
              <a:spcBef>
                <a:spcPts val="0"/>
              </a:spcBef>
              <a:spcAft>
                <a:spcPts val="0"/>
              </a:spcAft>
              <a:buClr>
                <a:srgbClr val="1F1C51"/>
              </a:buClr>
              <a:buSzPts val="1400"/>
              <a:buNone/>
              <a:defRPr>
                <a:solidFill>
                  <a:srgbClr val="1F1C51"/>
                </a:solidFill>
              </a:defRPr>
            </a:lvl2pPr>
            <a:lvl3pPr lvl="2" rtl="0">
              <a:lnSpc>
                <a:spcPct val="100000"/>
              </a:lnSpc>
              <a:spcBef>
                <a:spcPts val="0"/>
              </a:spcBef>
              <a:spcAft>
                <a:spcPts val="0"/>
              </a:spcAft>
              <a:buClr>
                <a:srgbClr val="1F1C51"/>
              </a:buClr>
              <a:buSzPts val="1400"/>
              <a:buNone/>
              <a:defRPr>
                <a:solidFill>
                  <a:srgbClr val="1F1C51"/>
                </a:solidFill>
              </a:defRPr>
            </a:lvl3pPr>
            <a:lvl4pPr lvl="3" rtl="0">
              <a:lnSpc>
                <a:spcPct val="100000"/>
              </a:lnSpc>
              <a:spcBef>
                <a:spcPts val="0"/>
              </a:spcBef>
              <a:spcAft>
                <a:spcPts val="0"/>
              </a:spcAft>
              <a:buClr>
                <a:srgbClr val="1F1C51"/>
              </a:buClr>
              <a:buSzPts val="1400"/>
              <a:buNone/>
              <a:defRPr>
                <a:solidFill>
                  <a:srgbClr val="1F1C51"/>
                </a:solidFill>
              </a:defRPr>
            </a:lvl4pPr>
            <a:lvl5pPr lvl="4" rtl="0">
              <a:lnSpc>
                <a:spcPct val="100000"/>
              </a:lnSpc>
              <a:spcBef>
                <a:spcPts val="0"/>
              </a:spcBef>
              <a:spcAft>
                <a:spcPts val="0"/>
              </a:spcAft>
              <a:buClr>
                <a:srgbClr val="1F1C51"/>
              </a:buClr>
              <a:buSzPts val="1400"/>
              <a:buNone/>
              <a:defRPr>
                <a:solidFill>
                  <a:srgbClr val="1F1C51"/>
                </a:solidFill>
              </a:defRPr>
            </a:lvl5pPr>
            <a:lvl6pPr lvl="5" rtl="0">
              <a:lnSpc>
                <a:spcPct val="100000"/>
              </a:lnSpc>
              <a:spcBef>
                <a:spcPts val="0"/>
              </a:spcBef>
              <a:spcAft>
                <a:spcPts val="0"/>
              </a:spcAft>
              <a:buClr>
                <a:srgbClr val="1F1C51"/>
              </a:buClr>
              <a:buSzPts val="1400"/>
              <a:buNone/>
              <a:defRPr>
                <a:solidFill>
                  <a:srgbClr val="1F1C51"/>
                </a:solidFill>
              </a:defRPr>
            </a:lvl6pPr>
            <a:lvl7pPr lvl="6" rtl="0">
              <a:lnSpc>
                <a:spcPct val="100000"/>
              </a:lnSpc>
              <a:spcBef>
                <a:spcPts val="0"/>
              </a:spcBef>
              <a:spcAft>
                <a:spcPts val="0"/>
              </a:spcAft>
              <a:buClr>
                <a:srgbClr val="1F1C51"/>
              </a:buClr>
              <a:buSzPts val="1400"/>
              <a:buNone/>
              <a:defRPr>
                <a:solidFill>
                  <a:srgbClr val="1F1C51"/>
                </a:solidFill>
              </a:defRPr>
            </a:lvl7pPr>
            <a:lvl8pPr lvl="7" rtl="0">
              <a:lnSpc>
                <a:spcPct val="100000"/>
              </a:lnSpc>
              <a:spcBef>
                <a:spcPts val="0"/>
              </a:spcBef>
              <a:spcAft>
                <a:spcPts val="0"/>
              </a:spcAft>
              <a:buClr>
                <a:srgbClr val="1F1C51"/>
              </a:buClr>
              <a:buSzPts val="1400"/>
              <a:buNone/>
              <a:defRPr>
                <a:solidFill>
                  <a:srgbClr val="1F1C51"/>
                </a:solidFill>
              </a:defRPr>
            </a:lvl8pPr>
            <a:lvl9pPr lvl="8" rtl="0">
              <a:lnSpc>
                <a:spcPct val="100000"/>
              </a:lnSpc>
              <a:spcBef>
                <a:spcPts val="0"/>
              </a:spcBef>
              <a:spcAft>
                <a:spcPts val="0"/>
              </a:spcAft>
              <a:buClr>
                <a:srgbClr val="1F1C51"/>
              </a:buClr>
              <a:buSzPts val="1400"/>
              <a:buNone/>
              <a:defRPr>
                <a:solidFill>
                  <a:srgbClr val="1F1C51"/>
                </a:solidFill>
              </a:defRPr>
            </a:lvl9pPr>
          </a:lstStyle>
          <a:p/>
        </p:txBody>
      </p:sp>
      <p:sp>
        <p:nvSpPr>
          <p:cNvPr id="62" name="Google Shape;62;p13"/>
          <p:cNvSpPr txBox="1"/>
          <p:nvPr>
            <p:ph idx="19" type="ctrTitle"/>
          </p:nvPr>
        </p:nvSpPr>
        <p:spPr>
          <a:xfrm>
            <a:off x="5842903" y="3495275"/>
            <a:ext cx="2729100" cy="4581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1F1C51"/>
              </a:buClr>
              <a:buSzPts val="1800"/>
              <a:buNone/>
              <a:defRPr sz="1800">
                <a:solidFill>
                  <a:srgbClr val="1F1C51"/>
                </a:solidFill>
              </a:defRPr>
            </a:lvl1pPr>
            <a:lvl2pPr lvl="1" rtl="0">
              <a:spcBef>
                <a:spcPts val="0"/>
              </a:spcBef>
              <a:spcAft>
                <a:spcPts val="0"/>
              </a:spcAft>
              <a:buClr>
                <a:srgbClr val="1F1C51"/>
              </a:buClr>
              <a:buSzPts val="1800"/>
              <a:buNone/>
              <a:defRPr sz="1800">
                <a:solidFill>
                  <a:srgbClr val="1F1C51"/>
                </a:solidFill>
              </a:defRPr>
            </a:lvl2pPr>
            <a:lvl3pPr lvl="2" rtl="0">
              <a:spcBef>
                <a:spcPts val="0"/>
              </a:spcBef>
              <a:spcAft>
                <a:spcPts val="0"/>
              </a:spcAft>
              <a:buClr>
                <a:srgbClr val="1F1C51"/>
              </a:buClr>
              <a:buSzPts val="1800"/>
              <a:buNone/>
              <a:defRPr sz="1800">
                <a:solidFill>
                  <a:srgbClr val="1F1C51"/>
                </a:solidFill>
              </a:defRPr>
            </a:lvl3pPr>
            <a:lvl4pPr lvl="3" rtl="0">
              <a:spcBef>
                <a:spcPts val="0"/>
              </a:spcBef>
              <a:spcAft>
                <a:spcPts val="0"/>
              </a:spcAft>
              <a:buClr>
                <a:srgbClr val="1F1C51"/>
              </a:buClr>
              <a:buSzPts val="1800"/>
              <a:buNone/>
              <a:defRPr sz="1800">
                <a:solidFill>
                  <a:srgbClr val="1F1C51"/>
                </a:solidFill>
              </a:defRPr>
            </a:lvl4pPr>
            <a:lvl5pPr lvl="4" rtl="0">
              <a:spcBef>
                <a:spcPts val="0"/>
              </a:spcBef>
              <a:spcAft>
                <a:spcPts val="0"/>
              </a:spcAft>
              <a:buClr>
                <a:srgbClr val="1F1C51"/>
              </a:buClr>
              <a:buSzPts val="1800"/>
              <a:buNone/>
              <a:defRPr sz="1800">
                <a:solidFill>
                  <a:srgbClr val="1F1C51"/>
                </a:solidFill>
              </a:defRPr>
            </a:lvl5pPr>
            <a:lvl6pPr lvl="5" rtl="0">
              <a:spcBef>
                <a:spcPts val="0"/>
              </a:spcBef>
              <a:spcAft>
                <a:spcPts val="0"/>
              </a:spcAft>
              <a:buClr>
                <a:srgbClr val="1F1C51"/>
              </a:buClr>
              <a:buSzPts val="1800"/>
              <a:buNone/>
              <a:defRPr sz="1800">
                <a:solidFill>
                  <a:srgbClr val="1F1C51"/>
                </a:solidFill>
              </a:defRPr>
            </a:lvl6pPr>
            <a:lvl7pPr lvl="6" rtl="0">
              <a:spcBef>
                <a:spcPts val="0"/>
              </a:spcBef>
              <a:spcAft>
                <a:spcPts val="0"/>
              </a:spcAft>
              <a:buClr>
                <a:srgbClr val="1F1C51"/>
              </a:buClr>
              <a:buSzPts val="1800"/>
              <a:buNone/>
              <a:defRPr sz="1800">
                <a:solidFill>
                  <a:srgbClr val="1F1C51"/>
                </a:solidFill>
              </a:defRPr>
            </a:lvl7pPr>
            <a:lvl8pPr lvl="7" rtl="0">
              <a:spcBef>
                <a:spcPts val="0"/>
              </a:spcBef>
              <a:spcAft>
                <a:spcPts val="0"/>
              </a:spcAft>
              <a:buClr>
                <a:srgbClr val="1F1C51"/>
              </a:buClr>
              <a:buSzPts val="1800"/>
              <a:buNone/>
              <a:defRPr sz="1800">
                <a:solidFill>
                  <a:srgbClr val="1F1C51"/>
                </a:solidFill>
              </a:defRPr>
            </a:lvl8pPr>
            <a:lvl9pPr lvl="8" rtl="0">
              <a:spcBef>
                <a:spcPts val="0"/>
              </a:spcBef>
              <a:spcAft>
                <a:spcPts val="0"/>
              </a:spcAft>
              <a:buClr>
                <a:srgbClr val="1F1C51"/>
              </a:buClr>
              <a:buSzPts val="1800"/>
              <a:buNone/>
              <a:defRPr sz="1800">
                <a:solidFill>
                  <a:srgbClr val="1F1C51"/>
                </a:solidFill>
              </a:defRPr>
            </a:lvl9pPr>
          </a:lstStyle>
          <a:p/>
        </p:txBody>
      </p:sp>
      <p:sp>
        <p:nvSpPr>
          <p:cNvPr id="63" name="Google Shape;63;p13"/>
          <p:cNvSpPr txBox="1"/>
          <p:nvPr>
            <p:ph idx="20" type="subTitle"/>
          </p:nvPr>
        </p:nvSpPr>
        <p:spPr>
          <a:xfrm>
            <a:off x="5842903" y="3893500"/>
            <a:ext cx="2729100" cy="6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1F1C51"/>
              </a:buClr>
              <a:buSzPts val="1400"/>
              <a:buNone/>
              <a:defRPr sz="1400">
                <a:solidFill>
                  <a:srgbClr val="1F1C51"/>
                </a:solidFill>
              </a:defRPr>
            </a:lvl1pPr>
            <a:lvl2pPr lvl="1" rtl="0">
              <a:lnSpc>
                <a:spcPct val="100000"/>
              </a:lnSpc>
              <a:spcBef>
                <a:spcPts val="0"/>
              </a:spcBef>
              <a:spcAft>
                <a:spcPts val="0"/>
              </a:spcAft>
              <a:buClr>
                <a:srgbClr val="1F1C51"/>
              </a:buClr>
              <a:buSzPts val="1400"/>
              <a:buNone/>
              <a:defRPr>
                <a:solidFill>
                  <a:srgbClr val="1F1C51"/>
                </a:solidFill>
              </a:defRPr>
            </a:lvl2pPr>
            <a:lvl3pPr lvl="2" rtl="0">
              <a:lnSpc>
                <a:spcPct val="100000"/>
              </a:lnSpc>
              <a:spcBef>
                <a:spcPts val="0"/>
              </a:spcBef>
              <a:spcAft>
                <a:spcPts val="0"/>
              </a:spcAft>
              <a:buClr>
                <a:srgbClr val="1F1C51"/>
              </a:buClr>
              <a:buSzPts val="1400"/>
              <a:buNone/>
              <a:defRPr>
                <a:solidFill>
                  <a:srgbClr val="1F1C51"/>
                </a:solidFill>
              </a:defRPr>
            </a:lvl3pPr>
            <a:lvl4pPr lvl="3" rtl="0">
              <a:lnSpc>
                <a:spcPct val="100000"/>
              </a:lnSpc>
              <a:spcBef>
                <a:spcPts val="0"/>
              </a:spcBef>
              <a:spcAft>
                <a:spcPts val="0"/>
              </a:spcAft>
              <a:buClr>
                <a:srgbClr val="1F1C51"/>
              </a:buClr>
              <a:buSzPts val="1400"/>
              <a:buNone/>
              <a:defRPr>
                <a:solidFill>
                  <a:srgbClr val="1F1C51"/>
                </a:solidFill>
              </a:defRPr>
            </a:lvl4pPr>
            <a:lvl5pPr lvl="4" rtl="0">
              <a:lnSpc>
                <a:spcPct val="100000"/>
              </a:lnSpc>
              <a:spcBef>
                <a:spcPts val="0"/>
              </a:spcBef>
              <a:spcAft>
                <a:spcPts val="0"/>
              </a:spcAft>
              <a:buClr>
                <a:srgbClr val="1F1C51"/>
              </a:buClr>
              <a:buSzPts val="1400"/>
              <a:buNone/>
              <a:defRPr>
                <a:solidFill>
                  <a:srgbClr val="1F1C51"/>
                </a:solidFill>
              </a:defRPr>
            </a:lvl5pPr>
            <a:lvl6pPr lvl="5" rtl="0">
              <a:lnSpc>
                <a:spcPct val="100000"/>
              </a:lnSpc>
              <a:spcBef>
                <a:spcPts val="0"/>
              </a:spcBef>
              <a:spcAft>
                <a:spcPts val="0"/>
              </a:spcAft>
              <a:buClr>
                <a:srgbClr val="1F1C51"/>
              </a:buClr>
              <a:buSzPts val="1400"/>
              <a:buNone/>
              <a:defRPr>
                <a:solidFill>
                  <a:srgbClr val="1F1C51"/>
                </a:solidFill>
              </a:defRPr>
            </a:lvl6pPr>
            <a:lvl7pPr lvl="6" rtl="0">
              <a:lnSpc>
                <a:spcPct val="100000"/>
              </a:lnSpc>
              <a:spcBef>
                <a:spcPts val="0"/>
              </a:spcBef>
              <a:spcAft>
                <a:spcPts val="0"/>
              </a:spcAft>
              <a:buClr>
                <a:srgbClr val="1F1C51"/>
              </a:buClr>
              <a:buSzPts val="1400"/>
              <a:buNone/>
              <a:defRPr>
                <a:solidFill>
                  <a:srgbClr val="1F1C51"/>
                </a:solidFill>
              </a:defRPr>
            </a:lvl7pPr>
            <a:lvl8pPr lvl="7" rtl="0">
              <a:lnSpc>
                <a:spcPct val="100000"/>
              </a:lnSpc>
              <a:spcBef>
                <a:spcPts val="0"/>
              </a:spcBef>
              <a:spcAft>
                <a:spcPts val="0"/>
              </a:spcAft>
              <a:buClr>
                <a:srgbClr val="1F1C51"/>
              </a:buClr>
              <a:buSzPts val="1400"/>
              <a:buNone/>
              <a:defRPr>
                <a:solidFill>
                  <a:srgbClr val="1F1C51"/>
                </a:solidFill>
              </a:defRPr>
            </a:lvl8pPr>
            <a:lvl9pPr lvl="8" rtl="0">
              <a:lnSpc>
                <a:spcPct val="100000"/>
              </a:lnSpc>
              <a:spcBef>
                <a:spcPts val="0"/>
              </a:spcBef>
              <a:spcAft>
                <a:spcPts val="0"/>
              </a:spcAft>
              <a:buClr>
                <a:srgbClr val="1F1C51"/>
              </a:buClr>
              <a:buSzPts val="1400"/>
              <a:buNone/>
              <a:defRPr>
                <a:solidFill>
                  <a:srgbClr val="1F1C5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p:cSld name="ONE_COLUMN_TEXT_1">
    <p:spTree>
      <p:nvGrpSpPr>
        <p:cNvPr id="64" name="Shape 64"/>
        <p:cNvGrpSpPr/>
        <p:nvPr/>
      </p:nvGrpSpPr>
      <p:grpSpPr>
        <a:xfrm>
          <a:off x="0" y="0"/>
          <a:ext cx="0" cy="0"/>
          <a:chOff x="0" y="0"/>
          <a:chExt cx="0" cy="0"/>
        </a:xfrm>
      </p:grpSpPr>
      <p:cxnSp>
        <p:nvCxnSpPr>
          <p:cNvPr id="65" name="Google Shape;65;p14"/>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66" name="Google Shape;66;p14"/>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67" name="Google Shape;67;p14"/>
          <p:cNvSpPr txBox="1"/>
          <p:nvPr>
            <p:ph idx="1" type="body"/>
          </p:nvPr>
        </p:nvSpPr>
        <p:spPr>
          <a:xfrm>
            <a:off x="5267775" y="2040625"/>
            <a:ext cx="2785200" cy="17895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42900" lvl="1" marL="914400" rtl="0">
              <a:spcBef>
                <a:spcPts val="1600"/>
              </a:spcBef>
              <a:spcAft>
                <a:spcPts val="0"/>
              </a:spcAft>
              <a:buSzPts val="1800"/>
              <a:buChar char="○"/>
              <a:defRPr sz="1800"/>
            </a:lvl2pPr>
            <a:lvl3pPr indent="-342900" lvl="2" marL="1371600" rtl="0">
              <a:spcBef>
                <a:spcPts val="1600"/>
              </a:spcBef>
              <a:spcAft>
                <a:spcPts val="0"/>
              </a:spcAft>
              <a:buSzPts val="1800"/>
              <a:buChar char="■"/>
              <a:defRPr sz="1800"/>
            </a:lvl3pPr>
            <a:lvl4pPr indent="-342900" lvl="3" marL="1828800" rtl="0">
              <a:spcBef>
                <a:spcPts val="1600"/>
              </a:spcBef>
              <a:spcAft>
                <a:spcPts val="0"/>
              </a:spcAft>
              <a:buSzPts val="1800"/>
              <a:buChar char="●"/>
              <a:defRPr sz="1800"/>
            </a:lvl4pPr>
            <a:lvl5pPr indent="-342900" lvl="4" marL="2286000" rtl="0">
              <a:spcBef>
                <a:spcPts val="1600"/>
              </a:spcBef>
              <a:spcAft>
                <a:spcPts val="0"/>
              </a:spcAft>
              <a:buSzPts val="1800"/>
              <a:buChar char="○"/>
              <a:defRPr sz="1800"/>
            </a:lvl5pPr>
            <a:lvl6pPr indent="-342900" lvl="5" marL="2743200" rtl="0">
              <a:spcBef>
                <a:spcPts val="1600"/>
              </a:spcBef>
              <a:spcAft>
                <a:spcPts val="0"/>
              </a:spcAft>
              <a:buSzPts val="1800"/>
              <a:buChar char="■"/>
              <a:defRPr sz="1800"/>
            </a:lvl6pPr>
            <a:lvl7pPr indent="-342900" lvl="6" marL="3200400" rtl="0">
              <a:spcBef>
                <a:spcPts val="1600"/>
              </a:spcBef>
              <a:spcAft>
                <a:spcPts val="0"/>
              </a:spcAft>
              <a:buSzPts val="1800"/>
              <a:buChar char="●"/>
              <a:defRPr sz="1800"/>
            </a:lvl7pPr>
            <a:lvl8pPr indent="-342900" lvl="7" marL="3657600" rtl="0">
              <a:spcBef>
                <a:spcPts val="1600"/>
              </a:spcBef>
              <a:spcAft>
                <a:spcPts val="0"/>
              </a:spcAft>
              <a:buSzPts val="1800"/>
              <a:buChar char="○"/>
              <a:defRPr sz="1800"/>
            </a:lvl8pPr>
            <a:lvl9pPr indent="-342900" lvl="8" marL="4114800" rtl="0">
              <a:spcBef>
                <a:spcPts val="1600"/>
              </a:spcBef>
              <a:spcAft>
                <a:spcPts val="1600"/>
              </a:spcAft>
              <a:buSzPts val="1800"/>
              <a:buChar char="■"/>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1">
  <p:cSld name="ONE_COLUMN_TEXT_1_1">
    <p:spTree>
      <p:nvGrpSpPr>
        <p:cNvPr id="68" name="Shape 68"/>
        <p:cNvGrpSpPr/>
        <p:nvPr/>
      </p:nvGrpSpPr>
      <p:grpSpPr>
        <a:xfrm>
          <a:off x="0" y="0"/>
          <a:ext cx="0" cy="0"/>
          <a:chOff x="0" y="0"/>
          <a:chExt cx="0" cy="0"/>
        </a:xfrm>
      </p:grpSpPr>
      <p:cxnSp>
        <p:nvCxnSpPr>
          <p:cNvPr id="69" name="Google Shape;69;p15"/>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70" name="Google Shape;70;p15"/>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1" name="Google Shape;71;p15"/>
          <p:cNvSpPr txBox="1"/>
          <p:nvPr>
            <p:ph idx="1" type="body"/>
          </p:nvPr>
        </p:nvSpPr>
        <p:spPr>
          <a:xfrm>
            <a:off x="5953575" y="3447525"/>
            <a:ext cx="2430300" cy="1149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72" name="Google Shape;72;p15"/>
          <p:cNvSpPr txBox="1"/>
          <p:nvPr>
            <p:ph idx="2" type="title"/>
          </p:nvPr>
        </p:nvSpPr>
        <p:spPr>
          <a:xfrm>
            <a:off x="5953575" y="2949674"/>
            <a:ext cx="2430300" cy="5397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wo Columns">
  <p:cSld name="ONE_COLUMN_TEXT_1_1_1">
    <p:spTree>
      <p:nvGrpSpPr>
        <p:cNvPr id="73" name="Shape 73"/>
        <p:cNvGrpSpPr/>
        <p:nvPr/>
      </p:nvGrpSpPr>
      <p:grpSpPr>
        <a:xfrm>
          <a:off x="0" y="0"/>
          <a:ext cx="0" cy="0"/>
          <a:chOff x="0" y="0"/>
          <a:chExt cx="0" cy="0"/>
        </a:xfrm>
      </p:grpSpPr>
      <p:cxnSp>
        <p:nvCxnSpPr>
          <p:cNvPr id="74" name="Google Shape;74;p16"/>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75" name="Google Shape;75;p16"/>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6" name="Google Shape;76;p16"/>
          <p:cNvSpPr txBox="1"/>
          <p:nvPr>
            <p:ph idx="1" type="body"/>
          </p:nvPr>
        </p:nvSpPr>
        <p:spPr>
          <a:xfrm>
            <a:off x="5316193" y="3450300"/>
            <a:ext cx="26286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77" name="Google Shape;77;p16"/>
          <p:cNvSpPr txBox="1"/>
          <p:nvPr>
            <p:ph idx="2" type="title"/>
          </p:nvPr>
        </p:nvSpPr>
        <p:spPr>
          <a:xfrm>
            <a:off x="5316193" y="2952450"/>
            <a:ext cx="26286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78" name="Google Shape;78;p16"/>
          <p:cNvSpPr txBox="1"/>
          <p:nvPr>
            <p:ph idx="3" type="body"/>
          </p:nvPr>
        </p:nvSpPr>
        <p:spPr>
          <a:xfrm>
            <a:off x="1199212" y="3450300"/>
            <a:ext cx="26286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79" name="Google Shape;79;p16"/>
          <p:cNvSpPr txBox="1"/>
          <p:nvPr>
            <p:ph idx="4" type="title"/>
          </p:nvPr>
        </p:nvSpPr>
        <p:spPr>
          <a:xfrm>
            <a:off x="1199212" y="2952450"/>
            <a:ext cx="26286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hree Columns ">
  <p:cSld name="ONE_COLUMN_TEXT_1_1_1_1">
    <p:bg>
      <p:bgPr>
        <a:gradFill>
          <a:gsLst>
            <a:gs pos="0">
              <a:srgbClr val="8BE3FF"/>
            </a:gs>
            <a:gs pos="100000">
              <a:srgbClr val="ACFFD9"/>
            </a:gs>
          </a:gsLst>
          <a:lin ang="5400700" scaled="0"/>
        </a:gradFill>
      </p:bgPr>
    </p:bg>
    <p:spTree>
      <p:nvGrpSpPr>
        <p:cNvPr id="80" name="Shape 80"/>
        <p:cNvGrpSpPr/>
        <p:nvPr/>
      </p:nvGrpSpPr>
      <p:grpSpPr>
        <a:xfrm>
          <a:off x="0" y="0"/>
          <a:ext cx="0" cy="0"/>
          <a:chOff x="0" y="0"/>
          <a:chExt cx="0" cy="0"/>
        </a:xfrm>
      </p:grpSpPr>
      <p:cxnSp>
        <p:nvCxnSpPr>
          <p:cNvPr id="81" name="Google Shape;81;p17"/>
          <p:cNvCxnSpPr/>
          <p:nvPr/>
        </p:nvCxnSpPr>
        <p:spPr>
          <a:xfrm>
            <a:off x="242600" y="608025"/>
            <a:ext cx="8988300" cy="0"/>
          </a:xfrm>
          <a:prstGeom prst="straightConnector1">
            <a:avLst/>
          </a:prstGeom>
          <a:noFill/>
          <a:ln cap="flat" cmpd="sng" w="19050">
            <a:solidFill>
              <a:schemeClr val="lt1"/>
            </a:solidFill>
            <a:prstDash val="solid"/>
            <a:round/>
            <a:headEnd len="med" w="med" type="oval"/>
            <a:tailEnd len="med" w="med" type="none"/>
          </a:ln>
        </p:spPr>
      </p:cxnSp>
      <p:sp>
        <p:nvSpPr>
          <p:cNvPr id="82" name="Google Shape;82;p17"/>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3" name="Google Shape;83;p17"/>
          <p:cNvSpPr txBox="1"/>
          <p:nvPr>
            <p:ph idx="1" type="body"/>
          </p:nvPr>
        </p:nvSpPr>
        <p:spPr>
          <a:xfrm>
            <a:off x="3464998" y="3508236"/>
            <a:ext cx="22140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84" name="Google Shape;84;p17"/>
          <p:cNvSpPr txBox="1"/>
          <p:nvPr>
            <p:ph idx="2" type="title"/>
          </p:nvPr>
        </p:nvSpPr>
        <p:spPr>
          <a:xfrm>
            <a:off x="3464998" y="30103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5" name="Google Shape;85;p17"/>
          <p:cNvSpPr txBox="1"/>
          <p:nvPr>
            <p:ph idx="3" type="body"/>
          </p:nvPr>
        </p:nvSpPr>
        <p:spPr>
          <a:xfrm>
            <a:off x="835213" y="3508236"/>
            <a:ext cx="22140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86" name="Google Shape;86;p17"/>
          <p:cNvSpPr txBox="1"/>
          <p:nvPr>
            <p:ph idx="4" type="title"/>
          </p:nvPr>
        </p:nvSpPr>
        <p:spPr>
          <a:xfrm>
            <a:off x="835213" y="30103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87" name="Google Shape;87;p17"/>
          <p:cNvSpPr txBox="1"/>
          <p:nvPr>
            <p:ph idx="5" type="body"/>
          </p:nvPr>
        </p:nvSpPr>
        <p:spPr>
          <a:xfrm>
            <a:off x="6094778" y="3508236"/>
            <a:ext cx="22140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88" name="Google Shape;88;p17"/>
          <p:cNvSpPr txBox="1"/>
          <p:nvPr>
            <p:ph idx="6" type="title"/>
          </p:nvPr>
        </p:nvSpPr>
        <p:spPr>
          <a:xfrm>
            <a:off x="6094778" y="30103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wo Columns 1">
  <p:cSld name="ONE_COLUMN_TEXT_1_1_1_2">
    <p:spTree>
      <p:nvGrpSpPr>
        <p:cNvPr id="89" name="Shape 89"/>
        <p:cNvGrpSpPr/>
        <p:nvPr/>
      </p:nvGrpSpPr>
      <p:grpSpPr>
        <a:xfrm>
          <a:off x="0" y="0"/>
          <a:ext cx="0" cy="0"/>
          <a:chOff x="0" y="0"/>
          <a:chExt cx="0" cy="0"/>
        </a:xfrm>
      </p:grpSpPr>
      <p:cxnSp>
        <p:nvCxnSpPr>
          <p:cNvPr id="90" name="Google Shape;90;p18"/>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91" name="Google Shape;91;p18"/>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2" name="Google Shape;92;p18"/>
          <p:cNvSpPr txBox="1"/>
          <p:nvPr>
            <p:ph idx="1" type="body"/>
          </p:nvPr>
        </p:nvSpPr>
        <p:spPr>
          <a:xfrm>
            <a:off x="4933300" y="1879975"/>
            <a:ext cx="2510400" cy="787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3" name="Google Shape;93;p18"/>
          <p:cNvSpPr txBox="1"/>
          <p:nvPr>
            <p:ph idx="2" type="title"/>
          </p:nvPr>
        </p:nvSpPr>
        <p:spPr>
          <a:xfrm>
            <a:off x="4933300" y="1508575"/>
            <a:ext cx="2510400" cy="413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4" name="Google Shape;94;p18"/>
          <p:cNvSpPr txBox="1"/>
          <p:nvPr>
            <p:ph idx="3" type="body"/>
          </p:nvPr>
        </p:nvSpPr>
        <p:spPr>
          <a:xfrm>
            <a:off x="4933300" y="3595175"/>
            <a:ext cx="2510400" cy="7878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5" name="Google Shape;95;p18"/>
          <p:cNvSpPr txBox="1"/>
          <p:nvPr>
            <p:ph idx="4" type="title"/>
          </p:nvPr>
        </p:nvSpPr>
        <p:spPr>
          <a:xfrm>
            <a:off x="4933300" y="3223775"/>
            <a:ext cx="2510400" cy="4134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1">
  <p:cSld name="SECTION_HEADER_1">
    <p:bg>
      <p:bgPr>
        <a:gradFill>
          <a:gsLst>
            <a:gs pos="0">
              <a:srgbClr val="8BE3FF"/>
            </a:gs>
            <a:gs pos="100000">
              <a:srgbClr val="ACFFD9"/>
            </a:gs>
          </a:gsLst>
          <a:lin ang="5400012" scaled="0"/>
        </a:gradFill>
      </p:bgPr>
    </p:bg>
    <p:spTree>
      <p:nvGrpSpPr>
        <p:cNvPr id="96" name="Shape 96"/>
        <p:cNvGrpSpPr/>
        <p:nvPr/>
      </p:nvGrpSpPr>
      <p:grpSpPr>
        <a:xfrm>
          <a:off x="0" y="0"/>
          <a:ext cx="0" cy="0"/>
          <a:chOff x="0" y="0"/>
          <a:chExt cx="0" cy="0"/>
        </a:xfrm>
      </p:grpSpPr>
      <p:sp>
        <p:nvSpPr>
          <p:cNvPr id="97" name="Google Shape;97;p19"/>
          <p:cNvSpPr txBox="1"/>
          <p:nvPr>
            <p:ph type="title"/>
          </p:nvPr>
        </p:nvSpPr>
        <p:spPr>
          <a:xfrm>
            <a:off x="4288151" y="1458975"/>
            <a:ext cx="3967500" cy="167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800"/>
              <a:buNone/>
              <a:defRPr sz="4800"/>
            </a:lvl1pPr>
            <a:lvl2pPr lvl="1" rtl="0" algn="r">
              <a:spcBef>
                <a:spcPts val="0"/>
              </a:spcBef>
              <a:spcAft>
                <a:spcPts val="0"/>
              </a:spcAft>
              <a:buSzPts val="4800"/>
              <a:buNone/>
              <a:defRPr sz="4800"/>
            </a:lvl2pPr>
            <a:lvl3pPr lvl="2" rtl="0" algn="r">
              <a:spcBef>
                <a:spcPts val="0"/>
              </a:spcBef>
              <a:spcAft>
                <a:spcPts val="0"/>
              </a:spcAft>
              <a:buSzPts val="4800"/>
              <a:buNone/>
              <a:defRPr sz="4800"/>
            </a:lvl3pPr>
            <a:lvl4pPr lvl="3" rtl="0" algn="r">
              <a:spcBef>
                <a:spcPts val="0"/>
              </a:spcBef>
              <a:spcAft>
                <a:spcPts val="0"/>
              </a:spcAft>
              <a:buSzPts val="4800"/>
              <a:buNone/>
              <a:defRPr sz="4800"/>
            </a:lvl4pPr>
            <a:lvl5pPr lvl="4" rtl="0" algn="r">
              <a:spcBef>
                <a:spcPts val="0"/>
              </a:spcBef>
              <a:spcAft>
                <a:spcPts val="0"/>
              </a:spcAft>
              <a:buSzPts val="4800"/>
              <a:buNone/>
              <a:defRPr sz="4800"/>
            </a:lvl5pPr>
            <a:lvl6pPr lvl="5" rtl="0" algn="r">
              <a:spcBef>
                <a:spcPts val="0"/>
              </a:spcBef>
              <a:spcAft>
                <a:spcPts val="0"/>
              </a:spcAft>
              <a:buSzPts val="4800"/>
              <a:buNone/>
              <a:defRPr sz="4800"/>
            </a:lvl6pPr>
            <a:lvl7pPr lvl="6" rtl="0" algn="r">
              <a:spcBef>
                <a:spcPts val="0"/>
              </a:spcBef>
              <a:spcAft>
                <a:spcPts val="0"/>
              </a:spcAft>
              <a:buSzPts val="4800"/>
              <a:buNone/>
              <a:defRPr sz="4800"/>
            </a:lvl7pPr>
            <a:lvl8pPr lvl="7" rtl="0" algn="r">
              <a:spcBef>
                <a:spcPts val="0"/>
              </a:spcBef>
              <a:spcAft>
                <a:spcPts val="0"/>
              </a:spcAft>
              <a:buSzPts val="4800"/>
              <a:buNone/>
              <a:defRPr sz="4800"/>
            </a:lvl8pPr>
            <a:lvl9pPr lvl="8" rtl="0" algn="r">
              <a:spcBef>
                <a:spcPts val="0"/>
              </a:spcBef>
              <a:spcAft>
                <a:spcPts val="0"/>
              </a:spcAft>
              <a:buSzPts val="4800"/>
              <a:buNone/>
              <a:defRPr sz="4800"/>
            </a:lvl9pPr>
          </a:lstStyle>
          <a:p/>
        </p:txBody>
      </p:sp>
      <p:sp>
        <p:nvSpPr>
          <p:cNvPr id="98" name="Google Shape;98;p19"/>
          <p:cNvSpPr txBox="1"/>
          <p:nvPr>
            <p:ph idx="1" type="subTitle"/>
          </p:nvPr>
        </p:nvSpPr>
        <p:spPr>
          <a:xfrm>
            <a:off x="5277851" y="3087550"/>
            <a:ext cx="2977800" cy="792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1F1C51"/>
              </a:buClr>
              <a:buSzPts val="1800"/>
              <a:buNone/>
              <a:defRPr>
                <a:solidFill>
                  <a:srgbClr val="1F1C51"/>
                </a:solidFill>
              </a:defRPr>
            </a:lvl1pPr>
            <a:lvl2pPr lvl="1" rtl="0" algn="r">
              <a:lnSpc>
                <a:spcPct val="100000"/>
              </a:lnSpc>
              <a:spcBef>
                <a:spcPts val="0"/>
              </a:spcBef>
              <a:spcAft>
                <a:spcPts val="0"/>
              </a:spcAft>
              <a:buClr>
                <a:srgbClr val="1F1C51"/>
              </a:buClr>
              <a:buSzPts val="2800"/>
              <a:buNone/>
              <a:defRPr sz="2800">
                <a:solidFill>
                  <a:srgbClr val="1F1C51"/>
                </a:solidFill>
              </a:defRPr>
            </a:lvl2pPr>
            <a:lvl3pPr lvl="2" rtl="0" algn="r">
              <a:lnSpc>
                <a:spcPct val="100000"/>
              </a:lnSpc>
              <a:spcBef>
                <a:spcPts val="0"/>
              </a:spcBef>
              <a:spcAft>
                <a:spcPts val="0"/>
              </a:spcAft>
              <a:buClr>
                <a:srgbClr val="1F1C51"/>
              </a:buClr>
              <a:buSzPts val="2800"/>
              <a:buNone/>
              <a:defRPr sz="2800">
                <a:solidFill>
                  <a:srgbClr val="1F1C51"/>
                </a:solidFill>
              </a:defRPr>
            </a:lvl3pPr>
            <a:lvl4pPr lvl="3" rtl="0" algn="r">
              <a:lnSpc>
                <a:spcPct val="100000"/>
              </a:lnSpc>
              <a:spcBef>
                <a:spcPts val="0"/>
              </a:spcBef>
              <a:spcAft>
                <a:spcPts val="0"/>
              </a:spcAft>
              <a:buClr>
                <a:srgbClr val="1F1C51"/>
              </a:buClr>
              <a:buSzPts val="2800"/>
              <a:buNone/>
              <a:defRPr sz="2800">
                <a:solidFill>
                  <a:srgbClr val="1F1C51"/>
                </a:solidFill>
              </a:defRPr>
            </a:lvl4pPr>
            <a:lvl5pPr lvl="4" rtl="0" algn="r">
              <a:lnSpc>
                <a:spcPct val="100000"/>
              </a:lnSpc>
              <a:spcBef>
                <a:spcPts val="0"/>
              </a:spcBef>
              <a:spcAft>
                <a:spcPts val="0"/>
              </a:spcAft>
              <a:buClr>
                <a:srgbClr val="1F1C51"/>
              </a:buClr>
              <a:buSzPts val="2800"/>
              <a:buNone/>
              <a:defRPr sz="2800">
                <a:solidFill>
                  <a:srgbClr val="1F1C51"/>
                </a:solidFill>
              </a:defRPr>
            </a:lvl5pPr>
            <a:lvl6pPr lvl="5" rtl="0" algn="r">
              <a:lnSpc>
                <a:spcPct val="100000"/>
              </a:lnSpc>
              <a:spcBef>
                <a:spcPts val="0"/>
              </a:spcBef>
              <a:spcAft>
                <a:spcPts val="0"/>
              </a:spcAft>
              <a:buClr>
                <a:srgbClr val="1F1C51"/>
              </a:buClr>
              <a:buSzPts val="2800"/>
              <a:buNone/>
              <a:defRPr sz="2800">
                <a:solidFill>
                  <a:srgbClr val="1F1C51"/>
                </a:solidFill>
              </a:defRPr>
            </a:lvl6pPr>
            <a:lvl7pPr lvl="6" rtl="0" algn="r">
              <a:lnSpc>
                <a:spcPct val="100000"/>
              </a:lnSpc>
              <a:spcBef>
                <a:spcPts val="0"/>
              </a:spcBef>
              <a:spcAft>
                <a:spcPts val="0"/>
              </a:spcAft>
              <a:buClr>
                <a:srgbClr val="1F1C51"/>
              </a:buClr>
              <a:buSzPts val="2800"/>
              <a:buNone/>
              <a:defRPr sz="2800">
                <a:solidFill>
                  <a:srgbClr val="1F1C51"/>
                </a:solidFill>
              </a:defRPr>
            </a:lvl7pPr>
            <a:lvl8pPr lvl="7" rtl="0" algn="r">
              <a:lnSpc>
                <a:spcPct val="100000"/>
              </a:lnSpc>
              <a:spcBef>
                <a:spcPts val="0"/>
              </a:spcBef>
              <a:spcAft>
                <a:spcPts val="0"/>
              </a:spcAft>
              <a:buClr>
                <a:srgbClr val="1F1C51"/>
              </a:buClr>
              <a:buSzPts val="2800"/>
              <a:buNone/>
              <a:defRPr sz="2800">
                <a:solidFill>
                  <a:srgbClr val="1F1C51"/>
                </a:solidFill>
              </a:defRPr>
            </a:lvl8pPr>
            <a:lvl9pPr lvl="8" rtl="0" algn="r">
              <a:lnSpc>
                <a:spcPct val="100000"/>
              </a:lnSpc>
              <a:spcBef>
                <a:spcPts val="0"/>
              </a:spcBef>
              <a:spcAft>
                <a:spcPts val="0"/>
              </a:spcAft>
              <a:buClr>
                <a:srgbClr val="1F1C51"/>
              </a:buClr>
              <a:buSzPts val="2800"/>
              <a:buNone/>
              <a:defRPr sz="2800">
                <a:solidFill>
                  <a:srgbClr val="1F1C51"/>
                </a:solidFill>
              </a:defRPr>
            </a:lvl9pPr>
          </a:lstStyle>
          <a:p/>
        </p:txBody>
      </p:sp>
      <p:sp>
        <p:nvSpPr>
          <p:cNvPr id="99" name="Google Shape;99;p19"/>
          <p:cNvSpPr txBox="1"/>
          <p:nvPr>
            <p:ph hasCustomPrompt="1" idx="2" type="title"/>
          </p:nvPr>
        </p:nvSpPr>
        <p:spPr>
          <a:xfrm>
            <a:off x="5597951" y="792425"/>
            <a:ext cx="2657700" cy="792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4800"/>
              <a:buNone/>
              <a:defRPr sz="4800"/>
            </a:lvl1pPr>
            <a:lvl2pPr lvl="1" rtl="0" algn="r">
              <a:spcBef>
                <a:spcPts val="0"/>
              </a:spcBef>
              <a:spcAft>
                <a:spcPts val="0"/>
              </a:spcAft>
              <a:buSzPts val="4800"/>
              <a:buNone/>
              <a:defRPr sz="4800"/>
            </a:lvl2pPr>
            <a:lvl3pPr lvl="2" rtl="0" algn="r">
              <a:spcBef>
                <a:spcPts val="0"/>
              </a:spcBef>
              <a:spcAft>
                <a:spcPts val="0"/>
              </a:spcAft>
              <a:buSzPts val="4800"/>
              <a:buNone/>
              <a:defRPr sz="4800"/>
            </a:lvl3pPr>
            <a:lvl4pPr lvl="3" rtl="0" algn="r">
              <a:spcBef>
                <a:spcPts val="0"/>
              </a:spcBef>
              <a:spcAft>
                <a:spcPts val="0"/>
              </a:spcAft>
              <a:buSzPts val="4800"/>
              <a:buNone/>
              <a:defRPr sz="4800"/>
            </a:lvl4pPr>
            <a:lvl5pPr lvl="4" rtl="0" algn="r">
              <a:spcBef>
                <a:spcPts val="0"/>
              </a:spcBef>
              <a:spcAft>
                <a:spcPts val="0"/>
              </a:spcAft>
              <a:buSzPts val="4800"/>
              <a:buNone/>
              <a:defRPr sz="4800"/>
            </a:lvl5pPr>
            <a:lvl6pPr lvl="5" rtl="0" algn="r">
              <a:spcBef>
                <a:spcPts val="0"/>
              </a:spcBef>
              <a:spcAft>
                <a:spcPts val="0"/>
              </a:spcAft>
              <a:buSzPts val="4800"/>
              <a:buNone/>
              <a:defRPr sz="4800"/>
            </a:lvl6pPr>
            <a:lvl7pPr lvl="6" rtl="0" algn="r">
              <a:spcBef>
                <a:spcPts val="0"/>
              </a:spcBef>
              <a:spcAft>
                <a:spcPts val="0"/>
              </a:spcAft>
              <a:buSzPts val="4800"/>
              <a:buNone/>
              <a:defRPr sz="4800"/>
            </a:lvl7pPr>
            <a:lvl8pPr lvl="7" rtl="0" algn="r">
              <a:spcBef>
                <a:spcPts val="0"/>
              </a:spcBef>
              <a:spcAft>
                <a:spcPts val="0"/>
              </a:spcAft>
              <a:buSzPts val="4800"/>
              <a:buNone/>
              <a:defRPr sz="4800"/>
            </a:lvl8pPr>
            <a:lvl9pPr lvl="8" rtl="0" algn="r">
              <a:spcBef>
                <a:spcPts val="0"/>
              </a:spcBef>
              <a:spcAft>
                <a:spcPts val="0"/>
              </a:spcAft>
              <a:buSzPts val="4800"/>
              <a:buNone/>
              <a:defRPr sz="4800"/>
            </a:lvl9pPr>
          </a:lstStyle>
          <a:p>
            <a:r>
              <a:t>xx%</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esign">
  <p:cSld name="TITLE_ONLY_1">
    <p:bg>
      <p:bgPr>
        <a:gradFill>
          <a:gsLst>
            <a:gs pos="0">
              <a:srgbClr val="8BE3FF"/>
            </a:gs>
            <a:gs pos="100000">
              <a:srgbClr val="ACFFD9"/>
            </a:gs>
          </a:gsLst>
          <a:lin ang="5400700" scaled="0"/>
        </a:gradFill>
      </p:bgPr>
    </p:bg>
    <p:spTree>
      <p:nvGrpSpPr>
        <p:cNvPr id="100" name="Shape 100"/>
        <p:cNvGrpSpPr/>
        <p:nvPr/>
      </p:nvGrpSpPr>
      <p:grpSpPr>
        <a:xfrm>
          <a:off x="0" y="0"/>
          <a:ext cx="0" cy="0"/>
          <a:chOff x="0" y="0"/>
          <a:chExt cx="0" cy="0"/>
        </a:xfrm>
      </p:grpSpPr>
      <p:cxnSp>
        <p:nvCxnSpPr>
          <p:cNvPr id="101" name="Google Shape;101;p20"/>
          <p:cNvCxnSpPr/>
          <p:nvPr/>
        </p:nvCxnSpPr>
        <p:spPr>
          <a:xfrm>
            <a:off x="242600" y="608025"/>
            <a:ext cx="8988300" cy="0"/>
          </a:xfrm>
          <a:prstGeom prst="straightConnector1">
            <a:avLst/>
          </a:prstGeom>
          <a:noFill/>
          <a:ln cap="flat" cmpd="sng" w="19050">
            <a:solidFill>
              <a:schemeClr val="lt1"/>
            </a:solidFill>
            <a:prstDash val="solid"/>
            <a:round/>
            <a:headEnd len="med" w="med" type="oval"/>
            <a:tailEnd len="med" w="med" type="none"/>
          </a:ln>
        </p:spPr>
      </p:cxnSp>
      <p:sp>
        <p:nvSpPr>
          <p:cNvPr id="102" name="Google Shape;102;p20"/>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Four Columns ">
  <p:cSld name="ONE_COLUMN_TEXT_1_1_1_3">
    <p:spTree>
      <p:nvGrpSpPr>
        <p:cNvPr id="103" name="Shape 103"/>
        <p:cNvGrpSpPr/>
        <p:nvPr/>
      </p:nvGrpSpPr>
      <p:grpSpPr>
        <a:xfrm>
          <a:off x="0" y="0"/>
          <a:ext cx="0" cy="0"/>
          <a:chOff x="0" y="0"/>
          <a:chExt cx="0" cy="0"/>
        </a:xfrm>
      </p:grpSpPr>
      <p:cxnSp>
        <p:nvCxnSpPr>
          <p:cNvPr id="104" name="Google Shape;104;p21"/>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105" name="Google Shape;105;p21"/>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21"/>
          <p:cNvSpPr txBox="1"/>
          <p:nvPr>
            <p:ph idx="1" type="body"/>
          </p:nvPr>
        </p:nvSpPr>
        <p:spPr>
          <a:xfrm>
            <a:off x="1010100" y="3819175"/>
            <a:ext cx="1478400" cy="7353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7" name="Google Shape;107;p21"/>
          <p:cNvSpPr txBox="1"/>
          <p:nvPr>
            <p:ph idx="2" type="title"/>
          </p:nvPr>
        </p:nvSpPr>
        <p:spPr>
          <a:xfrm>
            <a:off x="1010088" y="3321325"/>
            <a:ext cx="14784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08" name="Google Shape;108;p21"/>
          <p:cNvSpPr txBox="1"/>
          <p:nvPr>
            <p:ph idx="3" type="body"/>
          </p:nvPr>
        </p:nvSpPr>
        <p:spPr>
          <a:xfrm>
            <a:off x="2891901" y="3819175"/>
            <a:ext cx="1478400" cy="7353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09" name="Google Shape;109;p21"/>
          <p:cNvSpPr txBox="1"/>
          <p:nvPr>
            <p:ph idx="4" type="title"/>
          </p:nvPr>
        </p:nvSpPr>
        <p:spPr>
          <a:xfrm>
            <a:off x="2891894" y="3321325"/>
            <a:ext cx="14784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10" name="Google Shape;110;p21"/>
          <p:cNvSpPr txBox="1"/>
          <p:nvPr>
            <p:ph idx="5" type="body"/>
          </p:nvPr>
        </p:nvSpPr>
        <p:spPr>
          <a:xfrm>
            <a:off x="4773703" y="3819175"/>
            <a:ext cx="1478400" cy="7353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11" name="Google Shape;111;p21"/>
          <p:cNvSpPr txBox="1"/>
          <p:nvPr>
            <p:ph idx="6" type="title"/>
          </p:nvPr>
        </p:nvSpPr>
        <p:spPr>
          <a:xfrm>
            <a:off x="4773701" y="3321325"/>
            <a:ext cx="14784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12" name="Google Shape;112;p21"/>
          <p:cNvSpPr txBox="1"/>
          <p:nvPr>
            <p:ph idx="7" type="body"/>
          </p:nvPr>
        </p:nvSpPr>
        <p:spPr>
          <a:xfrm>
            <a:off x="6655504" y="3819175"/>
            <a:ext cx="1478400" cy="7353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13" name="Google Shape;113;p21"/>
          <p:cNvSpPr txBox="1"/>
          <p:nvPr>
            <p:ph idx="8" type="title"/>
          </p:nvPr>
        </p:nvSpPr>
        <p:spPr>
          <a:xfrm>
            <a:off x="6655507" y="3321325"/>
            <a:ext cx="14784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2">
  <p:cSld name="SECTION_HEADER_1_1">
    <p:bg>
      <p:bgPr>
        <a:gradFill>
          <a:gsLst>
            <a:gs pos="0">
              <a:srgbClr val="8BE3FF"/>
            </a:gs>
            <a:gs pos="100000">
              <a:srgbClr val="ACFFD9"/>
            </a:gs>
          </a:gsLst>
          <a:lin ang="5400012" scaled="0"/>
        </a:gradFill>
      </p:bgPr>
    </p:bg>
    <p:spTree>
      <p:nvGrpSpPr>
        <p:cNvPr id="114" name="Shape 114"/>
        <p:cNvGrpSpPr/>
        <p:nvPr/>
      </p:nvGrpSpPr>
      <p:grpSpPr>
        <a:xfrm>
          <a:off x="0" y="0"/>
          <a:ext cx="0" cy="0"/>
          <a:chOff x="0" y="0"/>
          <a:chExt cx="0" cy="0"/>
        </a:xfrm>
      </p:grpSpPr>
      <p:sp>
        <p:nvSpPr>
          <p:cNvPr id="115" name="Google Shape;115;p22"/>
          <p:cNvSpPr txBox="1"/>
          <p:nvPr>
            <p:ph type="title"/>
          </p:nvPr>
        </p:nvSpPr>
        <p:spPr>
          <a:xfrm>
            <a:off x="2588250" y="1458975"/>
            <a:ext cx="3967500" cy="1671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116" name="Google Shape;116;p22"/>
          <p:cNvSpPr txBox="1"/>
          <p:nvPr>
            <p:ph idx="1" type="subTitle"/>
          </p:nvPr>
        </p:nvSpPr>
        <p:spPr>
          <a:xfrm>
            <a:off x="3083100" y="3087550"/>
            <a:ext cx="29778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1F1C51"/>
              </a:buClr>
              <a:buSzPts val="1800"/>
              <a:buNone/>
              <a:defRPr>
                <a:solidFill>
                  <a:srgbClr val="1F1C51"/>
                </a:solidFill>
              </a:defRPr>
            </a:lvl1pPr>
            <a:lvl2pPr lvl="1" rtl="0" algn="ctr">
              <a:lnSpc>
                <a:spcPct val="100000"/>
              </a:lnSpc>
              <a:spcBef>
                <a:spcPts val="0"/>
              </a:spcBef>
              <a:spcAft>
                <a:spcPts val="0"/>
              </a:spcAft>
              <a:buClr>
                <a:srgbClr val="1F1C51"/>
              </a:buClr>
              <a:buSzPts val="2800"/>
              <a:buNone/>
              <a:defRPr sz="2800">
                <a:solidFill>
                  <a:srgbClr val="1F1C51"/>
                </a:solidFill>
              </a:defRPr>
            </a:lvl2pPr>
            <a:lvl3pPr lvl="2" rtl="0" algn="ctr">
              <a:lnSpc>
                <a:spcPct val="100000"/>
              </a:lnSpc>
              <a:spcBef>
                <a:spcPts val="0"/>
              </a:spcBef>
              <a:spcAft>
                <a:spcPts val="0"/>
              </a:spcAft>
              <a:buClr>
                <a:srgbClr val="1F1C51"/>
              </a:buClr>
              <a:buSzPts val="2800"/>
              <a:buNone/>
              <a:defRPr sz="2800">
                <a:solidFill>
                  <a:srgbClr val="1F1C51"/>
                </a:solidFill>
              </a:defRPr>
            </a:lvl3pPr>
            <a:lvl4pPr lvl="3" rtl="0" algn="ctr">
              <a:lnSpc>
                <a:spcPct val="100000"/>
              </a:lnSpc>
              <a:spcBef>
                <a:spcPts val="0"/>
              </a:spcBef>
              <a:spcAft>
                <a:spcPts val="0"/>
              </a:spcAft>
              <a:buClr>
                <a:srgbClr val="1F1C51"/>
              </a:buClr>
              <a:buSzPts val="2800"/>
              <a:buNone/>
              <a:defRPr sz="2800">
                <a:solidFill>
                  <a:srgbClr val="1F1C51"/>
                </a:solidFill>
              </a:defRPr>
            </a:lvl4pPr>
            <a:lvl5pPr lvl="4" rtl="0" algn="ctr">
              <a:lnSpc>
                <a:spcPct val="100000"/>
              </a:lnSpc>
              <a:spcBef>
                <a:spcPts val="0"/>
              </a:spcBef>
              <a:spcAft>
                <a:spcPts val="0"/>
              </a:spcAft>
              <a:buClr>
                <a:srgbClr val="1F1C51"/>
              </a:buClr>
              <a:buSzPts val="2800"/>
              <a:buNone/>
              <a:defRPr sz="2800">
                <a:solidFill>
                  <a:srgbClr val="1F1C51"/>
                </a:solidFill>
              </a:defRPr>
            </a:lvl5pPr>
            <a:lvl6pPr lvl="5" rtl="0" algn="ctr">
              <a:lnSpc>
                <a:spcPct val="100000"/>
              </a:lnSpc>
              <a:spcBef>
                <a:spcPts val="0"/>
              </a:spcBef>
              <a:spcAft>
                <a:spcPts val="0"/>
              </a:spcAft>
              <a:buClr>
                <a:srgbClr val="1F1C51"/>
              </a:buClr>
              <a:buSzPts val="2800"/>
              <a:buNone/>
              <a:defRPr sz="2800">
                <a:solidFill>
                  <a:srgbClr val="1F1C51"/>
                </a:solidFill>
              </a:defRPr>
            </a:lvl6pPr>
            <a:lvl7pPr lvl="6" rtl="0" algn="ctr">
              <a:lnSpc>
                <a:spcPct val="100000"/>
              </a:lnSpc>
              <a:spcBef>
                <a:spcPts val="0"/>
              </a:spcBef>
              <a:spcAft>
                <a:spcPts val="0"/>
              </a:spcAft>
              <a:buClr>
                <a:srgbClr val="1F1C51"/>
              </a:buClr>
              <a:buSzPts val="2800"/>
              <a:buNone/>
              <a:defRPr sz="2800">
                <a:solidFill>
                  <a:srgbClr val="1F1C51"/>
                </a:solidFill>
              </a:defRPr>
            </a:lvl7pPr>
            <a:lvl8pPr lvl="7" rtl="0" algn="ctr">
              <a:lnSpc>
                <a:spcPct val="100000"/>
              </a:lnSpc>
              <a:spcBef>
                <a:spcPts val="0"/>
              </a:spcBef>
              <a:spcAft>
                <a:spcPts val="0"/>
              </a:spcAft>
              <a:buClr>
                <a:srgbClr val="1F1C51"/>
              </a:buClr>
              <a:buSzPts val="2800"/>
              <a:buNone/>
              <a:defRPr sz="2800">
                <a:solidFill>
                  <a:srgbClr val="1F1C51"/>
                </a:solidFill>
              </a:defRPr>
            </a:lvl8pPr>
            <a:lvl9pPr lvl="8" rtl="0" algn="ctr">
              <a:lnSpc>
                <a:spcPct val="100000"/>
              </a:lnSpc>
              <a:spcBef>
                <a:spcPts val="0"/>
              </a:spcBef>
              <a:spcAft>
                <a:spcPts val="0"/>
              </a:spcAft>
              <a:buClr>
                <a:srgbClr val="1F1C51"/>
              </a:buClr>
              <a:buSzPts val="2800"/>
              <a:buNone/>
              <a:defRPr sz="2800">
                <a:solidFill>
                  <a:srgbClr val="1F1C51"/>
                </a:solidFill>
              </a:defRPr>
            </a:lvl9pPr>
          </a:lstStyle>
          <a:p/>
        </p:txBody>
      </p:sp>
      <p:sp>
        <p:nvSpPr>
          <p:cNvPr id="117" name="Google Shape;117;p22"/>
          <p:cNvSpPr txBox="1"/>
          <p:nvPr>
            <p:ph hasCustomPrompt="1" idx="2" type="title"/>
          </p:nvPr>
        </p:nvSpPr>
        <p:spPr>
          <a:xfrm>
            <a:off x="3243150" y="792425"/>
            <a:ext cx="2657700" cy="7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ix Columns  ">
  <p:cSld name="ONE_COLUMN_TEXT_1_1_1_1_1">
    <p:bg>
      <p:bgPr>
        <a:gradFill>
          <a:gsLst>
            <a:gs pos="0">
              <a:srgbClr val="8BE3FF"/>
            </a:gs>
            <a:gs pos="100000">
              <a:srgbClr val="ACFFD9"/>
            </a:gs>
          </a:gsLst>
          <a:lin ang="5400700" scaled="0"/>
        </a:gradFill>
      </p:bgPr>
    </p:bg>
    <p:spTree>
      <p:nvGrpSpPr>
        <p:cNvPr id="118" name="Shape 118"/>
        <p:cNvGrpSpPr/>
        <p:nvPr/>
      </p:nvGrpSpPr>
      <p:grpSpPr>
        <a:xfrm>
          <a:off x="0" y="0"/>
          <a:ext cx="0" cy="0"/>
          <a:chOff x="0" y="0"/>
          <a:chExt cx="0" cy="0"/>
        </a:xfrm>
      </p:grpSpPr>
      <p:cxnSp>
        <p:nvCxnSpPr>
          <p:cNvPr id="119" name="Google Shape;119;p23"/>
          <p:cNvCxnSpPr/>
          <p:nvPr/>
        </p:nvCxnSpPr>
        <p:spPr>
          <a:xfrm>
            <a:off x="242600" y="608025"/>
            <a:ext cx="8988300" cy="0"/>
          </a:xfrm>
          <a:prstGeom prst="straightConnector1">
            <a:avLst/>
          </a:prstGeom>
          <a:noFill/>
          <a:ln cap="flat" cmpd="sng" w="19050">
            <a:solidFill>
              <a:schemeClr val="lt1"/>
            </a:solidFill>
            <a:prstDash val="solid"/>
            <a:round/>
            <a:headEnd len="med" w="med" type="oval"/>
            <a:tailEnd len="med" w="med" type="none"/>
          </a:ln>
        </p:spPr>
      </p:cxnSp>
      <p:sp>
        <p:nvSpPr>
          <p:cNvPr id="120" name="Google Shape;120;p23"/>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1" name="Google Shape;121;p23"/>
          <p:cNvSpPr txBox="1"/>
          <p:nvPr>
            <p:ph idx="1" type="body"/>
          </p:nvPr>
        </p:nvSpPr>
        <p:spPr>
          <a:xfrm>
            <a:off x="3465005" y="1971203"/>
            <a:ext cx="2214000" cy="793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22" name="Google Shape;122;p23"/>
          <p:cNvSpPr txBox="1"/>
          <p:nvPr>
            <p:ph idx="2" type="title"/>
          </p:nvPr>
        </p:nvSpPr>
        <p:spPr>
          <a:xfrm>
            <a:off x="3464998" y="1473360"/>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23" name="Google Shape;123;p23"/>
          <p:cNvSpPr txBox="1"/>
          <p:nvPr>
            <p:ph idx="3" type="body"/>
          </p:nvPr>
        </p:nvSpPr>
        <p:spPr>
          <a:xfrm>
            <a:off x="835225" y="1971203"/>
            <a:ext cx="2214000" cy="793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24" name="Google Shape;124;p23"/>
          <p:cNvSpPr txBox="1"/>
          <p:nvPr>
            <p:ph idx="4" type="title"/>
          </p:nvPr>
        </p:nvSpPr>
        <p:spPr>
          <a:xfrm>
            <a:off x="835213" y="1473360"/>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25" name="Google Shape;125;p23"/>
          <p:cNvSpPr txBox="1"/>
          <p:nvPr>
            <p:ph idx="5" type="body"/>
          </p:nvPr>
        </p:nvSpPr>
        <p:spPr>
          <a:xfrm>
            <a:off x="6094780" y="1971203"/>
            <a:ext cx="2214000" cy="793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26" name="Google Shape;126;p23"/>
          <p:cNvSpPr txBox="1"/>
          <p:nvPr>
            <p:ph idx="6" type="title"/>
          </p:nvPr>
        </p:nvSpPr>
        <p:spPr>
          <a:xfrm>
            <a:off x="6094778" y="1473360"/>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27" name="Google Shape;127;p23"/>
          <p:cNvSpPr txBox="1"/>
          <p:nvPr>
            <p:ph idx="7" type="body"/>
          </p:nvPr>
        </p:nvSpPr>
        <p:spPr>
          <a:xfrm>
            <a:off x="3465005" y="3882828"/>
            <a:ext cx="2214000" cy="793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28" name="Google Shape;128;p23"/>
          <p:cNvSpPr txBox="1"/>
          <p:nvPr>
            <p:ph idx="8" type="title"/>
          </p:nvPr>
        </p:nvSpPr>
        <p:spPr>
          <a:xfrm>
            <a:off x="3464998" y="33849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29" name="Google Shape;129;p23"/>
          <p:cNvSpPr txBox="1"/>
          <p:nvPr>
            <p:ph idx="9" type="body"/>
          </p:nvPr>
        </p:nvSpPr>
        <p:spPr>
          <a:xfrm>
            <a:off x="835225" y="3882828"/>
            <a:ext cx="2214000" cy="793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0" name="Google Shape;130;p23"/>
          <p:cNvSpPr txBox="1"/>
          <p:nvPr>
            <p:ph idx="13" type="title"/>
          </p:nvPr>
        </p:nvSpPr>
        <p:spPr>
          <a:xfrm>
            <a:off x="835213" y="33849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31" name="Google Shape;131;p23"/>
          <p:cNvSpPr txBox="1"/>
          <p:nvPr>
            <p:ph idx="14" type="body"/>
          </p:nvPr>
        </p:nvSpPr>
        <p:spPr>
          <a:xfrm>
            <a:off x="6094780" y="3882828"/>
            <a:ext cx="2214000" cy="7938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2" name="Google Shape;132;p23"/>
          <p:cNvSpPr txBox="1"/>
          <p:nvPr>
            <p:ph idx="15" type="title"/>
          </p:nvPr>
        </p:nvSpPr>
        <p:spPr>
          <a:xfrm>
            <a:off x="6094778" y="33849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hree Columns  1">
  <p:cSld name="ONE_COLUMN_TEXT_1_1_1_1_2">
    <p:bg>
      <p:bgPr>
        <a:solidFill>
          <a:srgbClr val="FFFFFF"/>
        </a:solidFill>
      </p:bgPr>
    </p:bg>
    <p:spTree>
      <p:nvGrpSpPr>
        <p:cNvPr id="133" name="Shape 133"/>
        <p:cNvGrpSpPr/>
        <p:nvPr/>
      </p:nvGrpSpPr>
      <p:grpSpPr>
        <a:xfrm>
          <a:off x="0" y="0"/>
          <a:ext cx="0" cy="0"/>
          <a:chOff x="0" y="0"/>
          <a:chExt cx="0" cy="0"/>
        </a:xfrm>
      </p:grpSpPr>
      <p:cxnSp>
        <p:nvCxnSpPr>
          <p:cNvPr id="134" name="Google Shape;134;p24"/>
          <p:cNvCxnSpPr/>
          <p:nvPr/>
        </p:nvCxnSpPr>
        <p:spPr>
          <a:xfrm>
            <a:off x="242600" y="608025"/>
            <a:ext cx="8988300" cy="0"/>
          </a:xfrm>
          <a:prstGeom prst="straightConnector1">
            <a:avLst/>
          </a:prstGeom>
          <a:noFill/>
          <a:ln cap="flat" cmpd="sng" w="19050">
            <a:solidFill>
              <a:schemeClr val="accent2"/>
            </a:solidFill>
            <a:prstDash val="solid"/>
            <a:round/>
            <a:headEnd len="med" w="med" type="oval"/>
            <a:tailEnd len="med" w="med" type="none"/>
          </a:ln>
        </p:spPr>
      </p:cxnSp>
      <p:sp>
        <p:nvSpPr>
          <p:cNvPr id="135" name="Google Shape;135;p24"/>
          <p:cNvSpPr txBox="1"/>
          <p:nvPr>
            <p:ph type="title"/>
          </p:nvPr>
        </p:nvSpPr>
        <p:spPr>
          <a:xfrm>
            <a:off x="626625" y="3381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36" name="Google Shape;136;p24"/>
          <p:cNvSpPr txBox="1"/>
          <p:nvPr>
            <p:ph idx="1" type="body"/>
          </p:nvPr>
        </p:nvSpPr>
        <p:spPr>
          <a:xfrm>
            <a:off x="3464998" y="3508236"/>
            <a:ext cx="22140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7" name="Google Shape;137;p24"/>
          <p:cNvSpPr txBox="1"/>
          <p:nvPr>
            <p:ph idx="2" type="title"/>
          </p:nvPr>
        </p:nvSpPr>
        <p:spPr>
          <a:xfrm>
            <a:off x="3464998" y="30103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38" name="Google Shape;138;p24"/>
          <p:cNvSpPr txBox="1"/>
          <p:nvPr>
            <p:ph idx="3" type="body"/>
          </p:nvPr>
        </p:nvSpPr>
        <p:spPr>
          <a:xfrm>
            <a:off x="835213" y="3508236"/>
            <a:ext cx="22140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39" name="Google Shape;139;p24"/>
          <p:cNvSpPr txBox="1"/>
          <p:nvPr>
            <p:ph idx="4" type="title"/>
          </p:nvPr>
        </p:nvSpPr>
        <p:spPr>
          <a:xfrm>
            <a:off x="835213" y="30103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140" name="Google Shape;140;p24"/>
          <p:cNvSpPr txBox="1"/>
          <p:nvPr>
            <p:ph idx="5" type="body"/>
          </p:nvPr>
        </p:nvSpPr>
        <p:spPr>
          <a:xfrm>
            <a:off x="6094778" y="3508236"/>
            <a:ext cx="2214000" cy="11499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400"/>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41" name="Google Shape;141;p24"/>
          <p:cNvSpPr txBox="1"/>
          <p:nvPr>
            <p:ph idx="6" type="title"/>
          </p:nvPr>
        </p:nvSpPr>
        <p:spPr>
          <a:xfrm>
            <a:off x="6094778" y="3010385"/>
            <a:ext cx="2214000" cy="539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18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amp; Credits">
  <p:cSld name="SECTION_HEADER_1_1_1">
    <p:bg>
      <p:bgPr>
        <a:solidFill>
          <a:schemeClr val="lt1"/>
        </a:solidFill>
      </p:bgPr>
    </p:bg>
    <p:spTree>
      <p:nvGrpSpPr>
        <p:cNvPr id="142" name="Shape 142"/>
        <p:cNvGrpSpPr/>
        <p:nvPr/>
      </p:nvGrpSpPr>
      <p:grpSpPr>
        <a:xfrm>
          <a:off x="0" y="0"/>
          <a:ext cx="0" cy="0"/>
          <a:chOff x="0" y="0"/>
          <a:chExt cx="0" cy="0"/>
        </a:xfrm>
      </p:grpSpPr>
      <p:sp>
        <p:nvSpPr>
          <p:cNvPr id="143" name="Google Shape;143;p25"/>
          <p:cNvSpPr txBox="1"/>
          <p:nvPr>
            <p:ph type="title"/>
          </p:nvPr>
        </p:nvSpPr>
        <p:spPr>
          <a:xfrm>
            <a:off x="671150" y="-101475"/>
            <a:ext cx="3967500" cy="1671900"/>
          </a:xfrm>
          <a:prstGeom prst="rect">
            <a:avLst/>
          </a:prstGeom>
        </p:spPr>
        <p:txBody>
          <a:bodyPr anchorCtr="0" anchor="b"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4" name="Google Shape;144;p25"/>
          <p:cNvSpPr txBox="1"/>
          <p:nvPr>
            <p:ph idx="1" type="subTitle"/>
          </p:nvPr>
        </p:nvSpPr>
        <p:spPr>
          <a:xfrm>
            <a:off x="671150" y="1450900"/>
            <a:ext cx="3742800" cy="1556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1F1C51"/>
              </a:buClr>
              <a:buSzPts val="1600"/>
              <a:buNone/>
              <a:defRPr sz="1600">
                <a:solidFill>
                  <a:srgbClr val="1F1C51"/>
                </a:solidFill>
              </a:defRPr>
            </a:lvl1pPr>
            <a:lvl2pPr lvl="1" rtl="0">
              <a:lnSpc>
                <a:spcPct val="100000"/>
              </a:lnSpc>
              <a:spcBef>
                <a:spcPts val="0"/>
              </a:spcBef>
              <a:spcAft>
                <a:spcPts val="0"/>
              </a:spcAft>
              <a:buClr>
                <a:srgbClr val="1F1C51"/>
              </a:buClr>
              <a:buSzPts val="2800"/>
              <a:buNone/>
              <a:defRPr sz="2800">
                <a:solidFill>
                  <a:srgbClr val="1F1C51"/>
                </a:solidFill>
              </a:defRPr>
            </a:lvl2pPr>
            <a:lvl3pPr lvl="2" rtl="0">
              <a:lnSpc>
                <a:spcPct val="100000"/>
              </a:lnSpc>
              <a:spcBef>
                <a:spcPts val="0"/>
              </a:spcBef>
              <a:spcAft>
                <a:spcPts val="0"/>
              </a:spcAft>
              <a:buClr>
                <a:srgbClr val="1F1C51"/>
              </a:buClr>
              <a:buSzPts val="2800"/>
              <a:buNone/>
              <a:defRPr sz="2800">
                <a:solidFill>
                  <a:srgbClr val="1F1C51"/>
                </a:solidFill>
              </a:defRPr>
            </a:lvl3pPr>
            <a:lvl4pPr lvl="3" rtl="0">
              <a:lnSpc>
                <a:spcPct val="100000"/>
              </a:lnSpc>
              <a:spcBef>
                <a:spcPts val="0"/>
              </a:spcBef>
              <a:spcAft>
                <a:spcPts val="0"/>
              </a:spcAft>
              <a:buClr>
                <a:srgbClr val="1F1C51"/>
              </a:buClr>
              <a:buSzPts val="2800"/>
              <a:buNone/>
              <a:defRPr sz="2800">
                <a:solidFill>
                  <a:srgbClr val="1F1C51"/>
                </a:solidFill>
              </a:defRPr>
            </a:lvl4pPr>
            <a:lvl5pPr lvl="4" rtl="0">
              <a:lnSpc>
                <a:spcPct val="100000"/>
              </a:lnSpc>
              <a:spcBef>
                <a:spcPts val="0"/>
              </a:spcBef>
              <a:spcAft>
                <a:spcPts val="0"/>
              </a:spcAft>
              <a:buClr>
                <a:srgbClr val="1F1C51"/>
              </a:buClr>
              <a:buSzPts val="2800"/>
              <a:buNone/>
              <a:defRPr sz="2800">
                <a:solidFill>
                  <a:srgbClr val="1F1C51"/>
                </a:solidFill>
              </a:defRPr>
            </a:lvl5pPr>
            <a:lvl6pPr lvl="5" rtl="0">
              <a:lnSpc>
                <a:spcPct val="100000"/>
              </a:lnSpc>
              <a:spcBef>
                <a:spcPts val="0"/>
              </a:spcBef>
              <a:spcAft>
                <a:spcPts val="0"/>
              </a:spcAft>
              <a:buClr>
                <a:srgbClr val="1F1C51"/>
              </a:buClr>
              <a:buSzPts val="2800"/>
              <a:buNone/>
              <a:defRPr sz="2800">
                <a:solidFill>
                  <a:srgbClr val="1F1C51"/>
                </a:solidFill>
              </a:defRPr>
            </a:lvl6pPr>
            <a:lvl7pPr lvl="6" rtl="0">
              <a:lnSpc>
                <a:spcPct val="100000"/>
              </a:lnSpc>
              <a:spcBef>
                <a:spcPts val="0"/>
              </a:spcBef>
              <a:spcAft>
                <a:spcPts val="0"/>
              </a:spcAft>
              <a:buClr>
                <a:srgbClr val="1F1C51"/>
              </a:buClr>
              <a:buSzPts val="2800"/>
              <a:buNone/>
              <a:defRPr sz="2800">
                <a:solidFill>
                  <a:srgbClr val="1F1C51"/>
                </a:solidFill>
              </a:defRPr>
            </a:lvl7pPr>
            <a:lvl8pPr lvl="7" rtl="0">
              <a:lnSpc>
                <a:spcPct val="100000"/>
              </a:lnSpc>
              <a:spcBef>
                <a:spcPts val="0"/>
              </a:spcBef>
              <a:spcAft>
                <a:spcPts val="0"/>
              </a:spcAft>
              <a:buClr>
                <a:srgbClr val="1F1C51"/>
              </a:buClr>
              <a:buSzPts val="2800"/>
              <a:buNone/>
              <a:defRPr sz="2800">
                <a:solidFill>
                  <a:srgbClr val="1F1C51"/>
                </a:solidFill>
              </a:defRPr>
            </a:lvl8pPr>
            <a:lvl9pPr lvl="8" rtl="0">
              <a:lnSpc>
                <a:spcPct val="100000"/>
              </a:lnSpc>
              <a:spcBef>
                <a:spcPts val="0"/>
              </a:spcBef>
              <a:spcAft>
                <a:spcPts val="0"/>
              </a:spcAft>
              <a:buClr>
                <a:srgbClr val="1F1C51"/>
              </a:buClr>
              <a:buSzPts val="2800"/>
              <a:buNone/>
              <a:defRPr sz="2800">
                <a:solidFill>
                  <a:srgbClr val="1F1C51"/>
                </a:solidFill>
              </a:defRPr>
            </a:lvl9pPr>
          </a:lstStyle>
          <a:p/>
        </p:txBody>
      </p:sp>
      <p:sp>
        <p:nvSpPr>
          <p:cNvPr id="145" name="Google Shape;145;p25"/>
          <p:cNvSpPr txBox="1"/>
          <p:nvPr/>
        </p:nvSpPr>
        <p:spPr>
          <a:xfrm>
            <a:off x="671150" y="3275775"/>
            <a:ext cx="3387600" cy="7047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lang="en" sz="1100">
                <a:solidFill>
                  <a:schemeClr val="lt2"/>
                </a:solidFill>
                <a:latin typeface="DM Sans"/>
                <a:ea typeface="DM Sans"/>
                <a:cs typeface="DM Sans"/>
                <a:sym typeface="DM Sans"/>
              </a:rPr>
              <a:t>CREDITS: This presentation template was created by </a:t>
            </a:r>
            <a:r>
              <a:rPr b="1" lang="en" sz="1100">
                <a:solidFill>
                  <a:schemeClr val="lt2"/>
                </a:solidFill>
                <a:uFill>
                  <a:noFill/>
                </a:uFill>
                <a:latin typeface="DM Sans"/>
                <a:ea typeface="DM Sans"/>
                <a:cs typeface="DM Sans"/>
                <a:sym typeface="DM Sans"/>
                <a:hlinkClick r:id="rId2">
                  <a:extLst>
                    <a:ext uri="{A12FA001-AC4F-418D-AE19-62706E023703}">
                      <ahyp:hlinkClr val="tx"/>
                    </a:ext>
                  </a:extLst>
                </a:hlinkClick>
              </a:rPr>
              <a:t>Slidesgo</a:t>
            </a:r>
            <a:r>
              <a:rPr lang="en" sz="1100">
                <a:solidFill>
                  <a:schemeClr val="lt2"/>
                </a:solidFill>
                <a:latin typeface="DM Sans"/>
                <a:ea typeface="DM Sans"/>
                <a:cs typeface="DM Sans"/>
                <a:sym typeface="DM Sans"/>
              </a:rPr>
              <a:t>, including icons by </a:t>
            </a:r>
            <a:r>
              <a:rPr b="1" lang="en" sz="1100">
                <a:solidFill>
                  <a:schemeClr val="lt2"/>
                </a:solidFill>
                <a:uFill>
                  <a:noFill/>
                </a:uFill>
                <a:latin typeface="DM Sans"/>
                <a:ea typeface="DM Sans"/>
                <a:cs typeface="DM Sans"/>
                <a:sym typeface="DM Sans"/>
                <a:hlinkClick r:id="rId3">
                  <a:extLst>
                    <a:ext uri="{A12FA001-AC4F-418D-AE19-62706E023703}">
                      <ahyp:hlinkClr val="tx"/>
                    </a:ext>
                  </a:extLst>
                </a:hlinkClick>
              </a:rPr>
              <a:t>Flaticon</a:t>
            </a:r>
            <a:r>
              <a:rPr lang="en" sz="1100">
                <a:solidFill>
                  <a:schemeClr val="lt2"/>
                </a:solidFill>
                <a:latin typeface="DM Sans"/>
                <a:ea typeface="DM Sans"/>
                <a:cs typeface="DM Sans"/>
                <a:sym typeface="DM Sans"/>
              </a:rPr>
              <a:t>, infographics &amp; images by </a:t>
            </a:r>
            <a:r>
              <a:rPr b="1" lang="en" sz="1100">
                <a:solidFill>
                  <a:schemeClr val="lt2"/>
                </a:solidFill>
                <a:uFill>
                  <a:noFill/>
                </a:uFill>
                <a:latin typeface="DM Sans"/>
                <a:ea typeface="DM Sans"/>
                <a:cs typeface="DM Sans"/>
                <a:sym typeface="DM Sans"/>
                <a:hlinkClick r:id="rId4">
                  <a:extLst>
                    <a:ext uri="{A12FA001-AC4F-418D-AE19-62706E023703}">
                      <ahyp:hlinkClr val="tx"/>
                    </a:ext>
                  </a:extLst>
                </a:hlinkClick>
              </a:rPr>
              <a:t>Freepik</a:t>
            </a:r>
            <a:r>
              <a:rPr lang="en" sz="1100">
                <a:solidFill>
                  <a:schemeClr val="lt2"/>
                </a:solidFill>
                <a:latin typeface="DM Sans"/>
                <a:ea typeface="DM Sans"/>
                <a:cs typeface="DM Sans"/>
                <a:sym typeface="DM Sans"/>
              </a:rPr>
              <a:t> and illustrations by </a:t>
            </a:r>
            <a:r>
              <a:rPr lang="en" sz="1100">
                <a:solidFill>
                  <a:schemeClr val="hlink"/>
                </a:solidFill>
                <a:uFill>
                  <a:noFill/>
                </a:uFill>
                <a:latin typeface="DM Sans"/>
                <a:ea typeface="DM Sans"/>
                <a:cs typeface="DM Sans"/>
                <a:sym typeface="DM Sans"/>
                <a:hlinkClick r:id="rId5"/>
              </a:rPr>
              <a:t>Stories</a:t>
            </a:r>
            <a:endParaRPr sz="1100">
              <a:solidFill>
                <a:schemeClr val="lt2"/>
              </a:solidFill>
              <a:latin typeface="DM Sans"/>
              <a:ea typeface="DM Sans"/>
              <a:cs typeface="DM Sans"/>
              <a:sym typeface="DM Sans"/>
            </a:endParaRPr>
          </a:p>
          <a:p>
            <a:pPr indent="0" lvl="0" marL="0" rtl="0" algn="l">
              <a:spcBef>
                <a:spcPts val="300"/>
              </a:spcBef>
              <a:spcAft>
                <a:spcPts val="0"/>
              </a:spcAft>
              <a:buNone/>
            </a:pPr>
            <a:r>
              <a:t/>
            </a:r>
            <a:endParaRPr sz="1100">
              <a:solidFill>
                <a:schemeClr val="lt2"/>
              </a:solidFill>
              <a:latin typeface="DM Sans"/>
              <a:ea typeface="DM Sans"/>
              <a:cs typeface="DM Sans"/>
              <a:sym typeface="DM Sans"/>
            </a:endParaRPr>
          </a:p>
          <a:p>
            <a:pPr indent="0" lvl="0" marL="0" rtl="0" algn="l">
              <a:spcBef>
                <a:spcPts val="300"/>
              </a:spcBef>
              <a:spcAft>
                <a:spcPts val="0"/>
              </a:spcAft>
              <a:buNone/>
            </a:pPr>
            <a:r>
              <a:t/>
            </a:r>
            <a:endParaRPr b="1" sz="1100">
              <a:solidFill>
                <a:schemeClr val="lt2"/>
              </a:solidFill>
              <a:latin typeface="DM Sans"/>
              <a:ea typeface="DM Sans"/>
              <a:cs typeface="DM Sans"/>
              <a:sym typeface="DM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ullet Points">
  <p:cSld name="TITLE_AND_TWO_COLUMNS_1">
    <p:bg>
      <p:bgPr>
        <a:gradFill>
          <a:gsLst>
            <a:gs pos="0">
              <a:srgbClr val="8BE3FF"/>
            </a:gs>
            <a:gs pos="100000">
              <a:srgbClr val="ACFFD9"/>
            </a:gs>
          </a:gsLst>
          <a:lin ang="5400700" scaled="0"/>
        </a:gradFill>
      </p:bgPr>
    </p:bg>
    <p:spTree>
      <p:nvGrpSpPr>
        <p:cNvPr id="146" name="Shape 146"/>
        <p:cNvGrpSpPr/>
        <p:nvPr/>
      </p:nvGrpSpPr>
      <p:grpSpPr>
        <a:xfrm>
          <a:off x="0" y="0"/>
          <a:ext cx="0" cy="0"/>
          <a:chOff x="0" y="0"/>
          <a:chExt cx="0" cy="0"/>
        </a:xfrm>
      </p:grpSpPr>
      <p:sp>
        <p:nvSpPr>
          <p:cNvPr id="147" name="Google Shape;147;p26"/>
          <p:cNvSpPr txBox="1"/>
          <p:nvPr>
            <p:ph idx="1" type="body"/>
          </p:nvPr>
        </p:nvSpPr>
        <p:spPr>
          <a:xfrm>
            <a:off x="722600" y="1335775"/>
            <a:ext cx="3614100" cy="3267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cxnSp>
        <p:nvCxnSpPr>
          <p:cNvPr id="148" name="Google Shape;148;p26"/>
          <p:cNvCxnSpPr/>
          <p:nvPr/>
        </p:nvCxnSpPr>
        <p:spPr>
          <a:xfrm>
            <a:off x="395000" y="760425"/>
            <a:ext cx="8988300" cy="0"/>
          </a:xfrm>
          <a:prstGeom prst="straightConnector1">
            <a:avLst/>
          </a:prstGeom>
          <a:noFill/>
          <a:ln cap="flat" cmpd="sng" w="19050">
            <a:solidFill>
              <a:schemeClr val="lt1"/>
            </a:solidFill>
            <a:prstDash val="solid"/>
            <a:round/>
            <a:headEnd len="med" w="med" type="oval"/>
            <a:tailEnd len="med" w="med" type="none"/>
          </a:ln>
        </p:spPr>
      </p:cxnSp>
      <p:sp>
        <p:nvSpPr>
          <p:cNvPr id="149" name="Google Shape;149;p26"/>
          <p:cNvSpPr txBox="1"/>
          <p:nvPr>
            <p:ph type="title"/>
          </p:nvPr>
        </p:nvSpPr>
        <p:spPr>
          <a:xfrm>
            <a:off x="779025" y="490575"/>
            <a:ext cx="6084000" cy="539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2.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2"/>
              </a:buClr>
              <a:buSzPts val="2800"/>
              <a:buFont typeface="Viga"/>
              <a:buNone/>
              <a:defRPr sz="2800">
                <a:solidFill>
                  <a:schemeClr val="lt2"/>
                </a:solidFill>
                <a:latin typeface="Viga"/>
                <a:ea typeface="Viga"/>
                <a:cs typeface="Viga"/>
                <a:sym typeface="Viga"/>
              </a:defRPr>
            </a:lvl1pPr>
            <a:lvl2pPr lvl="1">
              <a:spcBef>
                <a:spcPts val="0"/>
              </a:spcBef>
              <a:spcAft>
                <a:spcPts val="0"/>
              </a:spcAft>
              <a:buClr>
                <a:schemeClr val="lt2"/>
              </a:buClr>
              <a:buSzPts val="2800"/>
              <a:buNone/>
              <a:defRPr sz="2800">
                <a:solidFill>
                  <a:schemeClr val="lt2"/>
                </a:solidFill>
              </a:defRPr>
            </a:lvl2pPr>
            <a:lvl3pPr lvl="2">
              <a:spcBef>
                <a:spcPts val="0"/>
              </a:spcBef>
              <a:spcAft>
                <a:spcPts val="0"/>
              </a:spcAft>
              <a:buClr>
                <a:schemeClr val="lt2"/>
              </a:buClr>
              <a:buSzPts val="2800"/>
              <a:buNone/>
              <a:defRPr sz="2800">
                <a:solidFill>
                  <a:schemeClr val="lt2"/>
                </a:solidFill>
              </a:defRPr>
            </a:lvl3pPr>
            <a:lvl4pPr lvl="3">
              <a:spcBef>
                <a:spcPts val="0"/>
              </a:spcBef>
              <a:spcAft>
                <a:spcPts val="0"/>
              </a:spcAft>
              <a:buClr>
                <a:schemeClr val="lt2"/>
              </a:buClr>
              <a:buSzPts val="2800"/>
              <a:buNone/>
              <a:defRPr sz="2800">
                <a:solidFill>
                  <a:schemeClr val="lt2"/>
                </a:solidFill>
              </a:defRPr>
            </a:lvl4pPr>
            <a:lvl5pPr lvl="4">
              <a:spcBef>
                <a:spcPts val="0"/>
              </a:spcBef>
              <a:spcAft>
                <a:spcPts val="0"/>
              </a:spcAft>
              <a:buClr>
                <a:schemeClr val="lt2"/>
              </a:buClr>
              <a:buSzPts val="2800"/>
              <a:buNone/>
              <a:defRPr sz="2800">
                <a:solidFill>
                  <a:schemeClr val="lt2"/>
                </a:solidFill>
              </a:defRPr>
            </a:lvl5pPr>
            <a:lvl6pPr lvl="5">
              <a:spcBef>
                <a:spcPts val="0"/>
              </a:spcBef>
              <a:spcAft>
                <a:spcPts val="0"/>
              </a:spcAft>
              <a:buClr>
                <a:schemeClr val="lt2"/>
              </a:buClr>
              <a:buSzPts val="2800"/>
              <a:buNone/>
              <a:defRPr sz="2800">
                <a:solidFill>
                  <a:schemeClr val="lt2"/>
                </a:solidFill>
              </a:defRPr>
            </a:lvl6pPr>
            <a:lvl7pPr lvl="6">
              <a:spcBef>
                <a:spcPts val="0"/>
              </a:spcBef>
              <a:spcAft>
                <a:spcPts val="0"/>
              </a:spcAft>
              <a:buClr>
                <a:schemeClr val="lt2"/>
              </a:buClr>
              <a:buSzPts val="2800"/>
              <a:buNone/>
              <a:defRPr sz="2800">
                <a:solidFill>
                  <a:schemeClr val="lt2"/>
                </a:solidFill>
              </a:defRPr>
            </a:lvl7pPr>
            <a:lvl8pPr lvl="7">
              <a:spcBef>
                <a:spcPts val="0"/>
              </a:spcBef>
              <a:spcAft>
                <a:spcPts val="0"/>
              </a:spcAft>
              <a:buClr>
                <a:schemeClr val="lt2"/>
              </a:buClr>
              <a:buSzPts val="2800"/>
              <a:buNone/>
              <a:defRPr sz="2800">
                <a:solidFill>
                  <a:schemeClr val="lt2"/>
                </a:solidFill>
              </a:defRPr>
            </a:lvl8pPr>
            <a:lvl9pPr lvl="8">
              <a:spcBef>
                <a:spcPts val="0"/>
              </a:spcBef>
              <a:spcAft>
                <a:spcPts val="0"/>
              </a:spcAft>
              <a:buClr>
                <a:schemeClr val="lt2"/>
              </a:buClr>
              <a:buSzPts val="2800"/>
              <a:buNone/>
              <a:defRPr sz="2800">
                <a:solidFill>
                  <a:schemeClr val="lt2"/>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00000"/>
              </a:lnSpc>
              <a:spcBef>
                <a:spcPts val="0"/>
              </a:spcBef>
              <a:spcAft>
                <a:spcPts val="0"/>
              </a:spcAft>
              <a:buClr>
                <a:schemeClr val="lt2"/>
              </a:buClr>
              <a:buSzPts val="1800"/>
              <a:buFont typeface="DM Sans"/>
              <a:buChar char="●"/>
              <a:defRPr sz="1800">
                <a:solidFill>
                  <a:schemeClr val="lt2"/>
                </a:solidFill>
                <a:latin typeface="DM Sans"/>
                <a:ea typeface="DM Sans"/>
                <a:cs typeface="DM Sans"/>
                <a:sym typeface="DM Sans"/>
              </a:defRPr>
            </a:lvl1pPr>
            <a:lvl2pPr indent="-317500" lvl="1" marL="9144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2pPr>
            <a:lvl3pPr indent="-317500" lvl="2" marL="13716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3pPr>
            <a:lvl4pPr indent="-317500" lvl="3" marL="18288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4pPr>
            <a:lvl5pPr indent="-317500" lvl="4" marL="22860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5pPr>
            <a:lvl6pPr indent="-317500" lvl="5" marL="27432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6pPr>
            <a:lvl7pPr indent="-317500" lvl="6" marL="32004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7pPr>
            <a:lvl8pPr indent="-317500" lvl="7" marL="3657600" rtl="0">
              <a:lnSpc>
                <a:spcPct val="100000"/>
              </a:lnSpc>
              <a:spcBef>
                <a:spcPts val="1600"/>
              </a:spcBef>
              <a:spcAft>
                <a:spcPts val="0"/>
              </a:spcAft>
              <a:buClr>
                <a:schemeClr val="lt2"/>
              </a:buClr>
              <a:buSzPts val="1400"/>
              <a:buFont typeface="DM Sans"/>
              <a:buChar char="○"/>
              <a:defRPr>
                <a:solidFill>
                  <a:schemeClr val="lt2"/>
                </a:solidFill>
                <a:latin typeface="DM Sans"/>
                <a:ea typeface="DM Sans"/>
                <a:cs typeface="DM Sans"/>
                <a:sym typeface="DM Sans"/>
              </a:defRPr>
            </a:lvl8pPr>
            <a:lvl9pPr indent="-317500" lvl="8" marL="4114800" rtl="0">
              <a:lnSpc>
                <a:spcPct val="100000"/>
              </a:lnSpc>
              <a:spcBef>
                <a:spcPts val="1600"/>
              </a:spcBef>
              <a:spcAft>
                <a:spcPts val="1600"/>
              </a:spcAft>
              <a:buClr>
                <a:schemeClr val="lt2"/>
              </a:buClr>
              <a:buSzPts val="1400"/>
              <a:buFont typeface="DM Sans"/>
              <a:buChar char="■"/>
              <a:defRPr>
                <a:solidFill>
                  <a:schemeClr val="lt2"/>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 Id="rId3"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11.png"/><Relationship Id="rId4" Type="http://schemas.openxmlformats.org/officeDocument/2006/relationships/hyperlink" Target="http://s.no"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2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3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 Id="rId3"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 Id="rId3" Type="http://schemas.openxmlformats.org/officeDocument/2006/relationships/image" Target="../media/image23.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8.png"/><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27.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33.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30.jpg"/></Relationships>
</file>

<file path=ppt/slides/_rels/slide43.xml.rels><?xml version="1.0" encoding="UTF-8" standalone="yes"?><Relationships xmlns="http://schemas.openxmlformats.org/package/2006/relationships"><Relationship Id="rId20" Type="http://schemas.openxmlformats.org/officeDocument/2006/relationships/hyperlink" Target="https://www.genengnews.com/insights/machine-learning-to-optimize-product-quality-measurement/" TargetMode="External"/><Relationship Id="rId22" Type="http://schemas.openxmlformats.org/officeDocument/2006/relationships/hyperlink" Target="https://www.vecteezy.com/free-vector/tech-background" TargetMode="External"/><Relationship Id="rId21" Type="http://schemas.openxmlformats.org/officeDocument/2006/relationships/hyperlink" Target="https://www.marktechpost.com/2022/05/06/in-the-latest-research-hpe-employs-blockchain-infrastructure-for-distributed-machine-learning-models/" TargetMode="External"/><Relationship Id="rId23" Type="http://schemas.openxmlformats.org/officeDocument/2006/relationships/hyperlink" Target="https://www.cambridgemaths.org/blogs/skewed-usage-skewed-distribution/" TargetMode="External"/><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hyperlink" Target="https://machinelearningmastery.com/hyperparameters-for-classification-machine-learning-algorithms/" TargetMode="External"/><Relationship Id="rId4" Type="http://schemas.openxmlformats.org/officeDocument/2006/relationships/hyperlink" Target="https://towardsdatascience.com/end-to-end-guide-to-building-a-credit-scorecard-using-machine-learning-6502d8bb765a" TargetMode="External"/><Relationship Id="rId9" Type="http://schemas.openxmlformats.org/officeDocument/2006/relationships/hyperlink" Target="https://www.listendata.com/2015/03/weight-of-evidence-woe-and-information.html" TargetMode="External"/><Relationship Id="rId5" Type="http://schemas.openxmlformats.org/officeDocument/2006/relationships/hyperlink" Target="https://machinelearningmastery.com/hyperparameter-optimization-with-random-search-and-grid-search/" TargetMode="External"/><Relationship Id="rId6" Type="http://schemas.openxmlformats.org/officeDocument/2006/relationships/hyperlink" Target="https://towardsdatascience.com/feature-engineering-deep-dive-into-encoding-and-binning-techniques-5618d55a6b38" TargetMode="External"/><Relationship Id="rId7" Type="http://schemas.openxmlformats.org/officeDocument/2006/relationships/hyperlink" Target="https://toad.readthedocs.io/en/0.0.59/tutorial.html" TargetMode="External"/><Relationship Id="rId8" Type="http://schemas.openxmlformats.org/officeDocument/2006/relationships/hyperlink" Target="https://www.kaggle.com/datasets/uciml/default-of-credit-card-clients-dataset" TargetMode="External"/><Relationship Id="rId11" Type="http://schemas.openxmlformats.org/officeDocument/2006/relationships/hyperlink" Target="https://machinelearningmastery.com/smote-oversampling-for-imbalanced-classification/" TargetMode="External"/><Relationship Id="rId10" Type="http://schemas.openxmlformats.org/officeDocument/2006/relationships/hyperlink" Target="https://medium.com/codex/do-i-need-to-tune-logistic-regression-hyperparameters-1cb2b81fca69" TargetMode="External"/><Relationship Id="rId13" Type="http://schemas.openxmlformats.org/officeDocument/2006/relationships/hyperlink" Target="https://scikit-learn.org/stable/modules/model_evaluation.html" TargetMode="External"/><Relationship Id="rId12" Type="http://schemas.openxmlformats.org/officeDocument/2006/relationships/hyperlink" Target="https://www.analyticsvidhya.com/blog/2019/08/11-important-model-evaluation-error-metrics/" TargetMode="External"/><Relationship Id="rId15" Type="http://schemas.openxmlformats.org/officeDocument/2006/relationships/hyperlink" Target="https://slidesgo.com/theme/cyber-security-business-plan#search-cyber+security+plan&amp;position-1&amp;results-1&amp;rs=search&amp;rs=search" TargetMode="External"/><Relationship Id="rId14" Type="http://schemas.openxmlformats.org/officeDocument/2006/relationships/hyperlink" Target="https://www.intellspot.com/machine-learning-classification/" TargetMode="External"/><Relationship Id="rId17" Type="http://schemas.openxmlformats.org/officeDocument/2006/relationships/hyperlink" Target="https://www.vecteezy.com/vector-art/4940875-artificial-intelligence-machine-learning-ai-data-deep-learning-for-future-technology-artwork-mining-isometric-neural-network-machine-programming-and-responsive-web-banner-vector-illustration" TargetMode="External"/><Relationship Id="rId16" Type="http://schemas.openxmlformats.org/officeDocument/2006/relationships/hyperlink" Target="https://www.flaticon.com/" TargetMode="External"/><Relationship Id="rId19" Type="http://schemas.openxmlformats.org/officeDocument/2006/relationships/hyperlink" Target="https://www.freepik.com/free-photos-vectors/machine-learning-background" TargetMode="External"/><Relationship Id="rId18" Type="http://schemas.openxmlformats.org/officeDocument/2006/relationships/hyperlink" Target="https://www.unite.ai/machine-learning-vs-artificial-intelligence-key-differenc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4854601" y="914775"/>
            <a:ext cx="3967500" cy="1671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a:solidFill>
                  <a:schemeClr val="dk1"/>
                </a:solidFill>
              </a:rPr>
              <a:t>Scorecard Construction using Credit Card data</a:t>
            </a:r>
            <a:endParaRPr b="1"/>
          </a:p>
        </p:txBody>
      </p:sp>
      <p:sp>
        <p:nvSpPr>
          <p:cNvPr id="155" name="Google Shape;155;p27"/>
          <p:cNvSpPr txBox="1"/>
          <p:nvPr>
            <p:ph idx="1" type="subTitle"/>
          </p:nvPr>
        </p:nvSpPr>
        <p:spPr>
          <a:xfrm>
            <a:off x="5264825" y="3504250"/>
            <a:ext cx="3387900" cy="1101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Group 4: Cai Yuxin, Dao Duy Hung, Li Xuan, Sumedha Bansal, Vineeta Dawar </a:t>
            </a:r>
            <a:endParaRPr/>
          </a:p>
        </p:txBody>
      </p:sp>
      <p:grpSp>
        <p:nvGrpSpPr>
          <p:cNvPr id="156" name="Google Shape;156;p27"/>
          <p:cNvGrpSpPr/>
          <p:nvPr/>
        </p:nvGrpSpPr>
        <p:grpSpPr>
          <a:xfrm>
            <a:off x="530397" y="586375"/>
            <a:ext cx="4677778" cy="4019820"/>
            <a:chOff x="815175" y="238100"/>
            <a:chExt cx="6094825" cy="5237550"/>
          </a:xfrm>
        </p:grpSpPr>
        <p:sp>
          <p:nvSpPr>
            <p:cNvPr id="157" name="Google Shape;157;p27"/>
            <p:cNvSpPr/>
            <p:nvPr/>
          </p:nvSpPr>
          <p:spPr>
            <a:xfrm>
              <a:off x="972950" y="418450"/>
              <a:ext cx="5471300" cy="4680625"/>
            </a:xfrm>
            <a:custGeom>
              <a:rect b="b" l="l" r="r" t="t"/>
              <a:pathLst>
                <a:path extrusionOk="0" h="187225" w="218852">
                  <a:moveTo>
                    <a:pt x="141436" y="0"/>
                  </a:moveTo>
                  <a:cubicBezTo>
                    <a:pt x="133917" y="0"/>
                    <a:pt x="126400" y="1762"/>
                    <a:pt x="119263" y="5720"/>
                  </a:cubicBezTo>
                  <a:cubicBezTo>
                    <a:pt x="104474" y="13920"/>
                    <a:pt x="95167" y="31175"/>
                    <a:pt x="77239" y="33599"/>
                  </a:cubicBezTo>
                  <a:cubicBezTo>
                    <a:pt x="75347" y="33855"/>
                    <a:pt x="73558" y="33967"/>
                    <a:pt x="71850" y="33967"/>
                  </a:cubicBezTo>
                  <a:cubicBezTo>
                    <a:pt x="59436" y="33967"/>
                    <a:pt x="51333" y="28033"/>
                    <a:pt x="39842" y="28033"/>
                  </a:cubicBezTo>
                  <a:cubicBezTo>
                    <a:pt x="35425" y="28033"/>
                    <a:pt x="30508" y="28909"/>
                    <a:pt x="24653" y="31337"/>
                  </a:cubicBezTo>
                  <a:cubicBezTo>
                    <a:pt x="15532" y="35119"/>
                    <a:pt x="7671" y="41986"/>
                    <a:pt x="4072" y="51333"/>
                  </a:cubicBezTo>
                  <a:cubicBezTo>
                    <a:pt x="1" y="61910"/>
                    <a:pt x="3516" y="69816"/>
                    <a:pt x="7859" y="79672"/>
                  </a:cubicBezTo>
                  <a:cubicBezTo>
                    <a:pt x="12547" y="90312"/>
                    <a:pt x="14716" y="102029"/>
                    <a:pt x="14288" y="113641"/>
                  </a:cubicBezTo>
                  <a:cubicBezTo>
                    <a:pt x="13905" y="123973"/>
                    <a:pt x="9712" y="133642"/>
                    <a:pt x="9692" y="143933"/>
                  </a:cubicBezTo>
                  <a:cubicBezTo>
                    <a:pt x="9657" y="162089"/>
                    <a:pt x="20737" y="180171"/>
                    <a:pt x="38789" y="185137"/>
                  </a:cubicBezTo>
                  <a:cubicBezTo>
                    <a:pt x="40683" y="185657"/>
                    <a:pt x="42573" y="185897"/>
                    <a:pt x="44461" y="185897"/>
                  </a:cubicBezTo>
                  <a:cubicBezTo>
                    <a:pt x="65118" y="185897"/>
                    <a:pt x="85540" y="157242"/>
                    <a:pt x="108336" y="155167"/>
                  </a:cubicBezTo>
                  <a:cubicBezTo>
                    <a:pt x="109017" y="155105"/>
                    <a:pt x="109681" y="155075"/>
                    <a:pt x="110329" y="155075"/>
                  </a:cubicBezTo>
                  <a:cubicBezTo>
                    <a:pt x="122037" y="155075"/>
                    <a:pt x="128598" y="164843"/>
                    <a:pt x="136618" y="172175"/>
                  </a:cubicBezTo>
                  <a:cubicBezTo>
                    <a:pt x="146299" y="181027"/>
                    <a:pt x="158973" y="187224"/>
                    <a:pt x="172247" y="187224"/>
                  </a:cubicBezTo>
                  <a:cubicBezTo>
                    <a:pt x="172874" y="187224"/>
                    <a:pt x="173502" y="187210"/>
                    <a:pt x="174132" y="187182"/>
                  </a:cubicBezTo>
                  <a:cubicBezTo>
                    <a:pt x="203883" y="185858"/>
                    <a:pt x="218852" y="153223"/>
                    <a:pt x="205593" y="128028"/>
                  </a:cubicBezTo>
                  <a:cubicBezTo>
                    <a:pt x="200229" y="117834"/>
                    <a:pt x="197705" y="107961"/>
                    <a:pt x="200669" y="96676"/>
                  </a:cubicBezTo>
                  <a:cubicBezTo>
                    <a:pt x="203795" y="84778"/>
                    <a:pt x="209809" y="72127"/>
                    <a:pt x="207915" y="59548"/>
                  </a:cubicBezTo>
                  <a:cubicBezTo>
                    <a:pt x="205096" y="40828"/>
                    <a:pt x="191638" y="21954"/>
                    <a:pt x="174279" y="10619"/>
                  </a:cubicBezTo>
                  <a:cubicBezTo>
                    <a:pt x="164206" y="4040"/>
                    <a:pt x="152819" y="0"/>
                    <a:pt x="141436"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7"/>
            <p:cNvSpPr/>
            <p:nvPr/>
          </p:nvSpPr>
          <p:spPr>
            <a:xfrm>
              <a:off x="932425" y="3096950"/>
              <a:ext cx="114825" cy="85775"/>
            </a:xfrm>
            <a:custGeom>
              <a:rect b="b" l="l" r="r" t="t"/>
              <a:pathLst>
                <a:path extrusionOk="0" h="3431" w="4593">
                  <a:moveTo>
                    <a:pt x="3260" y="1"/>
                  </a:moveTo>
                  <a:cubicBezTo>
                    <a:pt x="3224" y="1"/>
                    <a:pt x="3199" y="1"/>
                    <a:pt x="3190" y="2"/>
                  </a:cubicBezTo>
                  <a:cubicBezTo>
                    <a:pt x="2222" y="92"/>
                    <a:pt x="408" y="832"/>
                    <a:pt x="171" y="1893"/>
                  </a:cubicBezTo>
                  <a:cubicBezTo>
                    <a:pt x="0" y="2658"/>
                    <a:pt x="579" y="3331"/>
                    <a:pt x="1325" y="3421"/>
                  </a:cubicBezTo>
                  <a:cubicBezTo>
                    <a:pt x="1383" y="3427"/>
                    <a:pt x="1441" y="3431"/>
                    <a:pt x="1499" y="3431"/>
                  </a:cubicBezTo>
                  <a:cubicBezTo>
                    <a:pt x="2205" y="3431"/>
                    <a:pt x="2911" y="2945"/>
                    <a:pt x="3375" y="2462"/>
                  </a:cubicBezTo>
                  <a:cubicBezTo>
                    <a:pt x="3966" y="1849"/>
                    <a:pt x="4587" y="44"/>
                    <a:pt x="4587" y="43"/>
                  </a:cubicBezTo>
                  <a:cubicBezTo>
                    <a:pt x="4593" y="26"/>
                    <a:pt x="3551" y="1"/>
                    <a:pt x="3260" y="1"/>
                  </a:cubicBezTo>
                  <a:close/>
                </a:path>
              </a:pathLst>
            </a:custGeom>
            <a:solidFill>
              <a:srgbClr val="C6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7"/>
            <p:cNvSpPr/>
            <p:nvPr/>
          </p:nvSpPr>
          <p:spPr>
            <a:xfrm>
              <a:off x="932425" y="3096950"/>
              <a:ext cx="114825" cy="85775"/>
            </a:xfrm>
            <a:custGeom>
              <a:rect b="b" l="l" r="r" t="t"/>
              <a:pathLst>
                <a:path extrusionOk="0" h="3431" w="4593">
                  <a:moveTo>
                    <a:pt x="3260" y="1"/>
                  </a:moveTo>
                  <a:cubicBezTo>
                    <a:pt x="3224" y="1"/>
                    <a:pt x="3199" y="1"/>
                    <a:pt x="3190" y="2"/>
                  </a:cubicBezTo>
                  <a:cubicBezTo>
                    <a:pt x="2222" y="92"/>
                    <a:pt x="408" y="832"/>
                    <a:pt x="171" y="1893"/>
                  </a:cubicBezTo>
                  <a:cubicBezTo>
                    <a:pt x="0" y="2658"/>
                    <a:pt x="579" y="3331"/>
                    <a:pt x="1325" y="3421"/>
                  </a:cubicBezTo>
                  <a:cubicBezTo>
                    <a:pt x="1383" y="3427"/>
                    <a:pt x="1441" y="3431"/>
                    <a:pt x="1499" y="3431"/>
                  </a:cubicBezTo>
                  <a:cubicBezTo>
                    <a:pt x="2205" y="3431"/>
                    <a:pt x="2911" y="2945"/>
                    <a:pt x="3375" y="2462"/>
                  </a:cubicBezTo>
                  <a:cubicBezTo>
                    <a:pt x="3966" y="1849"/>
                    <a:pt x="4587" y="44"/>
                    <a:pt x="4587" y="43"/>
                  </a:cubicBezTo>
                  <a:cubicBezTo>
                    <a:pt x="4593" y="26"/>
                    <a:pt x="3551" y="1"/>
                    <a:pt x="326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7"/>
            <p:cNvSpPr/>
            <p:nvPr/>
          </p:nvSpPr>
          <p:spPr>
            <a:xfrm>
              <a:off x="3175500" y="281600"/>
              <a:ext cx="2179050" cy="1184950"/>
            </a:xfrm>
            <a:custGeom>
              <a:rect b="b" l="l" r="r" t="t"/>
              <a:pathLst>
                <a:path extrusionOk="0" h="47398" w="87162">
                  <a:moveTo>
                    <a:pt x="23130" y="1"/>
                  </a:moveTo>
                  <a:cubicBezTo>
                    <a:pt x="14624" y="1"/>
                    <a:pt x="6604" y="5264"/>
                    <a:pt x="3559" y="13823"/>
                  </a:cubicBezTo>
                  <a:cubicBezTo>
                    <a:pt x="0" y="23827"/>
                    <a:pt x="4699" y="35089"/>
                    <a:pt x="14326" y="39572"/>
                  </a:cubicBezTo>
                  <a:cubicBezTo>
                    <a:pt x="17191" y="40905"/>
                    <a:pt x="20181" y="41531"/>
                    <a:pt x="23113" y="41531"/>
                  </a:cubicBezTo>
                  <a:cubicBezTo>
                    <a:pt x="26942" y="41531"/>
                    <a:pt x="30673" y="40463"/>
                    <a:pt x="33896" y="38509"/>
                  </a:cubicBezTo>
                  <a:cubicBezTo>
                    <a:pt x="35493" y="37540"/>
                    <a:pt x="37299" y="37026"/>
                    <a:pt x="39112" y="37026"/>
                  </a:cubicBezTo>
                  <a:cubicBezTo>
                    <a:pt x="40269" y="37026"/>
                    <a:pt x="41428" y="37235"/>
                    <a:pt x="42538" y="37668"/>
                  </a:cubicBezTo>
                  <a:lnTo>
                    <a:pt x="47403" y="39565"/>
                  </a:lnTo>
                  <a:lnTo>
                    <a:pt x="48631" y="36416"/>
                  </a:lnTo>
                  <a:lnTo>
                    <a:pt x="55734" y="39188"/>
                  </a:lnTo>
                  <a:lnTo>
                    <a:pt x="56870" y="38823"/>
                  </a:lnTo>
                  <a:cubicBezTo>
                    <a:pt x="57551" y="38605"/>
                    <a:pt x="58249" y="38499"/>
                    <a:pt x="58943" y="38499"/>
                  </a:cubicBezTo>
                  <a:cubicBezTo>
                    <a:pt x="60672" y="38499"/>
                    <a:pt x="62368" y="39159"/>
                    <a:pt x="63655" y="40392"/>
                  </a:cubicBezTo>
                  <a:lnTo>
                    <a:pt x="66499" y="43119"/>
                  </a:lnTo>
                  <a:lnTo>
                    <a:pt x="70358" y="43137"/>
                  </a:lnTo>
                  <a:cubicBezTo>
                    <a:pt x="72434" y="43148"/>
                    <a:pt x="74425" y="43960"/>
                    <a:pt x="75914" y="45406"/>
                  </a:cubicBezTo>
                  <a:lnTo>
                    <a:pt x="76257" y="45738"/>
                  </a:lnTo>
                  <a:cubicBezTo>
                    <a:pt x="77370" y="46818"/>
                    <a:pt x="78845" y="47397"/>
                    <a:pt x="80350" y="47397"/>
                  </a:cubicBezTo>
                  <a:cubicBezTo>
                    <a:pt x="80936" y="47397"/>
                    <a:pt x="81526" y="47310"/>
                    <a:pt x="82102" y="47130"/>
                  </a:cubicBezTo>
                  <a:lnTo>
                    <a:pt x="85978" y="45919"/>
                  </a:lnTo>
                  <a:cubicBezTo>
                    <a:pt x="86804" y="45660"/>
                    <a:pt x="87161" y="44687"/>
                    <a:pt x="86696" y="43956"/>
                  </a:cubicBezTo>
                  <a:lnTo>
                    <a:pt x="83942" y="39622"/>
                  </a:lnTo>
                  <a:cubicBezTo>
                    <a:pt x="83201" y="38456"/>
                    <a:pt x="82107" y="37556"/>
                    <a:pt x="80819" y="37054"/>
                  </a:cubicBezTo>
                  <a:lnTo>
                    <a:pt x="52667" y="26071"/>
                  </a:lnTo>
                  <a:lnTo>
                    <a:pt x="53719" y="23373"/>
                  </a:lnTo>
                  <a:lnTo>
                    <a:pt x="52699" y="21945"/>
                  </a:lnTo>
                  <a:lnTo>
                    <a:pt x="48852" y="21474"/>
                  </a:lnTo>
                  <a:cubicBezTo>
                    <a:pt x="46067" y="20388"/>
                    <a:pt x="43923" y="18074"/>
                    <a:pt x="43118" y="15194"/>
                  </a:cubicBezTo>
                  <a:cubicBezTo>
                    <a:pt x="41423" y="9123"/>
                    <a:pt x="36995" y="3893"/>
                    <a:pt x="30669" y="1426"/>
                  </a:cubicBezTo>
                  <a:cubicBezTo>
                    <a:pt x="28190" y="459"/>
                    <a:pt x="25639" y="1"/>
                    <a:pt x="231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7"/>
            <p:cNvSpPr/>
            <p:nvPr/>
          </p:nvSpPr>
          <p:spPr>
            <a:xfrm>
              <a:off x="3167325" y="273825"/>
              <a:ext cx="2196275" cy="1200300"/>
            </a:xfrm>
            <a:custGeom>
              <a:rect b="b" l="l" r="r" t="t"/>
              <a:pathLst>
                <a:path extrusionOk="0" h="48012" w="87851">
                  <a:moveTo>
                    <a:pt x="23442" y="607"/>
                  </a:moveTo>
                  <a:cubicBezTo>
                    <a:pt x="25953" y="607"/>
                    <a:pt x="28469" y="1077"/>
                    <a:pt x="30885" y="2019"/>
                  </a:cubicBezTo>
                  <a:cubicBezTo>
                    <a:pt x="36933" y="4378"/>
                    <a:pt x="41405" y="9324"/>
                    <a:pt x="43154" y="15587"/>
                  </a:cubicBezTo>
                  <a:cubicBezTo>
                    <a:pt x="43972" y="18519"/>
                    <a:pt x="46184" y="20942"/>
                    <a:pt x="49069" y="22068"/>
                  </a:cubicBezTo>
                  <a:cubicBezTo>
                    <a:pt x="49092" y="22077"/>
                    <a:pt x="49117" y="22083"/>
                    <a:pt x="49143" y="22086"/>
                  </a:cubicBezTo>
                  <a:lnTo>
                    <a:pt x="52857" y="22540"/>
                  </a:lnTo>
                  <a:lnTo>
                    <a:pt x="53703" y="23727"/>
                  </a:lnTo>
                  <a:lnTo>
                    <a:pt x="52711" y="26273"/>
                  </a:lnTo>
                  <a:cubicBezTo>
                    <a:pt x="52650" y="26428"/>
                    <a:pt x="52727" y="26603"/>
                    <a:pt x="52883" y="26665"/>
                  </a:cubicBezTo>
                  <a:lnTo>
                    <a:pt x="81037" y="37648"/>
                  </a:lnTo>
                  <a:cubicBezTo>
                    <a:pt x="82265" y="38125"/>
                    <a:pt x="83309" y="38983"/>
                    <a:pt x="84014" y="40096"/>
                  </a:cubicBezTo>
                  <a:lnTo>
                    <a:pt x="86768" y="44430"/>
                  </a:lnTo>
                  <a:cubicBezTo>
                    <a:pt x="87125" y="44993"/>
                    <a:pt x="86851" y="45743"/>
                    <a:pt x="86215" y="45941"/>
                  </a:cubicBezTo>
                  <a:lnTo>
                    <a:pt x="82338" y="47152"/>
                  </a:lnTo>
                  <a:cubicBezTo>
                    <a:pt x="81792" y="47323"/>
                    <a:pt x="81232" y="47406"/>
                    <a:pt x="80676" y="47406"/>
                  </a:cubicBezTo>
                  <a:cubicBezTo>
                    <a:pt x="79248" y="47406"/>
                    <a:pt x="77850" y="46857"/>
                    <a:pt x="76795" y="45833"/>
                  </a:cubicBezTo>
                  <a:lnTo>
                    <a:pt x="76453" y="45499"/>
                  </a:lnTo>
                  <a:cubicBezTo>
                    <a:pt x="74908" y="43997"/>
                    <a:pt x="72840" y="43151"/>
                    <a:pt x="70686" y="43146"/>
                  </a:cubicBezTo>
                  <a:lnTo>
                    <a:pt x="66949" y="43128"/>
                  </a:lnTo>
                  <a:lnTo>
                    <a:pt x="64192" y="40484"/>
                  </a:lnTo>
                  <a:cubicBezTo>
                    <a:pt x="62849" y="39196"/>
                    <a:pt x="61079" y="38507"/>
                    <a:pt x="59273" y="38507"/>
                  </a:cubicBezTo>
                  <a:cubicBezTo>
                    <a:pt x="58548" y="38507"/>
                    <a:pt x="57818" y="38618"/>
                    <a:pt x="57106" y="38846"/>
                  </a:cubicBezTo>
                  <a:lnTo>
                    <a:pt x="56071" y="39177"/>
                  </a:lnTo>
                  <a:lnTo>
                    <a:pt x="49067" y="36445"/>
                  </a:lnTo>
                  <a:cubicBezTo>
                    <a:pt x="49031" y="36431"/>
                    <a:pt x="48994" y="36424"/>
                    <a:pt x="48958" y="36424"/>
                  </a:cubicBezTo>
                  <a:cubicBezTo>
                    <a:pt x="48836" y="36424"/>
                    <a:pt x="48721" y="36498"/>
                    <a:pt x="48675" y="36618"/>
                  </a:cubicBezTo>
                  <a:lnTo>
                    <a:pt x="47557" y="39483"/>
                  </a:lnTo>
                  <a:lnTo>
                    <a:pt x="42975" y="37696"/>
                  </a:lnTo>
                  <a:cubicBezTo>
                    <a:pt x="41830" y="37250"/>
                    <a:pt x="40631" y="37029"/>
                    <a:pt x="39427" y="37029"/>
                  </a:cubicBezTo>
                  <a:cubicBezTo>
                    <a:pt x="37587" y="37029"/>
                    <a:pt x="35739" y="37545"/>
                    <a:pt x="34066" y="38560"/>
                  </a:cubicBezTo>
                  <a:cubicBezTo>
                    <a:pt x="30812" y="40533"/>
                    <a:pt x="27139" y="41531"/>
                    <a:pt x="23451" y="41531"/>
                  </a:cubicBezTo>
                  <a:cubicBezTo>
                    <a:pt x="20502" y="41531"/>
                    <a:pt x="17544" y="40893"/>
                    <a:pt x="14781" y="39607"/>
                  </a:cubicBezTo>
                  <a:cubicBezTo>
                    <a:pt x="5336" y="35210"/>
                    <a:pt x="675" y="24065"/>
                    <a:pt x="4173" y="14236"/>
                  </a:cubicBezTo>
                  <a:cubicBezTo>
                    <a:pt x="6047" y="8968"/>
                    <a:pt x="9873" y="4789"/>
                    <a:pt x="14949" y="2471"/>
                  </a:cubicBezTo>
                  <a:cubicBezTo>
                    <a:pt x="17667" y="1230"/>
                    <a:pt x="20551" y="607"/>
                    <a:pt x="23442" y="607"/>
                  </a:cubicBezTo>
                  <a:close/>
                  <a:moveTo>
                    <a:pt x="23443" y="1"/>
                  </a:moveTo>
                  <a:cubicBezTo>
                    <a:pt x="20466" y="1"/>
                    <a:pt x="17496" y="642"/>
                    <a:pt x="14698" y="1920"/>
                  </a:cubicBezTo>
                  <a:cubicBezTo>
                    <a:pt x="9472" y="4307"/>
                    <a:pt x="5531" y="8609"/>
                    <a:pt x="3601" y="14033"/>
                  </a:cubicBezTo>
                  <a:cubicBezTo>
                    <a:pt x="0" y="24154"/>
                    <a:pt x="4799" y="35628"/>
                    <a:pt x="14526" y="40156"/>
                  </a:cubicBezTo>
                  <a:cubicBezTo>
                    <a:pt x="17371" y="41481"/>
                    <a:pt x="20417" y="42137"/>
                    <a:pt x="23452" y="42137"/>
                  </a:cubicBezTo>
                  <a:cubicBezTo>
                    <a:pt x="27249" y="42137"/>
                    <a:pt x="31030" y="41110"/>
                    <a:pt x="34380" y="39078"/>
                  </a:cubicBezTo>
                  <a:cubicBezTo>
                    <a:pt x="35957" y="38122"/>
                    <a:pt x="37698" y="37636"/>
                    <a:pt x="39429" y="37636"/>
                  </a:cubicBezTo>
                  <a:cubicBezTo>
                    <a:pt x="40558" y="37636"/>
                    <a:pt x="41683" y="37842"/>
                    <a:pt x="42755" y="38260"/>
                  </a:cubicBezTo>
                  <a:lnTo>
                    <a:pt x="47621" y="40157"/>
                  </a:lnTo>
                  <a:cubicBezTo>
                    <a:pt x="47657" y="40172"/>
                    <a:pt x="47694" y="40179"/>
                    <a:pt x="47731" y="40179"/>
                  </a:cubicBezTo>
                  <a:cubicBezTo>
                    <a:pt x="47852" y="40179"/>
                    <a:pt x="47966" y="40105"/>
                    <a:pt x="48012" y="39986"/>
                  </a:cubicBezTo>
                  <a:lnTo>
                    <a:pt x="49129" y="37119"/>
                  </a:lnTo>
                  <a:lnTo>
                    <a:pt x="55950" y="39780"/>
                  </a:lnTo>
                  <a:cubicBezTo>
                    <a:pt x="55985" y="39794"/>
                    <a:pt x="56022" y="39801"/>
                    <a:pt x="56059" y="39801"/>
                  </a:cubicBezTo>
                  <a:cubicBezTo>
                    <a:pt x="56090" y="39801"/>
                    <a:pt x="56122" y="39796"/>
                    <a:pt x="56152" y="39786"/>
                  </a:cubicBezTo>
                  <a:lnTo>
                    <a:pt x="57290" y="39423"/>
                  </a:lnTo>
                  <a:cubicBezTo>
                    <a:pt x="57940" y="39215"/>
                    <a:pt x="58608" y="39114"/>
                    <a:pt x="59271" y="39114"/>
                  </a:cubicBezTo>
                  <a:cubicBezTo>
                    <a:pt x="60924" y="39114"/>
                    <a:pt x="62544" y="39744"/>
                    <a:pt x="63773" y="40923"/>
                  </a:cubicBezTo>
                  <a:lnTo>
                    <a:pt x="66617" y="43650"/>
                  </a:lnTo>
                  <a:cubicBezTo>
                    <a:pt x="66673" y="43704"/>
                    <a:pt x="66748" y="43734"/>
                    <a:pt x="66825" y="43734"/>
                  </a:cubicBezTo>
                  <a:lnTo>
                    <a:pt x="70684" y="43752"/>
                  </a:lnTo>
                  <a:cubicBezTo>
                    <a:pt x="72681" y="43758"/>
                    <a:pt x="74598" y="44541"/>
                    <a:pt x="76030" y="45934"/>
                  </a:cubicBezTo>
                  <a:lnTo>
                    <a:pt x="76373" y="46268"/>
                  </a:lnTo>
                  <a:cubicBezTo>
                    <a:pt x="77526" y="47386"/>
                    <a:pt x="79068" y="48011"/>
                    <a:pt x="80675" y="48011"/>
                  </a:cubicBezTo>
                  <a:cubicBezTo>
                    <a:pt x="81300" y="48011"/>
                    <a:pt x="81921" y="47916"/>
                    <a:pt x="82519" y="47730"/>
                  </a:cubicBezTo>
                  <a:lnTo>
                    <a:pt x="86396" y="46519"/>
                  </a:lnTo>
                  <a:cubicBezTo>
                    <a:pt x="87413" y="46201"/>
                    <a:pt x="87850" y="45005"/>
                    <a:pt x="87279" y="44105"/>
                  </a:cubicBezTo>
                  <a:lnTo>
                    <a:pt x="84526" y="39772"/>
                  </a:lnTo>
                  <a:cubicBezTo>
                    <a:pt x="83752" y="38548"/>
                    <a:pt x="82606" y="37606"/>
                    <a:pt x="81257" y="37083"/>
                  </a:cubicBezTo>
                  <a:lnTo>
                    <a:pt x="53386" y="26210"/>
                  </a:lnTo>
                  <a:lnTo>
                    <a:pt x="54329" y="23794"/>
                  </a:lnTo>
                  <a:cubicBezTo>
                    <a:pt x="54365" y="23698"/>
                    <a:pt x="54352" y="23591"/>
                    <a:pt x="54293" y="23508"/>
                  </a:cubicBezTo>
                  <a:lnTo>
                    <a:pt x="53275" y="22079"/>
                  </a:lnTo>
                  <a:cubicBezTo>
                    <a:pt x="53225" y="22010"/>
                    <a:pt x="53149" y="21965"/>
                    <a:pt x="53064" y="21956"/>
                  </a:cubicBezTo>
                  <a:lnTo>
                    <a:pt x="49255" y="21489"/>
                  </a:lnTo>
                  <a:cubicBezTo>
                    <a:pt x="46563" y="20427"/>
                    <a:pt x="44502" y="18162"/>
                    <a:pt x="43738" y="15425"/>
                  </a:cubicBezTo>
                  <a:cubicBezTo>
                    <a:pt x="41936" y="8976"/>
                    <a:pt x="37333" y="3883"/>
                    <a:pt x="31106" y="1455"/>
                  </a:cubicBezTo>
                  <a:cubicBezTo>
                    <a:pt x="28618" y="484"/>
                    <a:pt x="26028" y="1"/>
                    <a:pt x="2344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7"/>
            <p:cNvSpPr/>
            <p:nvPr/>
          </p:nvSpPr>
          <p:spPr>
            <a:xfrm>
              <a:off x="3150025" y="245925"/>
              <a:ext cx="2179025" cy="1184950"/>
            </a:xfrm>
            <a:custGeom>
              <a:rect b="b" l="l" r="r" t="t"/>
              <a:pathLst>
                <a:path extrusionOk="0" h="47398" w="87161">
                  <a:moveTo>
                    <a:pt x="23129" y="0"/>
                  </a:moveTo>
                  <a:cubicBezTo>
                    <a:pt x="14624" y="0"/>
                    <a:pt x="6604" y="5264"/>
                    <a:pt x="3560" y="13822"/>
                  </a:cubicBezTo>
                  <a:cubicBezTo>
                    <a:pt x="1" y="23827"/>
                    <a:pt x="4699" y="35088"/>
                    <a:pt x="14327" y="39570"/>
                  </a:cubicBezTo>
                  <a:cubicBezTo>
                    <a:pt x="17191" y="40903"/>
                    <a:pt x="20181" y="41530"/>
                    <a:pt x="23113" y="41530"/>
                  </a:cubicBezTo>
                  <a:cubicBezTo>
                    <a:pt x="26942" y="41530"/>
                    <a:pt x="30672" y="40462"/>
                    <a:pt x="33895" y="38507"/>
                  </a:cubicBezTo>
                  <a:cubicBezTo>
                    <a:pt x="35493" y="37538"/>
                    <a:pt x="37299" y="37024"/>
                    <a:pt x="39112" y="37024"/>
                  </a:cubicBezTo>
                  <a:cubicBezTo>
                    <a:pt x="40268" y="37024"/>
                    <a:pt x="41427" y="37233"/>
                    <a:pt x="42537" y="37666"/>
                  </a:cubicBezTo>
                  <a:lnTo>
                    <a:pt x="47402" y="39564"/>
                  </a:lnTo>
                  <a:lnTo>
                    <a:pt x="48630" y="36416"/>
                  </a:lnTo>
                  <a:lnTo>
                    <a:pt x="55733" y="39186"/>
                  </a:lnTo>
                  <a:lnTo>
                    <a:pt x="56870" y="38823"/>
                  </a:lnTo>
                  <a:cubicBezTo>
                    <a:pt x="57551" y="38604"/>
                    <a:pt x="58250" y="38498"/>
                    <a:pt x="58944" y="38498"/>
                  </a:cubicBezTo>
                  <a:cubicBezTo>
                    <a:pt x="60674" y="38498"/>
                    <a:pt x="62368" y="39158"/>
                    <a:pt x="63655" y="40392"/>
                  </a:cubicBezTo>
                  <a:lnTo>
                    <a:pt x="66499" y="43119"/>
                  </a:lnTo>
                  <a:lnTo>
                    <a:pt x="70357" y="43137"/>
                  </a:lnTo>
                  <a:cubicBezTo>
                    <a:pt x="72433" y="43147"/>
                    <a:pt x="74424" y="43960"/>
                    <a:pt x="75914" y="45406"/>
                  </a:cubicBezTo>
                  <a:lnTo>
                    <a:pt x="76257" y="45738"/>
                  </a:lnTo>
                  <a:cubicBezTo>
                    <a:pt x="77370" y="46818"/>
                    <a:pt x="78844" y="47397"/>
                    <a:pt x="80350" y="47397"/>
                  </a:cubicBezTo>
                  <a:cubicBezTo>
                    <a:pt x="80935" y="47397"/>
                    <a:pt x="81526" y="47310"/>
                    <a:pt x="82101" y="47130"/>
                  </a:cubicBezTo>
                  <a:lnTo>
                    <a:pt x="85978" y="45919"/>
                  </a:lnTo>
                  <a:cubicBezTo>
                    <a:pt x="86805" y="45660"/>
                    <a:pt x="87161" y="44687"/>
                    <a:pt x="86697" y="43956"/>
                  </a:cubicBezTo>
                  <a:lnTo>
                    <a:pt x="83943" y="39622"/>
                  </a:lnTo>
                  <a:cubicBezTo>
                    <a:pt x="83202" y="38455"/>
                    <a:pt x="82106" y="37555"/>
                    <a:pt x="80820" y="37053"/>
                  </a:cubicBezTo>
                  <a:lnTo>
                    <a:pt x="52666" y="26071"/>
                  </a:lnTo>
                  <a:lnTo>
                    <a:pt x="53718" y="23372"/>
                  </a:lnTo>
                  <a:lnTo>
                    <a:pt x="48852" y="21474"/>
                  </a:lnTo>
                  <a:cubicBezTo>
                    <a:pt x="46066" y="20388"/>
                    <a:pt x="43921" y="18073"/>
                    <a:pt x="43118" y="15194"/>
                  </a:cubicBezTo>
                  <a:cubicBezTo>
                    <a:pt x="41422" y="9122"/>
                    <a:pt x="36994" y="3893"/>
                    <a:pt x="30668" y="1425"/>
                  </a:cubicBezTo>
                  <a:cubicBezTo>
                    <a:pt x="28190" y="458"/>
                    <a:pt x="25638" y="0"/>
                    <a:pt x="2312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7"/>
            <p:cNvSpPr/>
            <p:nvPr/>
          </p:nvSpPr>
          <p:spPr>
            <a:xfrm>
              <a:off x="3141850" y="238100"/>
              <a:ext cx="2196250" cy="1200350"/>
            </a:xfrm>
            <a:custGeom>
              <a:rect b="b" l="l" r="r" t="t"/>
              <a:pathLst>
                <a:path extrusionOk="0" h="48014" w="87850">
                  <a:moveTo>
                    <a:pt x="23441" y="607"/>
                  </a:moveTo>
                  <a:cubicBezTo>
                    <a:pt x="25952" y="607"/>
                    <a:pt x="28469" y="1077"/>
                    <a:pt x="30886" y="2020"/>
                  </a:cubicBezTo>
                  <a:cubicBezTo>
                    <a:pt x="36933" y="4379"/>
                    <a:pt x="41404" y="9324"/>
                    <a:pt x="43154" y="15588"/>
                  </a:cubicBezTo>
                  <a:cubicBezTo>
                    <a:pt x="43973" y="18519"/>
                    <a:pt x="46185" y="20943"/>
                    <a:pt x="49071" y="22068"/>
                  </a:cubicBezTo>
                  <a:lnTo>
                    <a:pt x="53655" y="23857"/>
                  </a:lnTo>
                  <a:lnTo>
                    <a:pt x="52710" y="26273"/>
                  </a:lnTo>
                  <a:cubicBezTo>
                    <a:pt x="52651" y="26429"/>
                    <a:pt x="52727" y="26604"/>
                    <a:pt x="52882" y="26665"/>
                  </a:cubicBezTo>
                  <a:lnTo>
                    <a:pt x="81035" y="37648"/>
                  </a:lnTo>
                  <a:cubicBezTo>
                    <a:pt x="82264" y="38124"/>
                    <a:pt x="83309" y="38983"/>
                    <a:pt x="84014" y="40097"/>
                  </a:cubicBezTo>
                  <a:lnTo>
                    <a:pt x="86767" y="44432"/>
                  </a:lnTo>
                  <a:cubicBezTo>
                    <a:pt x="87126" y="44995"/>
                    <a:pt x="86851" y="45743"/>
                    <a:pt x="86214" y="45943"/>
                  </a:cubicBezTo>
                  <a:lnTo>
                    <a:pt x="82337" y="47154"/>
                  </a:lnTo>
                  <a:cubicBezTo>
                    <a:pt x="81791" y="47324"/>
                    <a:pt x="81231" y="47408"/>
                    <a:pt x="80676" y="47408"/>
                  </a:cubicBezTo>
                  <a:cubicBezTo>
                    <a:pt x="79248" y="47408"/>
                    <a:pt x="77851" y="46858"/>
                    <a:pt x="76796" y="45833"/>
                  </a:cubicBezTo>
                  <a:lnTo>
                    <a:pt x="76452" y="45501"/>
                  </a:lnTo>
                  <a:cubicBezTo>
                    <a:pt x="74909" y="43997"/>
                    <a:pt x="72841" y="43153"/>
                    <a:pt x="70686" y="43147"/>
                  </a:cubicBezTo>
                  <a:lnTo>
                    <a:pt x="66948" y="43130"/>
                  </a:lnTo>
                  <a:lnTo>
                    <a:pt x="64191" y="40486"/>
                  </a:lnTo>
                  <a:cubicBezTo>
                    <a:pt x="62848" y="39197"/>
                    <a:pt x="61078" y="38508"/>
                    <a:pt x="59272" y="38508"/>
                  </a:cubicBezTo>
                  <a:cubicBezTo>
                    <a:pt x="58547" y="38508"/>
                    <a:pt x="57817" y="38619"/>
                    <a:pt x="57106" y="38846"/>
                  </a:cubicBezTo>
                  <a:lnTo>
                    <a:pt x="56070" y="39177"/>
                  </a:lnTo>
                  <a:lnTo>
                    <a:pt x="49068" y="36446"/>
                  </a:lnTo>
                  <a:cubicBezTo>
                    <a:pt x="49032" y="36433"/>
                    <a:pt x="48995" y="36426"/>
                    <a:pt x="48957" y="36426"/>
                  </a:cubicBezTo>
                  <a:cubicBezTo>
                    <a:pt x="48916" y="36426"/>
                    <a:pt x="48875" y="36434"/>
                    <a:pt x="48836" y="36452"/>
                  </a:cubicBezTo>
                  <a:cubicBezTo>
                    <a:pt x="48762" y="36483"/>
                    <a:pt x="48705" y="36544"/>
                    <a:pt x="48676" y="36618"/>
                  </a:cubicBezTo>
                  <a:lnTo>
                    <a:pt x="47557" y="39485"/>
                  </a:lnTo>
                  <a:lnTo>
                    <a:pt x="42975" y="37697"/>
                  </a:lnTo>
                  <a:cubicBezTo>
                    <a:pt x="41831" y="37251"/>
                    <a:pt x="40631" y="37030"/>
                    <a:pt x="39428" y="37030"/>
                  </a:cubicBezTo>
                  <a:cubicBezTo>
                    <a:pt x="37588" y="37030"/>
                    <a:pt x="35739" y="37546"/>
                    <a:pt x="34066" y="38561"/>
                  </a:cubicBezTo>
                  <a:cubicBezTo>
                    <a:pt x="30813" y="40535"/>
                    <a:pt x="27140" y="41533"/>
                    <a:pt x="23452" y="41533"/>
                  </a:cubicBezTo>
                  <a:cubicBezTo>
                    <a:pt x="20504" y="41533"/>
                    <a:pt x="17545" y="40895"/>
                    <a:pt x="14782" y="39608"/>
                  </a:cubicBezTo>
                  <a:cubicBezTo>
                    <a:pt x="5335" y="35212"/>
                    <a:pt x="675" y="24066"/>
                    <a:pt x="4173" y="14236"/>
                  </a:cubicBezTo>
                  <a:cubicBezTo>
                    <a:pt x="6046" y="8968"/>
                    <a:pt x="9872" y="4791"/>
                    <a:pt x="14950" y="2471"/>
                  </a:cubicBezTo>
                  <a:cubicBezTo>
                    <a:pt x="17666" y="1230"/>
                    <a:pt x="20550" y="607"/>
                    <a:pt x="23441" y="607"/>
                  </a:cubicBezTo>
                  <a:close/>
                  <a:moveTo>
                    <a:pt x="23441" y="1"/>
                  </a:moveTo>
                  <a:cubicBezTo>
                    <a:pt x="20464" y="1"/>
                    <a:pt x="17494" y="642"/>
                    <a:pt x="14697" y="1921"/>
                  </a:cubicBezTo>
                  <a:cubicBezTo>
                    <a:pt x="9471" y="4308"/>
                    <a:pt x="5530" y="8609"/>
                    <a:pt x="3602" y="14033"/>
                  </a:cubicBezTo>
                  <a:cubicBezTo>
                    <a:pt x="1" y="24154"/>
                    <a:pt x="4800" y="35630"/>
                    <a:pt x="14525" y="40158"/>
                  </a:cubicBezTo>
                  <a:cubicBezTo>
                    <a:pt x="17369" y="41482"/>
                    <a:pt x="20415" y="42138"/>
                    <a:pt x="23451" y="42138"/>
                  </a:cubicBezTo>
                  <a:cubicBezTo>
                    <a:pt x="27248" y="42138"/>
                    <a:pt x="31029" y="41111"/>
                    <a:pt x="34380" y="39080"/>
                  </a:cubicBezTo>
                  <a:cubicBezTo>
                    <a:pt x="35956" y="38123"/>
                    <a:pt x="37697" y="37637"/>
                    <a:pt x="39428" y="37637"/>
                  </a:cubicBezTo>
                  <a:cubicBezTo>
                    <a:pt x="40557" y="37637"/>
                    <a:pt x="41681" y="37843"/>
                    <a:pt x="42753" y="38262"/>
                  </a:cubicBezTo>
                  <a:lnTo>
                    <a:pt x="47619" y="40159"/>
                  </a:lnTo>
                  <a:cubicBezTo>
                    <a:pt x="47655" y="40173"/>
                    <a:pt x="47692" y="40180"/>
                    <a:pt x="47728" y="40180"/>
                  </a:cubicBezTo>
                  <a:cubicBezTo>
                    <a:pt x="47850" y="40180"/>
                    <a:pt x="47965" y="40107"/>
                    <a:pt x="48012" y="39987"/>
                  </a:cubicBezTo>
                  <a:lnTo>
                    <a:pt x="49129" y="37121"/>
                  </a:lnTo>
                  <a:lnTo>
                    <a:pt x="55949" y="39782"/>
                  </a:lnTo>
                  <a:cubicBezTo>
                    <a:pt x="55984" y="39795"/>
                    <a:pt x="56022" y="39802"/>
                    <a:pt x="56059" y="39802"/>
                  </a:cubicBezTo>
                  <a:cubicBezTo>
                    <a:pt x="56090" y="39802"/>
                    <a:pt x="56122" y="39797"/>
                    <a:pt x="56152" y="39787"/>
                  </a:cubicBezTo>
                  <a:lnTo>
                    <a:pt x="57289" y="39423"/>
                  </a:lnTo>
                  <a:cubicBezTo>
                    <a:pt x="57940" y="39215"/>
                    <a:pt x="58608" y="39113"/>
                    <a:pt x="59271" y="39113"/>
                  </a:cubicBezTo>
                  <a:cubicBezTo>
                    <a:pt x="60924" y="39113"/>
                    <a:pt x="62543" y="39744"/>
                    <a:pt x="63772" y="40924"/>
                  </a:cubicBezTo>
                  <a:lnTo>
                    <a:pt x="66616" y="43649"/>
                  </a:lnTo>
                  <a:cubicBezTo>
                    <a:pt x="66672" y="43704"/>
                    <a:pt x="66746" y="43734"/>
                    <a:pt x="66824" y="43734"/>
                  </a:cubicBezTo>
                  <a:lnTo>
                    <a:pt x="70683" y="43752"/>
                  </a:lnTo>
                  <a:cubicBezTo>
                    <a:pt x="72681" y="43759"/>
                    <a:pt x="74599" y="44541"/>
                    <a:pt x="76030" y="45935"/>
                  </a:cubicBezTo>
                  <a:lnTo>
                    <a:pt x="76373" y="46268"/>
                  </a:lnTo>
                  <a:cubicBezTo>
                    <a:pt x="77525" y="47387"/>
                    <a:pt x="79068" y="48013"/>
                    <a:pt x="80674" y="48013"/>
                  </a:cubicBezTo>
                  <a:cubicBezTo>
                    <a:pt x="81299" y="48012"/>
                    <a:pt x="81922" y="47917"/>
                    <a:pt x="82518" y="47731"/>
                  </a:cubicBezTo>
                  <a:lnTo>
                    <a:pt x="86395" y="46519"/>
                  </a:lnTo>
                  <a:cubicBezTo>
                    <a:pt x="87412" y="46202"/>
                    <a:pt x="87850" y="45005"/>
                    <a:pt x="87278" y="44105"/>
                  </a:cubicBezTo>
                  <a:lnTo>
                    <a:pt x="84525" y="39772"/>
                  </a:lnTo>
                  <a:cubicBezTo>
                    <a:pt x="83751" y="38548"/>
                    <a:pt x="82605" y="37605"/>
                    <a:pt x="81256" y="37083"/>
                  </a:cubicBezTo>
                  <a:lnTo>
                    <a:pt x="53385" y="26211"/>
                  </a:lnTo>
                  <a:lnTo>
                    <a:pt x="54328" y="23795"/>
                  </a:lnTo>
                  <a:cubicBezTo>
                    <a:pt x="54389" y="23639"/>
                    <a:pt x="54312" y="23463"/>
                    <a:pt x="54156" y="23402"/>
                  </a:cubicBezTo>
                  <a:lnTo>
                    <a:pt x="49289" y="21504"/>
                  </a:lnTo>
                  <a:cubicBezTo>
                    <a:pt x="46581" y="20447"/>
                    <a:pt x="44505" y="18174"/>
                    <a:pt x="43736" y="15425"/>
                  </a:cubicBezTo>
                  <a:cubicBezTo>
                    <a:pt x="41935" y="8975"/>
                    <a:pt x="37333" y="3884"/>
                    <a:pt x="31106" y="1456"/>
                  </a:cubicBezTo>
                  <a:cubicBezTo>
                    <a:pt x="28617" y="485"/>
                    <a:pt x="26026" y="1"/>
                    <a:pt x="234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7"/>
            <p:cNvSpPr/>
            <p:nvPr/>
          </p:nvSpPr>
          <p:spPr>
            <a:xfrm>
              <a:off x="4509900" y="1092275"/>
              <a:ext cx="780875" cy="313250"/>
            </a:xfrm>
            <a:custGeom>
              <a:rect b="b" l="l" r="r" t="t"/>
              <a:pathLst>
                <a:path extrusionOk="0" h="12530" w="31235">
                  <a:moveTo>
                    <a:pt x="345" y="1"/>
                  </a:moveTo>
                  <a:cubicBezTo>
                    <a:pt x="224" y="1"/>
                    <a:pt x="109" y="74"/>
                    <a:pt x="63" y="194"/>
                  </a:cubicBezTo>
                  <a:cubicBezTo>
                    <a:pt x="0" y="352"/>
                    <a:pt x="81" y="530"/>
                    <a:pt x="240" y="589"/>
                  </a:cubicBezTo>
                  <a:lnTo>
                    <a:pt x="30799" y="12509"/>
                  </a:lnTo>
                  <a:cubicBezTo>
                    <a:pt x="30834" y="12523"/>
                    <a:pt x="30872" y="12530"/>
                    <a:pt x="30910" y="12530"/>
                  </a:cubicBezTo>
                  <a:cubicBezTo>
                    <a:pt x="31056" y="12530"/>
                    <a:pt x="31181" y="12427"/>
                    <a:pt x="31207" y="12283"/>
                  </a:cubicBezTo>
                  <a:cubicBezTo>
                    <a:pt x="31234" y="12140"/>
                    <a:pt x="31155" y="11997"/>
                    <a:pt x="31019" y="11945"/>
                  </a:cubicBezTo>
                  <a:lnTo>
                    <a:pt x="460" y="24"/>
                  </a:lnTo>
                  <a:cubicBezTo>
                    <a:pt x="422" y="8"/>
                    <a:pt x="383" y="1"/>
                    <a:pt x="3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7"/>
            <p:cNvSpPr/>
            <p:nvPr/>
          </p:nvSpPr>
          <p:spPr>
            <a:xfrm>
              <a:off x="4230200" y="1003925"/>
              <a:ext cx="237625" cy="193250"/>
            </a:xfrm>
            <a:custGeom>
              <a:rect b="b" l="l" r="r" t="t"/>
              <a:pathLst>
                <a:path extrusionOk="0" h="7730" w="9505">
                  <a:moveTo>
                    <a:pt x="2473" y="0"/>
                  </a:moveTo>
                  <a:cubicBezTo>
                    <a:pt x="2351" y="0"/>
                    <a:pt x="2237" y="74"/>
                    <a:pt x="2191" y="193"/>
                  </a:cubicBezTo>
                  <a:lnTo>
                    <a:pt x="62" y="5649"/>
                  </a:lnTo>
                  <a:cubicBezTo>
                    <a:pt x="1" y="5806"/>
                    <a:pt x="79" y="5981"/>
                    <a:pt x="234" y="6043"/>
                  </a:cubicBezTo>
                  <a:lnTo>
                    <a:pt x="4504" y="7708"/>
                  </a:lnTo>
                  <a:cubicBezTo>
                    <a:pt x="4539" y="7721"/>
                    <a:pt x="4577" y="7729"/>
                    <a:pt x="4615" y="7729"/>
                  </a:cubicBezTo>
                  <a:lnTo>
                    <a:pt x="4615" y="7728"/>
                  </a:lnTo>
                  <a:cubicBezTo>
                    <a:pt x="4615" y="7728"/>
                    <a:pt x="4616" y="7728"/>
                    <a:pt x="4617" y="7728"/>
                  </a:cubicBezTo>
                  <a:cubicBezTo>
                    <a:pt x="4762" y="7728"/>
                    <a:pt x="4886" y="7624"/>
                    <a:pt x="4913" y="7482"/>
                  </a:cubicBezTo>
                  <a:cubicBezTo>
                    <a:pt x="4940" y="7338"/>
                    <a:pt x="4861" y="7196"/>
                    <a:pt x="4725" y="7143"/>
                  </a:cubicBezTo>
                  <a:lnTo>
                    <a:pt x="736" y="5588"/>
                  </a:lnTo>
                  <a:lnTo>
                    <a:pt x="2646" y="695"/>
                  </a:lnTo>
                  <a:lnTo>
                    <a:pt x="9045" y="3192"/>
                  </a:lnTo>
                  <a:cubicBezTo>
                    <a:pt x="9083" y="3208"/>
                    <a:pt x="9122" y="3215"/>
                    <a:pt x="9161" y="3215"/>
                  </a:cubicBezTo>
                  <a:cubicBezTo>
                    <a:pt x="9282" y="3215"/>
                    <a:pt x="9397" y="3142"/>
                    <a:pt x="9443" y="3023"/>
                  </a:cubicBezTo>
                  <a:cubicBezTo>
                    <a:pt x="9505" y="2865"/>
                    <a:pt x="9425" y="2687"/>
                    <a:pt x="9265" y="2628"/>
                  </a:cubicBezTo>
                  <a:lnTo>
                    <a:pt x="2583" y="21"/>
                  </a:lnTo>
                  <a:cubicBezTo>
                    <a:pt x="2547" y="7"/>
                    <a:pt x="2510" y="0"/>
                    <a:pt x="247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7"/>
            <p:cNvSpPr/>
            <p:nvPr/>
          </p:nvSpPr>
          <p:spPr>
            <a:xfrm>
              <a:off x="4248275" y="790575"/>
              <a:ext cx="717675" cy="399425"/>
            </a:xfrm>
            <a:custGeom>
              <a:rect b="b" l="l" r="r" t="t"/>
              <a:pathLst>
                <a:path extrusionOk="0" h="15977" w="28707">
                  <a:moveTo>
                    <a:pt x="2072" y="0"/>
                  </a:moveTo>
                  <a:cubicBezTo>
                    <a:pt x="1951" y="0"/>
                    <a:pt x="1836" y="74"/>
                    <a:pt x="1790" y="194"/>
                  </a:cubicBezTo>
                  <a:lnTo>
                    <a:pt x="60" y="4625"/>
                  </a:lnTo>
                  <a:cubicBezTo>
                    <a:pt x="0" y="4781"/>
                    <a:pt x="77" y="4957"/>
                    <a:pt x="233" y="5018"/>
                  </a:cubicBezTo>
                  <a:lnTo>
                    <a:pt x="28271" y="15954"/>
                  </a:lnTo>
                  <a:cubicBezTo>
                    <a:pt x="28305" y="15969"/>
                    <a:pt x="28343" y="15975"/>
                    <a:pt x="28381" y="15975"/>
                  </a:cubicBezTo>
                  <a:lnTo>
                    <a:pt x="28381" y="15977"/>
                  </a:lnTo>
                  <a:cubicBezTo>
                    <a:pt x="28527" y="15977"/>
                    <a:pt x="28652" y="15872"/>
                    <a:pt x="28679" y="15729"/>
                  </a:cubicBezTo>
                  <a:cubicBezTo>
                    <a:pt x="28706" y="15586"/>
                    <a:pt x="28627" y="15444"/>
                    <a:pt x="28491" y="15392"/>
                  </a:cubicBezTo>
                  <a:lnTo>
                    <a:pt x="735" y="4563"/>
                  </a:lnTo>
                  <a:lnTo>
                    <a:pt x="2244" y="696"/>
                  </a:lnTo>
                  <a:lnTo>
                    <a:pt x="9093" y="3368"/>
                  </a:lnTo>
                  <a:cubicBezTo>
                    <a:pt x="9131" y="3384"/>
                    <a:pt x="9170" y="3391"/>
                    <a:pt x="9209" y="3391"/>
                  </a:cubicBezTo>
                  <a:cubicBezTo>
                    <a:pt x="9330" y="3391"/>
                    <a:pt x="9444" y="3318"/>
                    <a:pt x="9491" y="3199"/>
                  </a:cubicBezTo>
                  <a:cubicBezTo>
                    <a:pt x="9553" y="3040"/>
                    <a:pt x="9472" y="2863"/>
                    <a:pt x="9313" y="2804"/>
                  </a:cubicBezTo>
                  <a:lnTo>
                    <a:pt x="2182" y="21"/>
                  </a:lnTo>
                  <a:cubicBezTo>
                    <a:pt x="2146" y="7"/>
                    <a:pt x="2109" y="0"/>
                    <a:pt x="207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7"/>
            <p:cNvSpPr/>
            <p:nvPr/>
          </p:nvSpPr>
          <p:spPr>
            <a:xfrm>
              <a:off x="5012325" y="1199425"/>
              <a:ext cx="293425" cy="123125"/>
            </a:xfrm>
            <a:custGeom>
              <a:rect b="b" l="l" r="r" t="t"/>
              <a:pathLst>
                <a:path extrusionOk="0" h="4925" w="11737">
                  <a:moveTo>
                    <a:pt x="341" y="1"/>
                  </a:moveTo>
                  <a:cubicBezTo>
                    <a:pt x="220" y="1"/>
                    <a:pt x="106" y="74"/>
                    <a:pt x="60" y="193"/>
                  </a:cubicBezTo>
                  <a:cubicBezTo>
                    <a:pt x="0" y="347"/>
                    <a:pt x="74" y="521"/>
                    <a:pt x="227" y="584"/>
                  </a:cubicBezTo>
                  <a:lnTo>
                    <a:pt x="11301" y="4903"/>
                  </a:lnTo>
                  <a:cubicBezTo>
                    <a:pt x="11336" y="4916"/>
                    <a:pt x="11373" y="4924"/>
                    <a:pt x="11411" y="4924"/>
                  </a:cubicBezTo>
                  <a:cubicBezTo>
                    <a:pt x="11556" y="4924"/>
                    <a:pt x="11681" y="4821"/>
                    <a:pt x="11709" y="4678"/>
                  </a:cubicBezTo>
                  <a:cubicBezTo>
                    <a:pt x="11736" y="4535"/>
                    <a:pt x="11657" y="4393"/>
                    <a:pt x="11521" y="4339"/>
                  </a:cubicBezTo>
                  <a:lnTo>
                    <a:pt x="447" y="20"/>
                  </a:lnTo>
                  <a:cubicBezTo>
                    <a:pt x="412" y="7"/>
                    <a:pt x="376" y="1"/>
                    <a:pt x="3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7"/>
            <p:cNvSpPr/>
            <p:nvPr/>
          </p:nvSpPr>
          <p:spPr>
            <a:xfrm>
              <a:off x="3389750" y="542875"/>
              <a:ext cx="292875" cy="292875"/>
            </a:xfrm>
            <a:custGeom>
              <a:rect b="b" l="l" r="r" t="t"/>
              <a:pathLst>
                <a:path extrusionOk="0" h="11715" w="11715">
                  <a:moveTo>
                    <a:pt x="5858" y="1"/>
                  </a:moveTo>
                  <a:cubicBezTo>
                    <a:pt x="4304" y="1"/>
                    <a:pt x="2815" y="618"/>
                    <a:pt x="1716" y="1717"/>
                  </a:cubicBezTo>
                  <a:cubicBezTo>
                    <a:pt x="618" y="2815"/>
                    <a:pt x="0" y="4305"/>
                    <a:pt x="0" y="5858"/>
                  </a:cubicBezTo>
                  <a:cubicBezTo>
                    <a:pt x="0" y="7412"/>
                    <a:pt x="618" y="8902"/>
                    <a:pt x="1716" y="9999"/>
                  </a:cubicBezTo>
                  <a:cubicBezTo>
                    <a:pt x="2815" y="11097"/>
                    <a:pt x="4304" y="11715"/>
                    <a:pt x="5858" y="11715"/>
                  </a:cubicBezTo>
                  <a:cubicBezTo>
                    <a:pt x="7410" y="11715"/>
                    <a:pt x="8900" y="11097"/>
                    <a:pt x="9999" y="9999"/>
                  </a:cubicBezTo>
                  <a:cubicBezTo>
                    <a:pt x="11097" y="8902"/>
                    <a:pt x="11714" y="7412"/>
                    <a:pt x="11714" y="5858"/>
                  </a:cubicBezTo>
                  <a:cubicBezTo>
                    <a:pt x="11714" y="4305"/>
                    <a:pt x="11097" y="2815"/>
                    <a:pt x="9999" y="1717"/>
                  </a:cubicBezTo>
                  <a:cubicBezTo>
                    <a:pt x="8900" y="618"/>
                    <a:pt x="7410" y="1"/>
                    <a:pt x="585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7"/>
            <p:cNvSpPr/>
            <p:nvPr/>
          </p:nvSpPr>
          <p:spPr>
            <a:xfrm>
              <a:off x="3374225" y="535300"/>
              <a:ext cx="326825" cy="308100"/>
            </a:xfrm>
            <a:custGeom>
              <a:rect b="b" l="l" r="r" t="t"/>
              <a:pathLst>
                <a:path extrusionOk="0" h="12324" w="13073">
                  <a:moveTo>
                    <a:pt x="6486" y="607"/>
                  </a:moveTo>
                  <a:cubicBezTo>
                    <a:pt x="7173" y="607"/>
                    <a:pt x="7856" y="736"/>
                    <a:pt x="8496" y="987"/>
                  </a:cubicBezTo>
                  <a:cubicBezTo>
                    <a:pt x="10589" y="1804"/>
                    <a:pt x="11984" y="3800"/>
                    <a:pt x="12031" y="6047"/>
                  </a:cubicBezTo>
                  <a:cubicBezTo>
                    <a:pt x="12078" y="8292"/>
                    <a:pt x="10766" y="10345"/>
                    <a:pt x="8709" y="11248"/>
                  </a:cubicBezTo>
                  <a:cubicBezTo>
                    <a:pt x="7991" y="11563"/>
                    <a:pt x="7232" y="11716"/>
                    <a:pt x="6479" y="11716"/>
                  </a:cubicBezTo>
                  <a:cubicBezTo>
                    <a:pt x="5073" y="11716"/>
                    <a:pt x="3688" y="11182"/>
                    <a:pt x="2632" y="10170"/>
                  </a:cubicBezTo>
                  <a:cubicBezTo>
                    <a:pt x="1012" y="8613"/>
                    <a:pt x="487" y="6235"/>
                    <a:pt x="1304" y="4143"/>
                  </a:cubicBezTo>
                  <a:cubicBezTo>
                    <a:pt x="2159" y="1951"/>
                    <a:pt x="4263" y="607"/>
                    <a:pt x="6484" y="607"/>
                  </a:cubicBezTo>
                  <a:close/>
                  <a:moveTo>
                    <a:pt x="6486" y="1"/>
                  </a:moveTo>
                  <a:cubicBezTo>
                    <a:pt x="4021" y="1"/>
                    <a:pt x="1689" y="1492"/>
                    <a:pt x="740" y="3923"/>
                  </a:cubicBezTo>
                  <a:cubicBezTo>
                    <a:pt x="0" y="5819"/>
                    <a:pt x="245" y="7957"/>
                    <a:pt x="1394" y="9637"/>
                  </a:cubicBezTo>
                  <a:cubicBezTo>
                    <a:pt x="2541" y="11318"/>
                    <a:pt x="4445" y="12324"/>
                    <a:pt x="6480" y="12324"/>
                  </a:cubicBezTo>
                  <a:cubicBezTo>
                    <a:pt x="9440" y="12320"/>
                    <a:pt x="11980" y="10210"/>
                    <a:pt x="12527" y="7299"/>
                  </a:cubicBezTo>
                  <a:cubicBezTo>
                    <a:pt x="13072" y="4390"/>
                    <a:pt x="11473" y="1502"/>
                    <a:pt x="8716" y="422"/>
                  </a:cubicBezTo>
                  <a:cubicBezTo>
                    <a:pt x="7984" y="136"/>
                    <a:pt x="7229" y="1"/>
                    <a:pt x="648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7"/>
            <p:cNvSpPr/>
            <p:nvPr/>
          </p:nvSpPr>
          <p:spPr>
            <a:xfrm>
              <a:off x="3409050" y="549675"/>
              <a:ext cx="277925" cy="288525"/>
            </a:xfrm>
            <a:custGeom>
              <a:rect b="b" l="l" r="r" t="t"/>
              <a:pathLst>
                <a:path extrusionOk="0" h="11541" w="11117">
                  <a:moveTo>
                    <a:pt x="5877" y="1"/>
                  </a:moveTo>
                  <a:cubicBezTo>
                    <a:pt x="5085" y="1"/>
                    <a:pt x="4284" y="187"/>
                    <a:pt x="3535" y="556"/>
                  </a:cubicBezTo>
                  <a:cubicBezTo>
                    <a:pt x="2203" y="1209"/>
                    <a:pt x="1139" y="2387"/>
                    <a:pt x="578" y="3827"/>
                  </a:cubicBezTo>
                  <a:cubicBezTo>
                    <a:pt x="15" y="5268"/>
                    <a:pt x="1" y="6855"/>
                    <a:pt x="539" y="8238"/>
                  </a:cubicBezTo>
                  <a:cubicBezTo>
                    <a:pt x="1075" y="9621"/>
                    <a:pt x="2118" y="10687"/>
                    <a:pt x="3440" y="11203"/>
                  </a:cubicBezTo>
                  <a:cubicBezTo>
                    <a:pt x="4018" y="11428"/>
                    <a:pt x="4627" y="11540"/>
                    <a:pt x="5242" y="11540"/>
                  </a:cubicBezTo>
                  <a:cubicBezTo>
                    <a:pt x="6034" y="11540"/>
                    <a:pt x="6834" y="11354"/>
                    <a:pt x="7584" y="10985"/>
                  </a:cubicBezTo>
                  <a:cubicBezTo>
                    <a:pt x="8915" y="10332"/>
                    <a:pt x="9979" y="9154"/>
                    <a:pt x="10541" y="7714"/>
                  </a:cubicBezTo>
                  <a:cubicBezTo>
                    <a:pt x="11103" y="6274"/>
                    <a:pt x="11117" y="4686"/>
                    <a:pt x="10580" y="3303"/>
                  </a:cubicBezTo>
                  <a:cubicBezTo>
                    <a:pt x="10044" y="1920"/>
                    <a:pt x="8999" y="854"/>
                    <a:pt x="7678" y="338"/>
                  </a:cubicBezTo>
                  <a:cubicBezTo>
                    <a:pt x="7101" y="113"/>
                    <a:pt x="6491" y="1"/>
                    <a:pt x="58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7"/>
            <p:cNvSpPr/>
            <p:nvPr/>
          </p:nvSpPr>
          <p:spPr>
            <a:xfrm>
              <a:off x="3387675" y="544725"/>
              <a:ext cx="320775" cy="298450"/>
            </a:xfrm>
            <a:custGeom>
              <a:rect b="b" l="l" r="r" t="t"/>
              <a:pathLst>
                <a:path extrusionOk="0" h="11938" w="12831">
                  <a:moveTo>
                    <a:pt x="6909" y="596"/>
                  </a:moveTo>
                  <a:cubicBezTo>
                    <a:pt x="7413" y="596"/>
                    <a:pt x="7915" y="668"/>
                    <a:pt x="8401" y="808"/>
                  </a:cubicBezTo>
                  <a:cubicBezTo>
                    <a:pt x="10960" y="2070"/>
                    <a:pt x="12153" y="5142"/>
                    <a:pt x="11115" y="7803"/>
                  </a:cubicBezTo>
                  <a:cubicBezTo>
                    <a:pt x="10267" y="9976"/>
                    <a:pt x="8140" y="11343"/>
                    <a:pt x="5923" y="11343"/>
                  </a:cubicBezTo>
                  <a:cubicBezTo>
                    <a:pt x="5425" y="11343"/>
                    <a:pt x="4923" y="11274"/>
                    <a:pt x="4430" y="11130"/>
                  </a:cubicBezTo>
                  <a:cubicBezTo>
                    <a:pt x="1870" y="9868"/>
                    <a:pt x="679" y="6796"/>
                    <a:pt x="1715" y="4136"/>
                  </a:cubicBezTo>
                  <a:cubicBezTo>
                    <a:pt x="2563" y="1963"/>
                    <a:pt x="4691" y="596"/>
                    <a:pt x="6909" y="596"/>
                  </a:cubicBezTo>
                  <a:close/>
                  <a:moveTo>
                    <a:pt x="6911" y="1"/>
                  </a:moveTo>
                  <a:cubicBezTo>
                    <a:pt x="4433" y="1"/>
                    <a:pt x="2088" y="1516"/>
                    <a:pt x="1151" y="3915"/>
                  </a:cubicBezTo>
                  <a:cubicBezTo>
                    <a:pt x="0" y="6866"/>
                    <a:pt x="1323" y="10273"/>
                    <a:pt x="4210" y="11693"/>
                  </a:cubicBezTo>
                  <a:cubicBezTo>
                    <a:pt x="4761" y="11854"/>
                    <a:pt x="5331" y="11937"/>
                    <a:pt x="5904" y="11937"/>
                  </a:cubicBezTo>
                  <a:cubicBezTo>
                    <a:pt x="5909" y="11937"/>
                    <a:pt x="5913" y="11937"/>
                    <a:pt x="5918" y="11937"/>
                  </a:cubicBezTo>
                  <a:cubicBezTo>
                    <a:pt x="8396" y="11937"/>
                    <a:pt x="10743" y="10423"/>
                    <a:pt x="11679" y="8023"/>
                  </a:cubicBezTo>
                  <a:cubicBezTo>
                    <a:pt x="12830" y="5072"/>
                    <a:pt x="11507" y="1665"/>
                    <a:pt x="8620" y="247"/>
                  </a:cubicBezTo>
                  <a:cubicBezTo>
                    <a:pt x="8054" y="80"/>
                    <a:pt x="7479" y="1"/>
                    <a:pt x="69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7"/>
            <p:cNvSpPr/>
            <p:nvPr/>
          </p:nvSpPr>
          <p:spPr>
            <a:xfrm>
              <a:off x="3423825" y="641300"/>
              <a:ext cx="784350" cy="594650"/>
            </a:xfrm>
            <a:custGeom>
              <a:rect b="b" l="l" r="r" t="t"/>
              <a:pathLst>
                <a:path extrusionOk="0" h="23786" w="31374">
                  <a:moveTo>
                    <a:pt x="30102" y="0"/>
                  </a:moveTo>
                  <a:cubicBezTo>
                    <a:pt x="30077" y="0"/>
                    <a:pt x="30052" y="3"/>
                    <a:pt x="30027" y="9"/>
                  </a:cubicBezTo>
                  <a:cubicBezTo>
                    <a:pt x="29871" y="50"/>
                    <a:pt x="29773" y="205"/>
                    <a:pt x="29805" y="362"/>
                  </a:cubicBezTo>
                  <a:cubicBezTo>
                    <a:pt x="30758" y="4080"/>
                    <a:pt x="30521" y="7942"/>
                    <a:pt x="29121" y="11528"/>
                  </a:cubicBezTo>
                  <a:cubicBezTo>
                    <a:pt x="27346" y="16078"/>
                    <a:pt x="23907" y="19666"/>
                    <a:pt x="19432" y="21628"/>
                  </a:cubicBezTo>
                  <a:cubicBezTo>
                    <a:pt x="17078" y="22661"/>
                    <a:pt x="14586" y="23178"/>
                    <a:pt x="12090" y="23178"/>
                  </a:cubicBezTo>
                  <a:cubicBezTo>
                    <a:pt x="9844" y="23178"/>
                    <a:pt x="7595" y="22759"/>
                    <a:pt x="5440" y="21919"/>
                  </a:cubicBezTo>
                  <a:cubicBezTo>
                    <a:pt x="3667" y="21229"/>
                    <a:pt x="2013" y="20266"/>
                    <a:pt x="536" y="19067"/>
                  </a:cubicBezTo>
                  <a:cubicBezTo>
                    <a:pt x="480" y="19019"/>
                    <a:pt x="410" y="18996"/>
                    <a:pt x="342" y="18996"/>
                  </a:cubicBezTo>
                  <a:cubicBezTo>
                    <a:pt x="254" y="18996"/>
                    <a:pt x="167" y="19034"/>
                    <a:pt x="108" y="19107"/>
                  </a:cubicBezTo>
                  <a:cubicBezTo>
                    <a:pt x="1" y="19239"/>
                    <a:pt x="22" y="19432"/>
                    <a:pt x="155" y="19536"/>
                  </a:cubicBezTo>
                  <a:cubicBezTo>
                    <a:pt x="1680" y="20776"/>
                    <a:pt x="3388" y="21770"/>
                    <a:pt x="5220" y="22483"/>
                  </a:cubicBezTo>
                  <a:cubicBezTo>
                    <a:pt x="7447" y="23351"/>
                    <a:pt x="9771" y="23785"/>
                    <a:pt x="12091" y="23785"/>
                  </a:cubicBezTo>
                  <a:cubicBezTo>
                    <a:pt x="14670" y="23785"/>
                    <a:pt x="17244" y="23251"/>
                    <a:pt x="19674" y="22182"/>
                  </a:cubicBezTo>
                  <a:cubicBezTo>
                    <a:pt x="24295" y="20156"/>
                    <a:pt x="27850" y="16449"/>
                    <a:pt x="29685" y="11748"/>
                  </a:cubicBezTo>
                  <a:cubicBezTo>
                    <a:pt x="31130" y="8042"/>
                    <a:pt x="31374" y="4054"/>
                    <a:pt x="30391" y="213"/>
                  </a:cubicBezTo>
                  <a:cubicBezTo>
                    <a:pt x="30350" y="83"/>
                    <a:pt x="30231" y="0"/>
                    <a:pt x="301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7"/>
            <p:cNvSpPr/>
            <p:nvPr/>
          </p:nvSpPr>
          <p:spPr>
            <a:xfrm>
              <a:off x="3238175" y="688775"/>
              <a:ext cx="151500" cy="392200"/>
            </a:xfrm>
            <a:custGeom>
              <a:rect b="b" l="l" r="r" t="t"/>
              <a:pathLst>
                <a:path extrusionOk="0" h="15688" w="6060">
                  <a:moveTo>
                    <a:pt x="1110" y="0"/>
                  </a:moveTo>
                  <a:cubicBezTo>
                    <a:pt x="963" y="0"/>
                    <a:pt x="834" y="109"/>
                    <a:pt x="813" y="259"/>
                  </a:cubicBezTo>
                  <a:cubicBezTo>
                    <a:pt x="0" y="5806"/>
                    <a:pt x="1684" y="11392"/>
                    <a:pt x="5433" y="15587"/>
                  </a:cubicBezTo>
                  <a:cubicBezTo>
                    <a:pt x="5490" y="15651"/>
                    <a:pt x="5572" y="15687"/>
                    <a:pt x="5658" y="15687"/>
                  </a:cubicBezTo>
                  <a:cubicBezTo>
                    <a:pt x="5920" y="15687"/>
                    <a:pt x="6060" y="15379"/>
                    <a:pt x="5885" y="15183"/>
                  </a:cubicBezTo>
                  <a:cubicBezTo>
                    <a:pt x="2256" y="11124"/>
                    <a:pt x="626" y="5716"/>
                    <a:pt x="1413" y="348"/>
                  </a:cubicBezTo>
                  <a:cubicBezTo>
                    <a:pt x="1436" y="182"/>
                    <a:pt x="1322" y="29"/>
                    <a:pt x="1156" y="4"/>
                  </a:cubicBezTo>
                  <a:cubicBezTo>
                    <a:pt x="1141" y="2"/>
                    <a:pt x="1125" y="0"/>
                    <a:pt x="11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7"/>
            <p:cNvSpPr/>
            <p:nvPr/>
          </p:nvSpPr>
          <p:spPr>
            <a:xfrm>
              <a:off x="3264075" y="291050"/>
              <a:ext cx="826975" cy="377825"/>
            </a:xfrm>
            <a:custGeom>
              <a:rect b="b" l="l" r="r" t="t"/>
              <a:pathLst>
                <a:path extrusionOk="0" h="15113" w="33079">
                  <a:moveTo>
                    <a:pt x="18499" y="0"/>
                  </a:moveTo>
                  <a:cubicBezTo>
                    <a:pt x="10938" y="0"/>
                    <a:pt x="3785" y="4570"/>
                    <a:pt x="876" y="12027"/>
                  </a:cubicBezTo>
                  <a:cubicBezTo>
                    <a:pt x="531" y="12910"/>
                    <a:pt x="252" y="13818"/>
                    <a:pt x="42" y="14744"/>
                  </a:cubicBezTo>
                  <a:cubicBezTo>
                    <a:pt x="1" y="14932"/>
                    <a:pt x="144" y="15112"/>
                    <a:pt x="339" y="15112"/>
                  </a:cubicBezTo>
                  <a:cubicBezTo>
                    <a:pt x="480" y="15112"/>
                    <a:pt x="602" y="15014"/>
                    <a:pt x="634" y="14876"/>
                  </a:cubicBezTo>
                  <a:cubicBezTo>
                    <a:pt x="837" y="13982"/>
                    <a:pt x="1106" y="13103"/>
                    <a:pt x="1440" y="12247"/>
                  </a:cubicBezTo>
                  <a:cubicBezTo>
                    <a:pt x="4256" y="5029"/>
                    <a:pt x="11181" y="606"/>
                    <a:pt x="18499" y="606"/>
                  </a:cubicBezTo>
                  <a:cubicBezTo>
                    <a:pt x="20705" y="606"/>
                    <a:pt x="22946" y="1008"/>
                    <a:pt x="25121" y="1856"/>
                  </a:cubicBezTo>
                  <a:cubicBezTo>
                    <a:pt x="27992" y="2976"/>
                    <a:pt x="30547" y="4811"/>
                    <a:pt x="32509" y="7162"/>
                  </a:cubicBezTo>
                  <a:cubicBezTo>
                    <a:pt x="32569" y="7232"/>
                    <a:pt x="32653" y="7268"/>
                    <a:pt x="32739" y="7268"/>
                  </a:cubicBezTo>
                  <a:cubicBezTo>
                    <a:pt x="32807" y="7268"/>
                    <a:pt x="32876" y="7245"/>
                    <a:pt x="32933" y="7198"/>
                  </a:cubicBezTo>
                  <a:cubicBezTo>
                    <a:pt x="33060" y="7091"/>
                    <a:pt x="33078" y="6903"/>
                    <a:pt x="32974" y="6774"/>
                  </a:cubicBezTo>
                  <a:cubicBezTo>
                    <a:pt x="30947" y="4345"/>
                    <a:pt x="28308" y="2449"/>
                    <a:pt x="25343" y="1292"/>
                  </a:cubicBezTo>
                  <a:cubicBezTo>
                    <a:pt x="23095" y="415"/>
                    <a:pt x="20778" y="0"/>
                    <a:pt x="184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7"/>
            <p:cNvSpPr/>
            <p:nvPr/>
          </p:nvSpPr>
          <p:spPr>
            <a:xfrm>
              <a:off x="4104700" y="498900"/>
              <a:ext cx="60550" cy="96325"/>
            </a:xfrm>
            <a:custGeom>
              <a:rect b="b" l="l" r="r" t="t"/>
              <a:pathLst>
                <a:path extrusionOk="0" h="3853" w="2422">
                  <a:moveTo>
                    <a:pt x="344" y="0"/>
                  </a:moveTo>
                  <a:cubicBezTo>
                    <a:pt x="286" y="0"/>
                    <a:pt x="228" y="17"/>
                    <a:pt x="176" y="51"/>
                  </a:cubicBezTo>
                  <a:cubicBezTo>
                    <a:pt x="41" y="140"/>
                    <a:pt x="0" y="321"/>
                    <a:pt x="84" y="460"/>
                  </a:cubicBezTo>
                  <a:cubicBezTo>
                    <a:pt x="753" y="1469"/>
                    <a:pt x="1321" y="2542"/>
                    <a:pt x="1779" y="3663"/>
                  </a:cubicBezTo>
                  <a:cubicBezTo>
                    <a:pt x="1826" y="3777"/>
                    <a:pt x="1937" y="3852"/>
                    <a:pt x="2061" y="3852"/>
                  </a:cubicBezTo>
                  <a:lnTo>
                    <a:pt x="2059" y="3851"/>
                  </a:lnTo>
                  <a:cubicBezTo>
                    <a:pt x="2274" y="3851"/>
                    <a:pt x="2421" y="3634"/>
                    <a:pt x="2339" y="3434"/>
                  </a:cubicBezTo>
                  <a:cubicBezTo>
                    <a:pt x="1866" y="2275"/>
                    <a:pt x="1280" y="1167"/>
                    <a:pt x="589" y="124"/>
                  </a:cubicBezTo>
                  <a:cubicBezTo>
                    <a:pt x="529" y="43"/>
                    <a:pt x="437" y="0"/>
                    <a:pt x="3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7"/>
            <p:cNvSpPr/>
            <p:nvPr/>
          </p:nvSpPr>
          <p:spPr>
            <a:xfrm>
              <a:off x="2846275" y="456450"/>
              <a:ext cx="833700" cy="837800"/>
            </a:xfrm>
            <a:custGeom>
              <a:rect b="b" l="l" r="r" t="t"/>
              <a:pathLst>
                <a:path extrusionOk="0" h="33512" w="33348">
                  <a:moveTo>
                    <a:pt x="18026" y="1"/>
                  </a:moveTo>
                  <a:cubicBezTo>
                    <a:pt x="9981" y="1"/>
                    <a:pt x="2862" y="5829"/>
                    <a:pt x="1507" y="14022"/>
                  </a:cubicBezTo>
                  <a:cubicBezTo>
                    <a:pt x="1" y="23135"/>
                    <a:pt x="6189" y="31775"/>
                    <a:pt x="15302" y="33282"/>
                  </a:cubicBezTo>
                  <a:cubicBezTo>
                    <a:pt x="16229" y="33435"/>
                    <a:pt x="17155" y="33511"/>
                    <a:pt x="18075" y="33511"/>
                  </a:cubicBezTo>
                  <a:cubicBezTo>
                    <a:pt x="20814" y="33511"/>
                    <a:pt x="23496" y="32838"/>
                    <a:pt x="25954" y="31518"/>
                  </a:cubicBezTo>
                  <a:cubicBezTo>
                    <a:pt x="26132" y="31421"/>
                    <a:pt x="26277" y="31273"/>
                    <a:pt x="26368" y="31092"/>
                  </a:cubicBezTo>
                  <a:cubicBezTo>
                    <a:pt x="25701" y="30777"/>
                    <a:pt x="25067" y="30421"/>
                    <a:pt x="24451" y="30043"/>
                  </a:cubicBezTo>
                  <a:cubicBezTo>
                    <a:pt x="22434" y="31022"/>
                    <a:pt x="20263" y="31525"/>
                    <a:pt x="18049" y="31525"/>
                  </a:cubicBezTo>
                  <a:cubicBezTo>
                    <a:pt x="17245" y="31525"/>
                    <a:pt x="16436" y="31459"/>
                    <a:pt x="15627" y="31325"/>
                  </a:cubicBezTo>
                  <a:cubicBezTo>
                    <a:pt x="7592" y="29997"/>
                    <a:pt x="2136" y="22380"/>
                    <a:pt x="3465" y="14346"/>
                  </a:cubicBezTo>
                  <a:cubicBezTo>
                    <a:pt x="4659" y="7123"/>
                    <a:pt x="10934" y="1985"/>
                    <a:pt x="18027" y="1985"/>
                  </a:cubicBezTo>
                  <a:cubicBezTo>
                    <a:pt x="18824" y="1985"/>
                    <a:pt x="19632" y="2050"/>
                    <a:pt x="20444" y="2184"/>
                  </a:cubicBezTo>
                  <a:cubicBezTo>
                    <a:pt x="26015" y="3106"/>
                    <a:pt x="30505" y="7034"/>
                    <a:pt x="32162" y="12437"/>
                  </a:cubicBezTo>
                  <a:cubicBezTo>
                    <a:pt x="32197" y="12551"/>
                    <a:pt x="32254" y="12658"/>
                    <a:pt x="32328" y="12752"/>
                  </a:cubicBezTo>
                  <a:cubicBezTo>
                    <a:pt x="32632" y="12231"/>
                    <a:pt x="33000" y="11368"/>
                    <a:pt x="33348" y="9972"/>
                  </a:cubicBezTo>
                  <a:cubicBezTo>
                    <a:pt x="31079" y="4828"/>
                    <a:pt x="26417" y="1162"/>
                    <a:pt x="20768" y="227"/>
                  </a:cubicBezTo>
                  <a:cubicBezTo>
                    <a:pt x="19847" y="74"/>
                    <a:pt x="18931" y="1"/>
                    <a:pt x="180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7"/>
            <p:cNvSpPr/>
            <p:nvPr/>
          </p:nvSpPr>
          <p:spPr>
            <a:xfrm>
              <a:off x="4326550" y="1227500"/>
              <a:ext cx="43775" cy="50800"/>
            </a:xfrm>
            <a:custGeom>
              <a:rect b="b" l="l" r="r" t="t"/>
              <a:pathLst>
                <a:path extrusionOk="0" h="2032" w="1751">
                  <a:moveTo>
                    <a:pt x="343" y="1"/>
                  </a:moveTo>
                  <a:cubicBezTo>
                    <a:pt x="282" y="1"/>
                    <a:pt x="221" y="19"/>
                    <a:pt x="168" y="57"/>
                  </a:cubicBezTo>
                  <a:cubicBezTo>
                    <a:pt x="33" y="153"/>
                    <a:pt x="0" y="341"/>
                    <a:pt x="95" y="476"/>
                  </a:cubicBezTo>
                  <a:lnTo>
                    <a:pt x="1113" y="1905"/>
                  </a:lnTo>
                  <a:cubicBezTo>
                    <a:pt x="1171" y="1984"/>
                    <a:pt x="1263" y="2031"/>
                    <a:pt x="1361" y="2031"/>
                  </a:cubicBezTo>
                  <a:cubicBezTo>
                    <a:pt x="1607" y="2031"/>
                    <a:pt x="1750" y="1754"/>
                    <a:pt x="1607" y="1553"/>
                  </a:cubicBezTo>
                  <a:lnTo>
                    <a:pt x="589" y="125"/>
                  </a:lnTo>
                  <a:cubicBezTo>
                    <a:pt x="529" y="44"/>
                    <a:pt x="437" y="1"/>
                    <a:pt x="34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7"/>
            <p:cNvSpPr/>
            <p:nvPr/>
          </p:nvSpPr>
          <p:spPr>
            <a:xfrm>
              <a:off x="1089175" y="2557725"/>
              <a:ext cx="2847675" cy="2684500"/>
            </a:xfrm>
            <a:custGeom>
              <a:rect b="b" l="l" r="r" t="t"/>
              <a:pathLst>
                <a:path extrusionOk="0" h="107380" w="113907">
                  <a:moveTo>
                    <a:pt x="34572" y="0"/>
                  </a:moveTo>
                  <a:lnTo>
                    <a:pt x="1" y="41864"/>
                  </a:lnTo>
                  <a:lnTo>
                    <a:pt x="79335" y="107379"/>
                  </a:lnTo>
                  <a:lnTo>
                    <a:pt x="113907" y="65515"/>
                  </a:lnTo>
                  <a:lnTo>
                    <a:pt x="3457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7"/>
            <p:cNvSpPr/>
            <p:nvPr/>
          </p:nvSpPr>
          <p:spPr>
            <a:xfrm>
              <a:off x="1080425" y="2550050"/>
              <a:ext cx="2864625" cy="2699725"/>
            </a:xfrm>
            <a:custGeom>
              <a:rect b="b" l="l" r="r" t="t"/>
              <a:pathLst>
                <a:path extrusionOk="0" h="107989" w="114585">
                  <a:moveTo>
                    <a:pt x="34956" y="729"/>
                  </a:moveTo>
                  <a:lnTo>
                    <a:pt x="113819" y="65865"/>
                  </a:lnTo>
                  <a:lnTo>
                    <a:pt x="79631" y="107259"/>
                  </a:lnTo>
                  <a:lnTo>
                    <a:pt x="768" y="42125"/>
                  </a:lnTo>
                  <a:lnTo>
                    <a:pt x="34956" y="729"/>
                  </a:lnTo>
                  <a:close/>
                  <a:moveTo>
                    <a:pt x="34911" y="0"/>
                  </a:moveTo>
                  <a:cubicBezTo>
                    <a:pt x="34903" y="0"/>
                    <a:pt x="34894" y="1"/>
                    <a:pt x="34886" y="1"/>
                  </a:cubicBezTo>
                  <a:cubicBezTo>
                    <a:pt x="34805" y="9"/>
                    <a:pt x="34732" y="48"/>
                    <a:pt x="34681" y="111"/>
                  </a:cubicBezTo>
                  <a:lnTo>
                    <a:pt x="106" y="41972"/>
                  </a:lnTo>
                  <a:cubicBezTo>
                    <a:pt x="1" y="42101"/>
                    <a:pt x="19" y="42293"/>
                    <a:pt x="148" y="42399"/>
                  </a:cubicBezTo>
                  <a:lnTo>
                    <a:pt x="79478" y="107919"/>
                  </a:lnTo>
                  <a:cubicBezTo>
                    <a:pt x="79533" y="107964"/>
                    <a:pt x="79601" y="107988"/>
                    <a:pt x="79671" y="107988"/>
                  </a:cubicBezTo>
                  <a:cubicBezTo>
                    <a:pt x="79681" y="107988"/>
                    <a:pt x="79691" y="107988"/>
                    <a:pt x="79700" y="107987"/>
                  </a:cubicBezTo>
                  <a:cubicBezTo>
                    <a:pt x="79780" y="107981"/>
                    <a:pt x="79853" y="107940"/>
                    <a:pt x="79905" y="107879"/>
                  </a:cubicBezTo>
                  <a:lnTo>
                    <a:pt x="114480" y="66016"/>
                  </a:lnTo>
                  <a:cubicBezTo>
                    <a:pt x="114585" y="65887"/>
                    <a:pt x="114567" y="65696"/>
                    <a:pt x="114438" y="65590"/>
                  </a:cubicBezTo>
                  <a:lnTo>
                    <a:pt x="35107" y="69"/>
                  </a:lnTo>
                  <a:cubicBezTo>
                    <a:pt x="35051" y="25"/>
                    <a:pt x="34982" y="0"/>
                    <a:pt x="3491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7"/>
            <p:cNvSpPr/>
            <p:nvPr/>
          </p:nvSpPr>
          <p:spPr>
            <a:xfrm>
              <a:off x="1334525" y="2787450"/>
              <a:ext cx="2353700" cy="2207400"/>
            </a:xfrm>
            <a:custGeom>
              <a:rect b="b" l="l" r="r" t="t"/>
              <a:pathLst>
                <a:path extrusionOk="0" h="88296" w="94148">
                  <a:moveTo>
                    <a:pt x="29039" y="0"/>
                  </a:moveTo>
                  <a:cubicBezTo>
                    <a:pt x="27913" y="1364"/>
                    <a:pt x="26285" y="2068"/>
                    <a:pt x="24645" y="2068"/>
                  </a:cubicBezTo>
                  <a:cubicBezTo>
                    <a:pt x="23722" y="2068"/>
                    <a:pt x="22795" y="1845"/>
                    <a:pt x="21951" y="1391"/>
                  </a:cubicBezTo>
                  <a:lnTo>
                    <a:pt x="253" y="27660"/>
                  </a:lnTo>
                  <a:cubicBezTo>
                    <a:pt x="1936" y="29725"/>
                    <a:pt x="1987" y="32754"/>
                    <a:pt x="227" y="34884"/>
                  </a:cubicBezTo>
                  <a:cubicBezTo>
                    <a:pt x="155" y="34971"/>
                    <a:pt x="76" y="35051"/>
                    <a:pt x="1" y="35132"/>
                  </a:cubicBezTo>
                  <a:lnTo>
                    <a:pt x="64370" y="88296"/>
                  </a:lnTo>
                  <a:cubicBezTo>
                    <a:pt x="64436" y="88206"/>
                    <a:pt x="64499" y="88115"/>
                    <a:pt x="64570" y="88027"/>
                  </a:cubicBezTo>
                  <a:cubicBezTo>
                    <a:pt x="65697" y="86663"/>
                    <a:pt x="67326" y="85958"/>
                    <a:pt x="68968" y="85958"/>
                  </a:cubicBezTo>
                  <a:cubicBezTo>
                    <a:pt x="70245" y="85958"/>
                    <a:pt x="71530" y="86385"/>
                    <a:pt x="72592" y="87262"/>
                  </a:cubicBezTo>
                  <a:lnTo>
                    <a:pt x="94147" y="61163"/>
                  </a:lnTo>
                  <a:cubicBezTo>
                    <a:pt x="91721" y="59159"/>
                    <a:pt x="91379" y="55568"/>
                    <a:pt x="93382" y="53142"/>
                  </a:cubicBezTo>
                  <a:lnTo>
                    <a:pt x="2903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7"/>
            <p:cNvSpPr/>
            <p:nvPr/>
          </p:nvSpPr>
          <p:spPr>
            <a:xfrm>
              <a:off x="1326025" y="2779850"/>
              <a:ext cx="2370700" cy="2222575"/>
            </a:xfrm>
            <a:custGeom>
              <a:rect b="b" l="l" r="r" t="t"/>
              <a:pathLst>
                <a:path extrusionOk="0" h="88903" w="94828">
                  <a:moveTo>
                    <a:pt x="29414" y="725"/>
                  </a:moveTo>
                  <a:lnTo>
                    <a:pt x="93302" y="53492"/>
                  </a:lnTo>
                  <a:cubicBezTo>
                    <a:pt x="92410" y="54686"/>
                    <a:pt x="92000" y="56150"/>
                    <a:pt x="92142" y="57643"/>
                  </a:cubicBezTo>
                  <a:cubicBezTo>
                    <a:pt x="92285" y="59138"/>
                    <a:pt x="92964" y="60497"/>
                    <a:pt x="94065" y="61502"/>
                  </a:cubicBezTo>
                  <a:lnTo>
                    <a:pt x="72887" y="87145"/>
                  </a:lnTo>
                  <a:cubicBezTo>
                    <a:pt x="71845" y="86368"/>
                    <a:pt x="70600" y="85959"/>
                    <a:pt x="69308" y="85959"/>
                  </a:cubicBezTo>
                  <a:cubicBezTo>
                    <a:pt x="69118" y="85959"/>
                    <a:pt x="68926" y="85968"/>
                    <a:pt x="68734" y="85986"/>
                  </a:cubicBezTo>
                  <a:cubicBezTo>
                    <a:pt x="67149" y="86132"/>
                    <a:pt x="65688" y="86907"/>
                    <a:pt x="64677" y="88137"/>
                  </a:cubicBezTo>
                  <a:cubicBezTo>
                    <a:pt x="64669" y="88146"/>
                    <a:pt x="64663" y="88154"/>
                    <a:pt x="64656" y="88163"/>
                  </a:cubicBezTo>
                  <a:lnTo>
                    <a:pt x="780" y="35406"/>
                  </a:lnTo>
                  <a:cubicBezTo>
                    <a:pt x="788" y="35398"/>
                    <a:pt x="794" y="35389"/>
                    <a:pt x="801" y="35381"/>
                  </a:cubicBezTo>
                  <a:cubicBezTo>
                    <a:pt x="2564" y="33246"/>
                    <a:pt x="2626" y="30168"/>
                    <a:pt x="983" y="27971"/>
                  </a:cubicBezTo>
                  <a:lnTo>
                    <a:pt x="22370" y="2075"/>
                  </a:lnTo>
                  <a:cubicBezTo>
                    <a:pt x="23201" y="2478"/>
                    <a:pt x="24092" y="2674"/>
                    <a:pt x="24977" y="2674"/>
                  </a:cubicBezTo>
                  <a:cubicBezTo>
                    <a:pt x="26626" y="2674"/>
                    <a:pt x="28252" y="1995"/>
                    <a:pt x="29414" y="725"/>
                  </a:cubicBezTo>
                  <a:close/>
                  <a:moveTo>
                    <a:pt x="29379" y="0"/>
                  </a:moveTo>
                  <a:cubicBezTo>
                    <a:pt x="29292" y="0"/>
                    <a:pt x="29205" y="38"/>
                    <a:pt x="29145" y="111"/>
                  </a:cubicBezTo>
                  <a:cubicBezTo>
                    <a:pt x="28092" y="1385"/>
                    <a:pt x="26546" y="2068"/>
                    <a:pt x="24976" y="2068"/>
                  </a:cubicBezTo>
                  <a:cubicBezTo>
                    <a:pt x="24110" y="2068"/>
                    <a:pt x="23236" y="1860"/>
                    <a:pt x="22434" y="1428"/>
                  </a:cubicBezTo>
                  <a:cubicBezTo>
                    <a:pt x="22389" y="1404"/>
                    <a:pt x="22340" y="1392"/>
                    <a:pt x="22291" y="1392"/>
                  </a:cubicBezTo>
                  <a:cubicBezTo>
                    <a:pt x="22204" y="1392"/>
                    <a:pt x="22117" y="1431"/>
                    <a:pt x="22058" y="1502"/>
                  </a:cubicBezTo>
                  <a:lnTo>
                    <a:pt x="360" y="27773"/>
                  </a:lnTo>
                  <a:cubicBezTo>
                    <a:pt x="268" y="27885"/>
                    <a:pt x="268" y="28046"/>
                    <a:pt x="359" y="28158"/>
                  </a:cubicBezTo>
                  <a:cubicBezTo>
                    <a:pt x="1978" y="30143"/>
                    <a:pt x="1967" y="33019"/>
                    <a:pt x="333" y="34997"/>
                  </a:cubicBezTo>
                  <a:cubicBezTo>
                    <a:pt x="285" y="35055"/>
                    <a:pt x="233" y="35110"/>
                    <a:pt x="181" y="35165"/>
                  </a:cubicBezTo>
                  <a:lnTo>
                    <a:pt x="119" y="35230"/>
                  </a:lnTo>
                  <a:cubicBezTo>
                    <a:pt x="1" y="35357"/>
                    <a:pt x="14" y="35558"/>
                    <a:pt x="148" y="35670"/>
                  </a:cubicBezTo>
                  <a:lnTo>
                    <a:pt x="64517" y="88833"/>
                  </a:lnTo>
                  <a:cubicBezTo>
                    <a:pt x="64572" y="88878"/>
                    <a:pt x="64639" y="88903"/>
                    <a:pt x="64710" y="88903"/>
                  </a:cubicBezTo>
                  <a:cubicBezTo>
                    <a:pt x="64723" y="88903"/>
                    <a:pt x="64736" y="88902"/>
                    <a:pt x="64747" y="88900"/>
                  </a:cubicBezTo>
                  <a:cubicBezTo>
                    <a:pt x="64831" y="88890"/>
                    <a:pt x="64905" y="88846"/>
                    <a:pt x="64954" y="88779"/>
                  </a:cubicBezTo>
                  <a:lnTo>
                    <a:pt x="65007" y="88706"/>
                  </a:lnTo>
                  <a:cubicBezTo>
                    <a:pt x="65051" y="88645"/>
                    <a:pt x="65095" y="88583"/>
                    <a:pt x="65145" y="88523"/>
                  </a:cubicBezTo>
                  <a:cubicBezTo>
                    <a:pt x="66055" y="87420"/>
                    <a:pt x="67368" y="86724"/>
                    <a:pt x="68791" y="86588"/>
                  </a:cubicBezTo>
                  <a:cubicBezTo>
                    <a:pt x="68961" y="86571"/>
                    <a:pt x="69132" y="86563"/>
                    <a:pt x="69302" y="86563"/>
                  </a:cubicBezTo>
                  <a:cubicBezTo>
                    <a:pt x="70551" y="86563"/>
                    <a:pt x="71767" y="86997"/>
                    <a:pt x="72738" y="87800"/>
                  </a:cubicBezTo>
                  <a:cubicBezTo>
                    <a:pt x="72793" y="87845"/>
                    <a:pt x="72861" y="87869"/>
                    <a:pt x="72931" y="87869"/>
                  </a:cubicBezTo>
                  <a:cubicBezTo>
                    <a:pt x="72941" y="87869"/>
                    <a:pt x="72951" y="87869"/>
                    <a:pt x="72961" y="87868"/>
                  </a:cubicBezTo>
                  <a:cubicBezTo>
                    <a:pt x="73040" y="87860"/>
                    <a:pt x="73114" y="87821"/>
                    <a:pt x="73165" y="87760"/>
                  </a:cubicBezTo>
                  <a:lnTo>
                    <a:pt x="94720" y="61659"/>
                  </a:lnTo>
                  <a:cubicBezTo>
                    <a:pt x="94827" y="61531"/>
                    <a:pt x="94809" y="61339"/>
                    <a:pt x="94680" y="61234"/>
                  </a:cubicBezTo>
                  <a:cubicBezTo>
                    <a:pt x="93577" y="60322"/>
                    <a:pt x="92882" y="59011"/>
                    <a:pt x="92745" y="57586"/>
                  </a:cubicBezTo>
                  <a:cubicBezTo>
                    <a:pt x="92609" y="56161"/>
                    <a:pt x="93044" y="54742"/>
                    <a:pt x="93956" y="53639"/>
                  </a:cubicBezTo>
                  <a:cubicBezTo>
                    <a:pt x="94063" y="53510"/>
                    <a:pt x="94045" y="53318"/>
                    <a:pt x="93916" y="53212"/>
                  </a:cubicBezTo>
                  <a:lnTo>
                    <a:pt x="29572" y="70"/>
                  </a:lnTo>
                  <a:cubicBezTo>
                    <a:pt x="29515" y="23"/>
                    <a:pt x="29447" y="0"/>
                    <a:pt x="293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7"/>
            <p:cNvSpPr/>
            <p:nvPr/>
          </p:nvSpPr>
          <p:spPr>
            <a:xfrm>
              <a:off x="2027825" y="3702725"/>
              <a:ext cx="811500" cy="635825"/>
            </a:xfrm>
            <a:custGeom>
              <a:rect b="b" l="l" r="r" t="t"/>
              <a:pathLst>
                <a:path extrusionOk="0" h="25433" w="32460">
                  <a:moveTo>
                    <a:pt x="3322" y="0"/>
                  </a:moveTo>
                  <a:cubicBezTo>
                    <a:pt x="3199" y="0"/>
                    <a:pt x="3083" y="75"/>
                    <a:pt x="3038" y="197"/>
                  </a:cubicBezTo>
                  <a:cubicBezTo>
                    <a:pt x="1" y="7659"/>
                    <a:pt x="2136" y="16123"/>
                    <a:pt x="8354" y="21258"/>
                  </a:cubicBezTo>
                  <a:cubicBezTo>
                    <a:pt x="11730" y="24046"/>
                    <a:pt x="15888" y="25432"/>
                    <a:pt x="20039" y="25432"/>
                  </a:cubicBezTo>
                  <a:cubicBezTo>
                    <a:pt x="24460" y="25432"/>
                    <a:pt x="28872" y="23862"/>
                    <a:pt x="32326" y="20740"/>
                  </a:cubicBezTo>
                  <a:cubicBezTo>
                    <a:pt x="32449" y="20627"/>
                    <a:pt x="32460" y="20435"/>
                    <a:pt x="32347" y="20312"/>
                  </a:cubicBezTo>
                  <a:cubicBezTo>
                    <a:pt x="32287" y="20245"/>
                    <a:pt x="32205" y="20211"/>
                    <a:pt x="32122" y="20211"/>
                  </a:cubicBezTo>
                  <a:cubicBezTo>
                    <a:pt x="32050" y="20211"/>
                    <a:pt x="31977" y="20237"/>
                    <a:pt x="31919" y="20289"/>
                  </a:cubicBezTo>
                  <a:cubicBezTo>
                    <a:pt x="28581" y="23308"/>
                    <a:pt x="24313" y="24827"/>
                    <a:pt x="20039" y="24827"/>
                  </a:cubicBezTo>
                  <a:cubicBezTo>
                    <a:pt x="16025" y="24827"/>
                    <a:pt x="12004" y="23487"/>
                    <a:pt x="8739" y="20791"/>
                  </a:cubicBezTo>
                  <a:cubicBezTo>
                    <a:pt x="2728" y="15825"/>
                    <a:pt x="661" y="7640"/>
                    <a:pt x="3599" y="425"/>
                  </a:cubicBezTo>
                  <a:cubicBezTo>
                    <a:pt x="3668" y="268"/>
                    <a:pt x="3594" y="87"/>
                    <a:pt x="3436" y="22"/>
                  </a:cubicBezTo>
                  <a:cubicBezTo>
                    <a:pt x="3399" y="7"/>
                    <a:pt x="3360" y="0"/>
                    <a:pt x="332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7"/>
            <p:cNvSpPr/>
            <p:nvPr/>
          </p:nvSpPr>
          <p:spPr>
            <a:xfrm>
              <a:off x="2158525" y="3472850"/>
              <a:ext cx="170225" cy="143975"/>
            </a:xfrm>
            <a:custGeom>
              <a:rect b="b" l="l" r="r" t="t"/>
              <a:pathLst>
                <a:path extrusionOk="0" h="5759" w="6809">
                  <a:moveTo>
                    <a:pt x="6462" y="1"/>
                  </a:moveTo>
                  <a:cubicBezTo>
                    <a:pt x="6415" y="1"/>
                    <a:pt x="6367" y="12"/>
                    <a:pt x="6323" y="35"/>
                  </a:cubicBezTo>
                  <a:cubicBezTo>
                    <a:pt x="4145" y="1170"/>
                    <a:pt x="2240" y="2714"/>
                    <a:pt x="663" y="4624"/>
                  </a:cubicBezTo>
                  <a:cubicBezTo>
                    <a:pt x="487" y="4838"/>
                    <a:pt x="315" y="5054"/>
                    <a:pt x="150" y="5274"/>
                  </a:cubicBezTo>
                  <a:cubicBezTo>
                    <a:pt x="0" y="5473"/>
                    <a:pt x="142" y="5758"/>
                    <a:pt x="392" y="5758"/>
                  </a:cubicBezTo>
                  <a:cubicBezTo>
                    <a:pt x="487" y="5758"/>
                    <a:pt x="577" y="5714"/>
                    <a:pt x="634" y="5638"/>
                  </a:cubicBezTo>
                  <a:cubicBezTo>
                    <a:pt x="794" y="5426"/>
                    <a:pt x="960" y="5217"/>
                    <a:pt x="1130" y="5009"/>
                  </a:cubicBezTo>
                  <a:cubicBezTo>
                    <a:pt x="2655" y="3163"/>
                    <a:pt x="4497" y="1670"/>
                    <a:pt x="6603" y="573"/>
                  </a:cubicBezTo>
                  <a:cubicBezTo>
                    <a:pt x="6751" y="496"/>
                    <a:pt x="6808" y="312"/>
                    <a:pt x="6732" y="164"/>
                  </a:cubicBezTo>
                  <a:cubicBezTo>
                    <a:pt x="6677" y="60"/>
                    <a:pt x="6571" y="1"/>
                    <a:pt x="646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7"/>
            <p:cNvSpPr/>
            <p:nvPr/>
          </p:nvSpPr>
          <p:spPr>
            <a:xfrm>
              <a:off x="2371800" y="3421450"/>
              <a:ext cx="660850" cy="655850"/>
            </a:xfrm>
            <a:custGeom>
              <a:rect b="b" l="l" r="r" t="t"/>
              <a:pathLst>
                <a:path extrusionOk="0" h="26234" w="26434">
                  <a:moveTo>
                    <a:pt x="6321" y="1"/>
                  </a:moveTo>
                  <a:cubicBezTo>
                    <a:pt x="4289" y="1"/>
                    <a:pt x="2236" y="341"/>
                    <a:pt x="239" y="1035"/>
                  </a:cubicBezTo>
                  <a:cubicBezTo>
                    <a:pt x="82" y="1091"/>
                    <a:pt x="0" y="1263"/>
                    <a:pt x="55" y="1420"/>
                  </a:cubicBezTo>
                  <a:cubicBezTo>
                    <a:pt x="99" y="1545"/>
                    <a:pt x="216" y="1624"/>
                    <a:pt x="341" y="1624"/>
                  </a:cubicBezTo>
                  <a:cubicBezTo>
                    <a:pt x="373" y="1624"/>
                    <a:pt x="406" y="1618"/>
                    <a:pt x="438" y="1608"/>
                  </a:cubicBezTo>
                  <a:cubicBezTo>
                    <a:pt x="2370" y="936"/>
                    <a:pt x="4355" y="606"/>
                    <a:pt x="6321" y="606"/>
                  </a:cubicBezTo>
                  <a:cubicBezTo>
                    <a:pt x="10369" y="606"/>
                    <a:pt x="14333" y="2004"/>
                    <a:pt x="17577" y="4684"/>
                  </a:cubicBezTo>
                  <a:cubicBezTo>
                    <a:pt x="23789" y="9816"/>
                    <a:pt x="25768" y="18501"/>
                    <a:pt x="22389" y="25804"/>
                  </a:cubicBezTo>
                  <a:cubicBezTo>
                    <a:pt x="22297" y="26004"/>
                    <a:pt x="22442" y="26234"/>
                    <a:pt x="22662" y="26234"/>
                  </a:cubicBezTo>
                  <a:cubicBezTo>
                    <a:pt x="22662" y="26234"/>
                    <a:pt x="22663" y="26234"/>
                    <a:pt x="22664" y="26234"/>
                  </a:cubicBezTo>
                  <a:cubicBezTo>
                    <a:pt x="22665" y="26234"/>
                    <a:pt x="22666" y="26234"/>
                    <a:pt x="22667" y="26234"/>
                  </a:cubicBezTo>
                  <a:cubicBezTo>
                    <a:pt x="22784" y="26234"/>
                    <a:pt x="22889" y="26165"/>
                    <a:pt x="22938" y="26058"/>
                  </a:cubicBezTo>
                  <a:cubicBezTo>
                    <a:pt x="26434" y="18505"/>
                    <a:pt x="24388" y="9523"/>
                    <a:pt x="17963" y="4216"/>
                  </a:cubicBezTo>
                  <a:cubicBezTo>
                    <a:pt x="14607" y="1445"/>
                    <a:pt x="10508" y="1"/>
                    <a:pt x="632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7"/>
            <p:cNvSpPr/>
            <p:nvPr/>
          </p:nvSpPr>
          <p:spPr>
            <a:xfrm>
              <a:off x="2115450" y="3467225"/>
              <a:ext cx="826625" cy="826625"/>
            </a:xfrm>
            <a:custGeom>
              <a:rect b="b" l="l" r="r" t="t"/>
              <a:pathLst>
                <a:path extrusionOk="0" h="33065" w="33065">
                  <a:moveTo>
                    <a:pt x="16533" y="1"/>
                  </a:moveTo>
                  <a:cubicBezTo>
                    <a:pt x="12148" y="1"/>
                    <a:pt x="7943" y="1742"/>
                    <a:pt x="4842" y="4842"/>
                  </a:cubicBezTo>
                  <a:cubicBezTo>
                    <a:pt x="1743" y="7942"/>
                    <a:pt x="0" y="12147"/>
                    <a:pt x="0" y="16532"/>
                  </a:cubicBezTo>
                  <a:cubicBezTo>
                    <a:pt x="0" y="20916"/>
                    <a:pt x="1743" y="25121"/>
                    <a:pt x="4842" y="28222"/>
                  </a:cubicBezTo>
                  <a:cubicBezTo>
                    <a:pt x="7943" y="31322"/>
                    <a:pt x="12148" y="33064"/>
                    <a:pt x="16533" y="33064"/>
                  </a:cubicBezTo>
                  <a:cubicBezTo>
                    <a:pt x="20917" y="33064"/>
                    <a:pt x="25122" y="31322"/>
                    <a:pt x="28222" y="28222"/>
                  </a:cubicBezTo>
                  <a:cubicBezTo>
                    <a:pt x="31322" y="25121"/>
                    <a:pt x="33065" y="20916"/>
                    <a:pt x="33065" y="16532"/>
                  </a:cubicBezTo>
                  <a:cubicBezTo>
                    <a:pt x="33065" y="12147"/>
                    <a:pt x="31322" y="7942"/>
                    <a:pt x="28222" y="4842"/>
                  </a:cubicBezTo>
                  <a:cubicBezTo>
                    <a:pt x="25122" y="1742"/>
                    <a:pt x="20917" y="1"/>
                    <a:pt x="1653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7"/>
            <p:cNvSpPr/>
            <p:nvPr/>
          </p:nvSpPr>
          <p:spPr>
            <a:xfrm>
              <a:off x="2270700" y="3606375"/>
              <a:ext cx="470450" cy="543075"/>
            </a:xfrm>
            <a:custGeom>
              <a:rect b="b" l="l" r="r" t="t"/>
              <a:pathLst>
                <a:path extrusionOk="0" h="21723" w="18818">
                  <a:moveTo>
                    <a:pt x="17553" y="0"/>
                  </a:moveTo>
                  <a:cubicBezTo>
                    <a:pt x="17543" y="0"/>
                    <a:pt x="17532" y="0"/>
                    <a:pt x="17521" y="1"/>
                  </a:cubicBezTo>
                  <a:cubicBezTo>
                    <a:pt x="17197" y="7"/>
                    <a:pt x="16909" y="161"/>
                    <a:pt x="16662" y="462"/>
                  </a:cubicBezTo>
                  <a:lnTo>
                    <a:pt x="14380" y="3224"/>
                  </a:lnTo>
                  <a:lnTo>
                    <a:pt x="14380" y="3224"/>
                  </a:lnTo>
                  <a:cubicBezTo>
                    <a:pt x="13065" y="2252"/>
                    <a:pt x="11770" y="1686"/>
                    <a:pt x="10496" y="1525"/>
                  </a:cubicBezTo>
                  <a:cubicBezTo>
                    <a:pt x="10256" y="1496"/>
                    <a:pt x="10022" y="1481"/>
                    <a:pt x="9795" y="1481"/>
                  </a:cubicBezTo>
                  <a:cubicBezTo>
                    <a:pt x="8412" y="1481"/>
                    <a:pt x="7264" y="2035"/>
                    <a:pt x="6348" y="3143"/>
                  </a:cubicBezTo>
                  <a:cubicBezTo>
                    <a:pt x="5910" y="3673"/>
                    <a:pt x="5597" y="4193"/>
                    <a:pt x="5409" y="4699"/>
                  </a:cubicBezTo>
                  <a:cubicBezTo>
                    <a:pt x="5222" y="5206"/>
                    <a:pt x="5126" y="5685"/>
                    <a:pt x="5125" y="6137"/>
                  </a:cubicBezTo>
                  <a:cubicBezTo>
                    <a:pt x="5123" y="6590"/>
                    <a:pt x="5241" y="7103"/>
                    <a:pt x="5479" y="7680"/>
                  </a:cubicBezTo>
                  <a:cubicBezTo>
                    <a:pt x="5706" y="8231"/>
                    <a:pt x="5973" y="8766"/>
                    <a:pt x="6279" y="9278"/>
                  </a:cubicBezTo>
                  <a:cubicBezTo>
                    <a:pt x="6575" y="9766"/>
                    <a:pt x="6986" y="10393"/>
                    <a:pt x="7516" y="11157"/>
                  </a:cubicBezTo>
                  <a:lnTo>
                    <a:pt x="8940" y="13160"/>
                  </a:lnTo>
                  <a:cubicBezTo>
                    <a:pt x="9342" y="13700"/>
                    <a:pt x="9591" y="14191"/>
                    <a:pt x="9686" y="14634"/>
                  </a:cubicBezTo>
                  <a:cubicBezTo>
                    <a:pt x="9781" y="15077"/>
                    <a:pt x="9734" y="15414"/>
                    <a:pt x="9544" y="15643"/>
                  </a:cubicBezTo>
                  <a:cubicBezTo>
                    <a:pt x="9303" y="15936"/>
                    <a:pt x="9011" y="16101"/>
                    <a:pt x="8669" y="16137"/>
                  </a:cubicBezTo>
                  <a:cubicBezTo>
                    <a:pt x="8604" y="16144"/>
                    <a:pt x="8539" y="16147"/>
                    <a:pt x="8474" y="16147"/>
                  </a:cubicBezTo>
                  <a:cubicBezTo>
                    <a:pt x="8197" y="16147"/>
                    <a:pt x="7925" y="16084"/>
                    <a:pt x="7655" y="15957"/>
                  </a:cubicBezTo>
                  <a:cubicBezTo>
                    <a:pt x="7303" y="15791"/>
                    <a:pt x="6963" y="15597"/>
                    <a:pt x="6641" y="15376"/>
                  </a:cubicBezTo>
                  <a:cubicBezTo>
                    <a:pt x="6297" y="15145"/>
                    <a:pt x="6002" y="14897"/>
                    <a:pt x="5758" y="14635"/>
                  </a:cubicBezTo>
                  <a:cubicBezTo>
                    <a:pt x="5382" y="14297"/>
                    <a:pt x="5042" y="13921"/>
                    <a:pt x="4746" y="13509"/>
                  </a:cubicBezTo>
                  <a:cubicBezTo>
                    <a:pt x="4454" y="13105"/>
                    <a:pt x="4247" y="12775"/>
                    <a:pt x="4126" y="12518"/>
                  </a:cubicBezTo>
                  <a:cubicBezTo>
                    <a:pt x="4004" y="12261"/>
                    <a:pt x="3868" y="11948"/>
                    <a:pt x="3719" y="11579"/>
                  </a:cubicBezTo>
                  <a:cubicBezTo>
                    <a:pt x="3569" y="11210"/>
                    <a:pt x="3475" y="10988"/>
                    <a:pt x="3435" y="10910"/>
                  </a:cubicBezTo>
                  <a:cubicBezTo>
                    <a:pt x="3239" y="10480"/>
                    <a:pt x="2992" y="10165"/>
                    <a:pt x="2691" y="9960"/>
                  </a:cubicBezTo>
                  <a:cubicBezTo>
                    <a:pt x="2444" y="9794"/>
                    <a:pt x="2183" y="9710"/>
                    <a:pt x="1909" y="9710"/>
                  </a:cubicBezTo>
                  <a:cubicBezTo>
                    <a:pt x="1849" y="9710"/>
                    <a:pt x="1789" y="9714"/>
                    <a:pt x="1728" y="9722"/>
                  </a:cubicBezTo>
                  <a:cubicBezTo>
                    <a:pt x="1395" y="9764"/>
                    <a:pt x="1076" y="9877"/>
                    <a:pt x="794" y="10055"/>
                  </a:cubicBezTo>
                  <a:cubicBezTo>
                    <a:pt x="514" y="10232"/>
                    <a:pt x="304" y="10486"/>
                    <a:pt x="163" y="10819"/>
                  </a:cubicBezTo>
                  <a:cubicBezTo>
                    <a:pt x="24" y="11151"/>
                    <a:pt x="1" y="11504"/>
                    <a:pt x="93" y="11877"/>
                  </a:cubicBezTo>
                  <a:cubicBezTo>
                    <a:pt x="642" y="13851"/>
                    <a:pt x="1708" y="15613"/>
                    <a:pt x="3291" y="17163"/>
                  </a:cubicBezTo>
                  <a:lnTo>
                    <a:pt x="3291" y="17163"/>
                  </a:lnTo>
                  <a:lnTo>
                    <a:pt x="1161" y="19742"/>
                  </a:lnTo>
                  <a:cubicBezTo>
                    <a:pt x="833" y="20139"/>
                    <a:pt x="756" y="20541"/>
                    <a:pt x="933" y="20949"/>
                  </a:cubicBezTo>
                  <a:cubicBezTo>
                    <a:pt x="1110" y="21355"/>
                    <a:pt x="1421" y="21605"/>
                    <a:pt x="1867" y="21696"/>
                  </a:cubicBezTo>
                  <a:cubicBezTo>
                    <a:pt x="1953" y="21714"/>
                    <a:pt x="2037" y="21723"/>
                    <a:pt x="2118" y="21723"/>
                  </a:cubicBezTo>
                  <a:cubicBezTo>
                    <a:pt x="2456" y="21723"/>
                    <a:pt x="2751" y="21570"/>
                    <a:pt x="3005" y="21264"/>
                  </a:cubicBezTo>
                  <a:lnTo>
                    <a:pt x="5126" y="18695"/>
                  </a:lnTo>
                  <a:lnTo>
                    <a:pt x="5126" y="18695"/>
                  </a:lnTo>
                  <a:cubicBezTo>
                    <a:pt x="5797" y="19157"/>
                    <a:pt x="6477" y="19515"/>
                    <a:pt x="7163" y="19769"/>
                  </a:cubicBezTo>
                  <a:cubicBezTo>
                    <a:pt x="7868" y="20028"/>
                    <a:pt x="8564" y="20158"/>
                    <a:pt x="9250" y="20158"/>
                  </a:cubicBezTo>
                  <a:cubicBezTo>
                    <a:pt x="9674" y="20158"/>
                    <a:pt x="10094" y="20109"/>
                    <a:pt x="10510" y="20010"/>
                  </a:cubicBezTo>
                  <a:cubicBezTo>
                    <a:pt x="11601" y="19752"/>
                    <a:pt x="12543" y="19124"/>
                    <a:pt x="13336" y="18128"/>
                  </a:cubicBezTo>
                  <a:cubicBezTo>
                    <a:pt x="13831" y="17511"/>
                    <a:pt x="14162" y="16895"/>
                    <a:pt x="14327" y="16280"/>
                  </a:cubicBezTo>
                  <a:cubicBezTo>
                    <a:pt x="14492" y="15666"/>
                    <a:pt x="14499" y="15035"/>
                    <a:pt x="14348" y="14391"/>
                  </a:cubicBezTo>
                  <a:cubicBezTo>
                    <a:pt x="14192" y="13732"/>
                    <a:pt x="13947" y="13097"/>
                    <a:pt x="13619" y="12505"/>
                  </a:cubicBezTo>
                  <a:cubicBezTo>
                    <a:pt x="13284" y="11893"/>
                    <a:pt x="12825" y="11183"/>
                    <a:pt x="12243" y="10376"/>
                  </a:cubicBezTo>
                  <a:lnTo>
                    <a:pt x="10798" y="8425"/>
                  </a:lnTo>
                  <a:cubicBezTo>
                    <a:pt x="10362" y="7856"/>
                    <a:pt x="10099" y="7386"/>
                    <a:pt x="10010" y="7016"/>
                  </a:cubicBezTo>
                  <a:cubicBezTo>
                    <a:pt x="9921" y="6645"/>
                    <a:pt x="10009" y="6301"/>
                    <a:pt x="10272" y="5982"/>
                  </a:cubicBezTo>
                  <a:cubicBezTo>
                    <a:pt x="10440" y="5780"/>
                    <a:pt x="10667" y="5678"/>
                    <a:pt x="10953" y="5678"/>
                  </a:cubicBezTo>
                  <a:cubicBezTo>
                    <a:pt x="11042" y="5678"/>
                    <a:pt x="11136" y="5688"/>
                    <a:pt x="11235" y="5707"/>
                  </a:cubicBezTo>
                  <a:cubicBezTo>
                    <a:pt x="11659" y="5789"/>
                    <a:pt x="12056" y="5971"/>
                    <a:pt x="12424" y="6254"/>
                  </a:cubicBezTo>
                  <a:cubicBezTo>
                    <a:pt x="12793" y="6537"/>
                    <a:pt x="13130" y="6818"/>
                    <a:pt x="13434" y="7098"/>
                  </a:cubicBezTo>
                  <a:cubicBezTo>
                    <a:pt x="14270" y="7960"/>
                    <a:pt x="14996" y="8921"/>
                    <a:pt x="15601" y="9959"/>
                  </a:cubicBezTo>
                  <a:cubicBezTo>
                    <a:pt x="15851" y="10359"/>
                    <a:pt x="16140" y="10643"/>
                    <a:pt x="16469" y="10811"/>
                  </a:cubicBezTo>
                  <a:cubicBezTo>
                    <a:pt x="16667" y="10911"/>
                    <a:pt x="16863" y="10962"/>
                    <a:pt x="17059" y="10962"/>
                  </a:cubicBezTo>
                  <a:cubicBezTo>
                    <a:pt x="17189" y="10962"/>
                    <a:pt x="17319" y="10939"/>
                    <a:pt x="17449" y="10894"/>
                  </a:cubicBezTo>
                  <a:cubicBezTo>
                    <a:pt x="17762" y="10789"/>
                    <a:pt x="18049" y="10613"/>
                    <a:pt x="18286" y="10381"/>
                  </a:cubicBezTo>
                  <a:cubicBezTo>
                    <a:pt x="18520" y="10150"/>
                    <a:pt x="18670" y="9839"/>
                    <a:pt x="18734" y="9446"/>
                  </a:cubicBezTo>
                  <a:cubicBezTo>
                    <a:pt x="18799" y="9053"/>
                    <a:pt x="18734" y="8658"/>
                    <a:pt x="18541" y="8261"/>
                  </a:cubicBezTo>
                  <a:cubicBezTo>
                    <a:pt x="18298" y="7746"/>
                    <a:pt x="18087" y="7335"/>
                    <a:pt x="17911" y="7026"/>
                  </a:cubicBezTo>
                  <a:cubicBezTo>
                    <a:pt x="17735" y="6718"/>
                    <a:pt x="17451" y="6309"/>
                    <a:pt x="17060" y="5800"/>
                  </a:cubicBezTo>
                  <a:cubicBezTo>
                    <a:pt x="16784" y="5444"/>
                    <a:pt x="16487" y="5104"/>
                    <a:pt x="16171" y="4783"/>
                  </a:cubicBezTo>
                  <a:lnTo>
                    <a:pt x="16171" y="4783"/>
                  </a:lnTo>
                  <a:lnTo>
                    <a:pt x="18492" y="1972"/>
                  </a:lnTo>
                  <a:cubicBezTo>
                    <a:pt x="18726" y="1690"/>
                    <a:pt x="18817" y="1386"/>
                    <a:pt x="18765" y="1061"/>
                  </a:cubicBezTo>
                  <a:cubicBezTo>
                    <a:pt x="18714" y="736"/>
                    <a:pt x="18575" y="476"/>
                    <a:pt x="18350" y="282"/>
                  </a:cubicBezTo>
                  <a:cubicBezTo>
                    <a:pt x="18130" y="94"/>
                    <a:pt x="17865" y="0"/>
                    <a:pt x="1755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7"/>
            <p:cNvSpPr/>
            <p:nvPr/>
          </p:nvSpPr>
          <p:spPr>
            <a:xfrm>
              <a:off x="2262950" y="3598725"/>
              <a:ext cx="486000" cy="558300"/>
            </a:xfrm>
            <a:custGeom>
              <a:rect b="b" l="l" r="r" t="t"/>
              <a:pathLst>
                <a:path extrusionOk="0" h="22332" w="19440">
                  <a:moveTo>
                    <a:pt x="17838" y="610"/>
                  </a:moveTo>
                  <a:cubicBezTo>
                    <a:pt x="18087" y="614"/>
                    <a:pt x="18292" y="674"/>
                    <a:pt x="18462" y="818"/>
                  </a:cubicBezTo>
                  <a:cubicBezTo>
                    <a:pt x="18634" y="965"/>
                    <a:pt x="18735" y="1161"/>
                    <a:pt x="18776" y="1415"/>
                  </a:cubicBezTo>
                  <a:cubicBezTo>
                    <a:pt x="18813" y="1653"/>
                    <a:pt x="18746" y="1872"/>
                    <a:pt x="18569" y="2087"/>
                  </a:cubicBezTo>
                  <a:lnTo>
                    <a:pt x="16458" y="4640"/>
                  </a:lnTo>
                  <a:cubicBezTo>
                    <a:pt x="16378" y="4564"/>
                    <a:pt x="16297" y="4488"/>
                    <a:pt x="16214" y="4413"/>
                  </a:cubicBezTo>
                  <a:cubicBezTo>
                    <a:pt x="15851" y="4073"/>
                    <a:pt x="15487" y="3761"/>
                    <a:pt x="15124" y="3480"/>
                  </a:cubicBezTo>
                  <a:lnTo>
                    <a:pt x="17205" y="962"/>
                  </a:lnTo>
                  <a:cubicBezTo>
                    <a:pt x="17397" y="730"/>
                    <a:pt x="17604" y="614"/>
                    <a:pt x="17838" y="610"/>
                  </a:cubicBezTo>
                  <a:close/>
                  <a:moveTo>
                    <a:pt x="14737" y="3948"/>
                  </a:moveTo>
                  <a:cubicBezTo>
                    <a:pt x="15091" y="4221"/>
                    <a:pt x="15447" y="4525"/>
                    <a:pt x="15804" y="4858"/>
                  </a:cubicBezTo>
                  <a:cubicBezTo>
                    <a:pt x="15895" y="4941"/>
                    <a:pt x="15985" y="5025"/>
                    <a:pt x="16071" y="5109"/>
                  </a:cubicBezTo>
                  <a:lnTo>
                    <a:pt x="16000" y="5194"/>
                  </a:lnTo>
                  <a:lnTo>
                    <a:pt x="14637" y="4069"/>
                  </a:lnTo>
                  <a:lnTo>
                    <a:pt x="14737" y="3948"/>
                  </a:lnTo>
                  <a:close/>
                  <a:moveTo>
                    <a:pt x="4250" y="17159"/>
                  </a:moveTo>
                  <a:lnTo>
                    <a:pt x="5627" y="18295"/>
                  </a:lnTo>
                  <a:lnTo>
                    <a:pt x="5383" y="18590"/>
                  </a:lnTo>
                  <a:cubicBezTo>
                    <a:pt x="5013" y="18321"/>
                    <a:pt x="4658" y="18032"/>
                    <a:pt x="4320" y="17723"/>
                  </a:cubicBezTo>
                  <a:cubicBezTo>
                    <a:pt x="4216" y="17632"/>
                    <a:pt x="4115" y="17538"/>
                    <a:pt x="4014" y="17444"/>
                  </a:cubicBezTo>
                  <a:lnTo>
                    <a:pt x="4250" y="17159"/>
                  </a:lnTo>
                  <a:close/>
                  <a:moveTo>
                    <a:pt x="10096" y="2088"/>
                  </a:moveTo>
                  <a:cubicBezTo>
                    <a:pt x="10313" y="2088"/>
                    <a:pt x="10537" y="2102"/>
                    <a:pt x="10768" y="2131"/>
                  </a:cubicBezTo>
                  <a:cubicBezTo>
                    <a:pt x="11900" y="2274"/>
                    <a:pt x="13066" y="2761"/>
                    <a:pt x="14250" y="3587"/>
                  </a:cubicBezTo>
                  <a:lnTo>
                    <a:pt x="13785" y="4150"/>
                  </a:lnTo>
                  <a:lnTo>
                    <a:pt x="16083" y="6047"/>
                  </a:lnTo>
                  <a:lnTo>
                    <a:pt x="16498" y="5544"/>
                  </a:lnTo>
                  <a:cubicBezTo>
                    <a:pt x="16726" y="5788"/>
                    <a:pt x="16937" y="6038"/>
                    <a:pt x="17131" y="6289"/>
                  </a:cubicBezTo>
                  <a:cubicBezTo>
                    <a:pt x="17511" y="6784"/>
                    <a:pt x="17790" y="7185"/>
                    <a:pt x="17958" y="7481"/>
                  </a:cubicBezTo>
                  <a:cubicBezTo>
                    <a:pt x="18131" y="7785"/>
                    <a:pt x="18339" y="8194"/>
                    <a:pt x="18579" y="8698"/>
                  </a:cubicBezTo>
                  <a:cubicBezTo>
                    <a:pt x="18746" y="9042"/>
                    <a:pt x="18800" y="9372"/>
                    <a:pt x="18746" y="9702"/>
                  </a:cubicBezTo>
                  <a:cubicBezTo>
                    <a:pt x="18691" y="10033"/>
                    <a:pt x="18572" y="10285"/>
                    <a:pt x="18384" y="10469"/>
                  </a:cubicBezTo>
                  <a:cubicBezTo>
                    <a:pt x="18178" y="10670"/>
                    <a:pt x="17930" y="10821"/>
                    <a:pt x="17660" y="10914"/>
                  </a:cubicBezTo>
                  <a:cubicBezTo>
                    <a:pt x="17563" y="10947"/>
                    <a:pt x="17467" y="10964"/>
                    <a:pt x="17370" y="10964"/>
                  </a:cubicBezTo>
                  <a:cubicBezTo>
                    <a:pt x="17222" y="10964"/>
                    <a:pt x="17072" y="10925"/>
                    <a:pt x="16917" y="10846"/>
                  </a:cubicBezTo>
                  <a:cubicBezTo>
                    <a:pt x="16639" y="10704"/>
                    <a:pt x="16386" y="10454"/>
                    <a:pt x="16172" y="10113"/>
                  </a:cubicBezTo>
                  <a:cubicBezTo>
                    <a:pt x="15568" y="9070"/>
                    <a:pt x="14825" y="8088"/>
                    <a:pt x="13949" y="7181"/>
                  </a:cubicBezTo>
                  <a:cubicBezTo>
                    <a:pt x="13638" y="6895"/>
                    <a:pt x="13292" y="6604"/>
                    <a:pt x="12919" y="6319"/>
                  </a:cubicBezTo>
                  <a:cubicBezTo>
                    <a:pt x="12514" y="6008"/>
                    <a:pt x="12072" y="5806"/>
                    <a:pt x="11604" y="5715"/>
                  </a:cubicBezTo>
                  <a:cubicBezTo>
                    <a:pt x="11482" y="5691"/>
                    <a:pt x="11370" y="5681"/>
                    <a:pt x="11267" y="5681"/>
                  </a:cubicBezTo>
                  <a:cubicBezTo>
                    <a:pt x="10801" y="5681"/>
                    <a:pt x="10514" y="5894"/>
                    <a:pt x="10349" y="6095"/>
                  </a:cubicBezTo>
                  <a:cubicBezTo>
                    <a:pt x="10023" y="6488"/>
                    <a:pt x="9915" y="6925"/>
                    <a:pt x="10026" y="7391"/>
                  </a:cubicBezTo>
                  <a:cubicBezTo>
                    <a:pt x="10125" y="7806"/>
                    <a:pt x="10401" y="8305"/>
                    <a:pt x="10866" y="8911"/>
                  </a:cubicBezTo>
                  <a:lnTo>
                    <a:pt x="12307" y="10859"/>
                  </a:lnTo>
                  <a:cubicBezTo>
                    <a:pt x="12880" y="11655"/>
                    <a:pt x="13337" y="12360"/>
                    <a:pt x="13663" y="12957"/>
                  </a:cubicBezTo>
                  <a:cubicBezTo>
                    <a:pt x="13978" y="13525"/>
                    <a:pt x="14214" y="14134"/>
                    <a:pt x="14364" y="14766"/>
                  </a:cubicBezTo>
                  <a:cubicBezTo>
                    <a:pt x="14502" y="15360"/>
                    <a:pt x="14495" y="15946"/>
                    <a:pt x="14344" y="16508"/>
                  </a:cubicBezTo>
                  <a:cubicBezTo>
                    <a:pt x="14190" y="17079"/>
                    <a:pt x="13876" y="17663"/>
                    <a:pt x="13409" y="18247"/>
                  </a:cubicBezTo>
                  <a:cubicBezTo>
                    <a:pt x="12664" y="19183"/>
                    <a:pt x="11769" y="19781"/>
                    <a:pt x="10750" y="20023"/>
                  </a:cubicBezTo>
                  <a:cubicBezTo>
                    <a:pt x="10360" y="20115"/>
                    <a:pt x="9966" y="20161"/>
                    <a:pt x="9567" y="20161"/>
                  </a:cubicBezTo>
                  <a:cubicBezTo>
                    <a:pt x="8912" y="20161"/>
                    <a:pt x="8247" y="20037"/>
                    <a:pt x="7577" y="19790"/>
                  </a:cubicBezTo>
                  <a:cubicBezTo>
                    <a:pt x="7011" y="19580"/>
                    <a:pt x="6446" y="19295"/>
                    <a:pt x="5884" y="18934"/>
                  </a:cubicBezTo>
                  <a:lnTo>
                    <a:pt x="6481" y="18213"/>
                  </a:lnTo>
                  <a:lnTo>
                    <a:pt x="4169" y="16305"/>
                  </a:lnTo>
                  <a:lnTo>
                    <a:pt x="3582" y="17017"/>
                  </a:lnTo>
                  <a:cubicBezTo>
                    <a:pt x="2170" y="15567"/>
                    <a:pt x="1201" y="13918"/>
                    <a:pt x="697" y="12105"/>
                  </a:cubicBezTo>
                  <a:cubicBezTo>
                    <a:pt x="621" y="11795"/>
                    <a:pt x="640" y="11513"/>
                    <a:pt x="753" y="11242"/>
                  </a:cubicBezTo>
                  <a:cubicBezTo>
                    <a:pt x="869" y="10968"/>
                    <a:pt x="1037" y="10764"/>
                    <a:pt x="1265" y="10618"/>
                  </a:cubicBezTo>
                  <a:cubicBezTo>
                    <a:pt x="1511" y="10464"/>
                    <a:pt x="1789" y="10365"/>
                    <a:pt x="2078" y="10330"/>
                  </a:cubicBezTo>
                  <a:cubicBezTo>
                    <a:pt x="2128" y="10323"/>
                    <a:pt x="2177" y="10320"/>
                    <a:pt x="2225" y="10320"/>
                  </a:cubicBezTo>
                  <a:cubicBezTo>
                    <a:pt x="2437" y="10320"/>
                    <a:pt x="2637" y="10385"/>
                    <a:pt x="2832" y="10518"/>
                  </a:cubicBezTo>
                  <a:cubicBezTo>
                    <a:pt x="3083" y="10688"/>
                    <a:pt x="3298" y="10966"/>
                    <a:pt x="3477" y="11355"/>
                  </a:cubicBezTo>
                  <a:cubicBezTo>
                    <a:pt x="3516" y="11429"/>
                    <a:pt x="3605" y="11644"/>
                    <a:pt x="3749" y="12000"/>
                  </a:cubicBezTo>
                  <a:cubicBezTo>
                    <a:pt x="3901" y="12375"/>
                    <a:pt x="4039" y="12692"/>
                    <a:pt x="4163" y="12954"/>
                  </a:cubicBezTo>
                  <a:cubicBezTo>
                    <a:pt x="4294" y="13230"/>
                    <a:pt x="4507" y="13570"/>
                    <a:pt x="4811" y="13993"/>
                  </a:cubicBezTo>
                  <a:cubicBezTo>
                    <a:pt x="5113" y="14414"/>
                    <a:pt x="5461" y="14801"/>
                    <a:pt x="5847" y="15147"/>
                  </a:cubicBezTo>
                  <a:cubicBezTo>
                    <a:pt x="6107" y="15427"/>
                    <a:pt x="6422" y="15692"/>
                    <a:pt x="6782" y="15933"/>
                  </a:cubicBezTo>
                  <a:cubicBezTo>
                    <a:pt x="7118" y="16162"/>
                    <a:pt x="7471" y="16364"/>
                    <a:pt x="7838" y="16538"/>
                  </a:cubicBezTo>
                  <a:cubicBezTo>
                    <a:pt x="8145" y="16682"/>
                    <a:pt x="8462" y="16755"/>
                    <a:pt x="8781" y="16755"/>
                  </a:cubicBezTo>
                  <a:cubicBezTo>
                    <a:pt x="8857" y="16755"/>
                    <a:pt x="8934" y="16751"/>
                    <a:pt x="9011" y="16743"/>
                  </a:cubicBezTo>
                  <a:cubicBezTo>
                    <a:pt x="9433" y="16698"/>
                    <a:pt x="9795" y="16496"/>
                    <a:pt x="10088" y="16142"/>
                  </a:cubicBezTo>
                  <a:cubicBezTo>
                    <a:pt x="10338" y="15837"/>
                    <a:pt x="10407" y="15413"/>
                    <a:pt x="10293" y="14875"/>
                  </a:cubicBezTo>
                  <a:cubicBezTo>
                    <a:pt x="10188" y="14392"/>
                    <a:pt x="9920" y="13857"/>
                    <a:pt x="9497" y="13290"/>
                  </a:cubicBezTo>
                  <a:lnTo>
                    <a:pt x="8075" y="11290"/>
                  </a:lnTo>
                  <a:cubicBezTo>
                    <a:pt x="7553" y="10536"/>
                    <a:pt x="7140" y="9908"/>
                    <a:pt x="6848" y="9425"/>
                  </a:cubicBezTo>
                  <a:cubicBezTo>
                    <a:pt x="6550" y="8928"/>
                    <a:pt x="6289" y="8407"/>
                    <a:pt x="6069" y="7869"/>
                  </a:cubicBezTo>
                  <a:cubicBezTo>
                    <a:pt x="5848" y="7334"/>
                    <a:pt x="5736" y="6853"/>
                    <a:pt x="5739" y="6443"/>
                  </a:cubicBezTo>
                  <a:cubicBezTo>
                    <a:pt x="5739" y="6029"/>
                    <a:pt x="5828" y="5581"/>
                    <a:pt x="6003" y="5109"/>
                  </a:cubicBezTo>
                  <a:cubicBezTo>
                    <a:pt x="6179" y="4638"/>
                    <a:pt x="6477" y="4144"/>
                    <a:pt x="6892" y="3642"/>
                  </a:cubicBezTo>
                  <a:cubicBezTo>
                    <a:pt x="7752" y="2599"/>
                    <a:pt x="8804" y="2088"/>
                    <a:pt x="10096" y="2088"/>
                  </a:cubicBezTo>
                  <a:close/>
                  <a:moveTo>
                    <a:pt x="3628" y="17912"/>
                  </a:moveTo>
                  <a:cubicBezTo>
                    <a:pt x="3721" y="18001"/>
                    <a:pt x="3818" y="18088"/>
                    <a:pt x="3915" y="18174"/>
                  </a:cubicBezTo>
                  <a:cubicBezTo>
                    <a:pt x="4259" y="18488"/>
                    <a:pt x="4620" y="18783"/>
                    <a:pt x="4996" y="19058"/>
                  </a:cubicBezTo>
                  <a:lnTo>
                    <a:pt x="3082" y="21377"/>
                  </a:lnTo>
                  <a:cubicBezTo>
                    <a:pt x="2888" y="21612"/>
                    <a:pt x="2678" y="21726"/>
                    <a:pt x="2430" y="21726"/>
                  </a:cubicBezTo>
                  <a:cubicBezTo>
                    <a:pt x="2368" y="21726"/>
                    <a:pt x="2305" y="21719"/>
                    <a:pt x="2238" y="21705"/>
                  </a:cubicBezTo>
                  <a:cubicBezTo>
                    <a:pt x="1888" y="21634"/>
                    <a:pt x="1661" y="21452"/>
                    <a:pt x="1522" y="21134"/>
                  </a:cubicBezTo>
                  <a:cubicBezTo>
                    <a:pt x="1440" y="20944"/>
                    <a:pt x="1369" y="20647"/>
                    <a:pt x="1704" y="20240"/>
                  </a:cubicBezTo>
                  <a:lnTo>
                    <a:pt x="3628" y="17912"/>
                  </a:lnTo>
                  <a:close/>
                  <a:moveTo>
                    <a:pt x="17840" y="0"/>
                  </a:moveTo>
                  <a:cubicBezTo>
                    <a:pt x="17835" y="0"/>
                    <a:pt x="17831" y="0"/>
                    <a:pt x="17826" y="1"/>
                  </a:cubicBezTo>
                  <a:cubicBezTo>
                    <a:pt x="17410" y="8"/>
                    <a:pt x="17044" y="201"/>
                    <a:pt x="16738" y="572"/>
                  </a:cubicBezTo>
                  <a:lnTo>
                    <a:pt x="14636" y="3117"/>
                  </a:lnTo>
                  <a:cubicBezTo>
                    <a:pt x="13357" y="2217"/>
                    <a:pt x="12087" y="1684"/>
                    <a:pt x="10842" y="1528"/>
                  </a:cubicBezTo>
                  <a:cubicBezTo>
                    <a:pt x="10590" y="1496"/>
                    <a:pt x="10343" y="1480"/>
                    <a:pt x="10103" y="1480"/>
                  </a:cubicBezTo>
                  <a:cubicBezTo>
                    <a:pt x="8633" y="1480"/>
                    <a:pt x="7397" y="2076"/>
                    <a:pt x="6425" y="3254"/>
                  </a:cubicBezTo>
                  <a:cubicBezTo>
                    <a:pt x="5966" y="3810"/>
                    <a:pt x="5634" y="4361"/>
                    <a:pt x="5435" y="4898"/>
                  </a:cubicBezTo>
                  <a:cubicBezTo>
                    <a:pt x="5235" y="5436"/>
                    <a:pt x="5133" y="5956"/>
                    <a:pt x="5132" y="6440"/>
                  </a:cubicBezTo>
                  <a:cubicBezTo>
                    <a:pt x="5129" y="6931"/>
                    <a:pt x="5257" y="7490"/>
                    <a:pt x="5509" y="8101"/>
                  </a:cubicBezTo>
                  <a:cubicBezTo>
                    <a:pt x="5741" y="8667"/>
                    <a:pt x="6016" y="9214"/>
                    <a:pt x="6330" y="9738"/>
                  </a:cubicBezTo>
                  <a:cubicBezTo>
                    <a:pt x="6627" y="10231"/>
                    <a:pt x="7046" y="10871"/>
                    <a:pt x="7579" y="11638"/>
                  </a:cubicBezTo>
                  <a:lnTo>
                    <a:pt x="9007" y="13646"/>
                  </a:lnTo>
                  <a:cubicBezTo>
                    <a:pt x="9381" y="14148"/>
                    <a:pt x="9614" y="14605"/>
                    <a:pt x="9700" y="15003"/>
                  </a:cubicBezTo>
                  <a:cubicBezTo>
                    <a:pt x="9774" y="15349"/>
                    <a:pt x="9747" y="15602"/>
                    <a:pt x="9621" y="15757"/>
                  </a:cubicBezTo>
                  <a:cubicBezTo>
                    <a:pt x="9429" y="15987"/>
                    <a:pt x="9209" y="16112"/>
                    <a:pt x="8946" y="16141"/>
                  </a:cubicBezTo>
                  <a:cubicBezTo>
                    <a:pt x="8891" y="16147"/>
                    <a:pt x="8836" y="16150"/>
                    <a:pt x="8782" y="16150"/>
                  </a:cubicBezTo>
                  <a:cubicBezTo>
                    <a:pt x="8551" y="16150"/>
                    <a:pt x="8324" y="16096"/>
                    <a:pt x="8093" y="15989"/>
                  </a:cubicBezTo>
                  <a:cubicBezTo>
                    <a:pt x="7754" y="15828"/>
                    <a:pt x="7429" y="15642"/>
                    <a:pt x="7119" y="15430"/>
                  </a:cubicBezTo>
                  <a:cubicBezTo>
                    <a:pt x="6810" y="15225"/>
                    <a:pt x="6525" y="14986"/>
                    <a:pt x="6270" y="14716"/>
                  </a:cubicBezTo>
                  <a:cubicBezTo>
                    <a:pt x="5910" y="14392"/>
                    <a:pt x="5586" y="14031"/>
                    <a:pt x="5302" y="13639"/>
                  </a:cubicBezTo>
                  <a:cubicBezTo>
                    <a:pt x="5022" y="13252"/>
                    <a:pt x="4823" y="12935"/>
                    <a:pt x="4710" y="12695"/>
                  </a:cubicBezTo>
                  <a:cubicBezTo>
                    <a:pt x="4590" y="12442"/>
                    <a:pt x="4456" y="12135"/>
                    <a:pt x="4310" y="11773"/>
                  </a:cubicBezTo>
                  <a:cubicBezTo>
                    <a:pt x="4155" y="11389"/>
                    <a:pt x="4056" y="11158"/>
                    <a:pt x="4021" y="11092"/>
                  </a:cubicBezTo>
                  <a:cubicBezTo>
                    <a:pt x="3802" y="10613"/>
                    <a:pt x="3517" y="10251"/>
                    <a:pt x="3170" y="10018"/>
                  </a:cubicBezTo>
                  <a:cubicBezTo>
                    <a:pt x="2873" y="9816"/>
                    <a:pt x="2555" y="9715"/>
                    <a:pt x="2219" y="9715"/>
                  </a:cubicBezTo>
                  <a:cubicBezTo>
                    <a:pt x="2146" y="9715"/>
                    <a:pt x="2072" y="9720"/>
                    <a:pt x="1997" y="9730"/>
                  </a:cubicBezTo>
                  <a:cubicBezTo>
                    <a:pt x="1622" y="9777"/>
                    <a:pt x="1261" y="9906"/>
                    <a:pt x="941" y="10107"/>
                  </a:cubicBezTo>
                  <a:cubicBezTo>
                    <a:pt x="609" y="10318"/>
                    <a:pt x="358" y="10622"/>
                    <a:pt x="195" y="11009"/>
                  </a:cubicBezTo>
                  <a:cubicBezTo>
                    <a:pt x="29" y="11399"/>
                    <a:pt x="1" y="11819"/>
                    <a:pt x="110" y="12256"/>
                  </a:cubicBezTo>
                  <a:lnTo>
                    <a:pt x="111" y="12264"/>
                  </a:lnTo>
                  <a:cubicBezTo>
                    <a:pt x="651" y="14198"/>
                    <a:pt x="1685" y="15952"/>
                    <a:pt x="3193" y="17489"/>
                  </a:cubicBezTo>
                  <a:lnTo>
                    <a:pt x="1238" y="19856"/>
                  </a:lnTo>
                  <a:cubicBezTo>
                    <a:pt x="733" y="20467"/>
                    <a:pt x="811" y="21020"/>
                    <a:pt x="967" y="21376"/>
                  </a:cubicBezTo>
                  <a:cubicBezTo>
                    <a:pt x="1185" y="21877"/>
                    <a:pt x="1571" y="22187"/>
                    <a:pt x="2116" y="22299"/>
                  </a:cubicBezTo>
                  <a:cubicBezTo>
                    <a:pt x="2219" y="22321"/>
                    <a:pt x="2323" y="22332"/>
                    <a:pt x="2428" y="22332"/>
                  </a:cubicBezTo>
                  <a:cubicBezTo>
                    <a:pt x="2855" y="22332"/>
                    <a:pt x="3238" y="22139"/>
                    <a:pt x="3548" y="21764"/>
                  </a:cubicBezTo>
                  <a:lnTo>
                    <a:pt x="5496" y="19406"/>
                  </a:lnTo>
                  <a:cubicBezTo>
                    <a:pt x="6115" y="19808"/>
                    <a:pt x="6740" y="20127"/>
                    <a:pt x="7368" y="20359"/>
                  </a:cubicBezTo>
                  <a:cubicBezTo>
                    <a:pt x="8105" y="20631"/>
                    <a:pt x="8841" y="20768"/>
                    <a:pt x="9565" y="20768"/>
                  </a:cubicBezTo>
                  <a:cubicBezTo>
                    <a:pt x="10012" y="20768"/>
                    <a:pt x="10454" y="20716"/>
                    <a:pt x="10890" y="20613"/>
                  </a:cubicBezTo>
                  <a:cubicBezTo>
                    <a:pt x="12044" y="20338"/>
                    <a:pt x="13051" y="19670"/>
                    <a:pt x="13883" y="18624"/>
                  </a:cubicBezTo>
                  <a:cubicBezTo>
                    <a:pt x="14401" y="17977"/>
                    <a:pt x="14754" y="17318"/>
                    <a:pt x="14929" y="16666"/>
                  </a:cubicBezTo>
                  <a:cubicBezTo>
                    <a:pt x="15107" y="16007"/>
                    <a:pt x="15115" y="15320"/>
                    <a:pt x="14953" y="14629"/>
                  </a:cubicBezTo>
                  <a:cubicBezTo>
                    <a:pt x="14791" y="13944"/>
                    <a:pt x="14535" y="13284"/>
                    <a:pt x="14194" y="12666"/>
                  </a:cubicBezTo>
                  <a:cubicBezTo>
                    <a:pt x="13856" y="12049"/>
                    <a:pt x="13387" y="11322"/>
                    <a:pt x="12796" y="10503"/>
                  </a:cubicBezTo>
                  <a:lnTo>
                    <a:pt x="11349" y="8546"/>
                  </a:lnTo>
                  <a:cubicBezTo>
                    <a:pt x="10940" y="8013"/>
                    <a:pt x="10692" y="7578"/>
                    <a:pt x="10614" y="7250"/>
                  </a:cubicBezTo>
                  <a:cubicBezTo>
                    <a:pt x="10548" y="6972"/>
                    <a:pt x="10612" y="6728"/>
                    <a:pt x="10816" y="6481"/>
                  </a:cubicBezTo>
                  <a:cubicBezTo>
                    <a:pt x="10888" y="6393"/>
                    <a:pt x="11010" y="6287"/>
                    <a:pt x="11261" y="6287"/>
                  </a:cubicBezTo>
                  <a:cubicBezTo>
                    <a:pt x="11328" y="6287"/>
                    <a:pt x="11403" y="6295"/>
                    <a:pt x="11488" y="6311"/>
                  </a:cubicBezTo>
                  <a:cubicBezTo>
                    <a:pt x="11863" y="6383"/>
                    <a:pt x="12221" y="6547"/>
                    <a:pt x="12549" y="6798"/>
                  </a:cubicBezTo>
                  <a:cubicBezTo>
                    <a:pt x="12908" y="7072"/>
                    <a:pt x="13241" y="7349"/>
                    <a:pt x="13525" y="7612"/>
                  </a:cubicBezTo>
                  <a:cubicBezTo>
                    <a:pt x="14345" y="8460"/>
                    <a:pt x="15060" y="9403"/>
                    <a:pt x="15653" y="10423"/>
                  </a:cubicBezTo>
                  <a:cubicBezTo>
                    <a:pt x="15931" y="10868"/>
                    <a:pt x="16264" y="11191"/>
                    <a:pt x="16641" y="11384"/>
                  </a:cubicBezTo>
                  <a:cubicBezTo>
                    <a:pt x="16883" y="11506"/>
                    <a:pt x="17126" y="11568"/>
                    <a:pt x="17368" y="11568"/>
                  </a:cubicBezTo>
                  <a:cubicBezTo>
                    <a:pt x="17532" y="11568"/>
                    <a:pt x="17695" y="11540"/>
                    <a:pt x="17858" y="11484"/>
                  </a:cubicBezTo>
                  <a:cubicBezTo>
                    <a:pt x="18213" y="11362"/>
                    <a:pt x="18539" y="11162"/>
                    <a:pt x="18807" y="10899"/>
                  </a:cubicBezTo>
                  <a:cubicBezTo>
                    <a:pt x="19088" y="10626"/>
                    <a:pt x="19268" y="10255"/>
                    <a:pt x="19342" y="9799"/>
                  </a:cubicBezTo>
                  <a:cubicBezTo>
                    <a:pt x="19416" y="9344"/>
                    <a:pt x="19343" y="8885"/>
                    <a:pt x="19125" y="8434"/>
                  </a:cubicBezTo>
                  <a:cubicBezTo>
                    <a:pt x="18880" y="7918"/>
                    <a:pt x="18664" y="7496"/>
                    <a:pt x="18484" y="7180"/>
                  </a:cubicBezTo>
                  <a:cubicBezTo>
                    <a:pt x="18302" y="6860"/>
                    <a:pt x="18007" y="6435"/>
                    <a:pt x="17610" y="5918"/>
                  </a:cubicBezTo>
                  <a:cubicBezTo>
                    <a:pt x="17389" y="5630"/>
                    <a:pt x="17146" y="5348"/>
                    <a:pt x="16886" y="5070"/>
                  </a:cubicBezTo>
                  <a:lnTo>
                    <a:pt x="19035" y="2470"/>
                  </a:lnTo>
                  <a:cubicBezTo>
                    <a:pt x="19325" y="2118"/>
                    <a:pt x="19440" y="1730"/>
                    <a:pt x="19375" y="1317"/>
                  </a:cubicBezTo>
                  <a:cubicBezTo>
                    <a:pt x="19312" y="920"/>
                    <a:pt x="19139" y="600"/>
                    <a:pt x="18856" y="356"/>
                  </a:cubicBezTo>
                  <a:cubicBezTo>
                    <a:pt x="18577" y="115"/>
                    <a:pt x="18238" y="0"/>
                    <a:pt x="1784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7"/>
            <p:cNvSpPr/>
            <p:nvPr/>
          </p:nvSpPr>
          <p:spPr>
            <a:xfrm>
              <a:off x="967075" y="2556650"/>
              <a:ext cx="2732675" cy="2817825"/>
            </a:xfrm>
            <a:custGeom>
              <a:rect b="b" l="l" r="r" t="t"/>
              <a:pathLst>
                <a:path extrusionOk="0" h="112713" w="109307">
                  <a:moveTo>
                    <a:pt x="40247" y="0"/>
                  </a:moveTo>
                  <a:lnTo>
                    <a:pt x="0" y="36443"/>
                  </a:lnTo>
                  <a:lnTo>
                    <a:pt x="69061" y="112712"/>
                  </a:lnTo>
                  <a:lnTo>
                    <a:pt x="109306" y="76271"/>
                  </a:lnTo>
                  <a:lnTo>
                    <a:pt x="4024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7"/>
            <p:cNvSpPr/>
            <p:nvPr/>
          </p:nvSpPr>
          <p:spPr>
            <a:xfrm>
              <a:off x="958900" y="2549250"/>
              <a:ext cx="2749600" cy="2832900"/>
            </a:xfrm>
            <a:custGeom>
              <a:rect b="b" l="l" r="r" t="t"/>
              <a:pathLst>
                <a:path extrusionOk="0" h="113316" w="109984">
                  <a:moveTo>
                    <a:pt x="40560" y="731"/>
                  </a:moveTo>
                  <a:lnTo>
                    <a:pt x="109219" y="76546"/>
                  </a:lnTo>
                  <a:lnTo>
                    <a:pt x="69426" y="112585"/>
                  </a:lnTo>
                  <a:lnTo>
                    <a:pt x="765" y="36770"/>
                  </a:lnTo>
                  <a:lnTo>
                    <a:pt x="40560" y="731"/>
                  </a:lnTo>
                  <a:close/>
                  <a:moveTo>
                    <a:pt x="40581" y="0"/>
                  </a:moveTo>
                  <a:cubicBezTo>
                    <a:pt x="40509" y="0"/>
                    <a:pt x="40436" y="26"/>
                    <a:pt x="40378" y="79"/>
                  </a:cubicBezTo>
                  <a:lnTo>
                    <a:pt x="134" y="36524"/>
                  </a:lnTo>
                  <a:cubicBezTo>
                    <a:pt x="11" y="36636"/>
                    <a:pt x="0" y="36828"/>
                    <a:pt x="114" y="36953"/>
                  </a:cubicBezTo>
                  <a:lnTo>
                    <a:pt x="69180" y="113216"/>
                  </a:lnTo>
                  <a:cubicBezTo>
                    <a:pt x="69233" y="113276"/>
                    <a:pt x="69308" y="113311"/>
                    <a:pt x="69388" y="113315"/>
                  </a:cubicBezTo>
                  <a:lnTo>
                    <a:pt x="69404" y="113315"/>
                  </a:lnTo>
                  <a:cubicBezTo>
                    <a:pt x="69479" y="113315"/>
                    <a:pt x="69551" y="113288"/>
                    <a:pt x="69607" y="113237"/>
                  </a:cubicBezTo>
                  <a:lnTo>
                    <a:pt x="109851" y="76792"/>
                  </a:lnTo>
                  <a:cubicBezTo>
                    <a:pt x="109975" y="76680"/>
                    <a:pt x="109984" y="76488"/>
                    <a:pt x="109872" y="76365"/>
                  </a:cubicBezTo>
                  <a:lnTo>
                    <a:pt x="40806" y="100"/>
                  </a:lnTo>
                  <a:cubicBezTo>
                    <a:pt x="40746" y="34"/>
                    <a:pt x="40664" y="0"/>
                    <a:pt x="405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7"/>
            <p:cNvSpPr/>
            <p:nvPr/>
          </p:nvSpPr>
          <p:spPr>
            <a:xfrm>
              <a:off x="1201475" y="2799675"/>
              <a:ext cx="2245400" cy="2315675"/>
            </a:xfrm>
            <a:custGeom>
              <a:rect b="b" l="l" r="r" t="t"/>
              <a:pathLst>
                <a:path extrusionOk="0" h="92627" w="89816">
                  <a:moveTo>
                    <a:pt x="33797" y="1"/>
                  </a:moveTo>
                  <a:cubicBezTo>
                    <a:pt x="32707" y="988"/>
                    <a:pt x="31339" y="1474"/>
                    <a:pt x="29976" y="1474"/>
                  </a:cubicBezTo>
                  <a:cubicBezTo>
                    <a:pt x="28778" y="1474"/>
                    <a:pt x="27583" y="1098"/>
                    <a:pt x="26584" y="356"/>
                  </a:cubicBezTo>
                  <a:lnTo>
                    <a:pt x="1329" y="23227"/>
                  </a:lnTo>
                  <a:cubicBezTo>
                    <a:pt x="2696" y="25511"/>
                    <a:pt x="2309" y="28517"/>
                    <a:pt x="261" y="30371"/>
                  </a:cubicBezTo>
                  <a:cubicBezTo>
                    <a:pt x="178" y="30448"/>
                    <a:pt x="89" y="30514"/>
                    <a:pt x="0" y="30583"/>
                  </a:cubicBezTo>
                  <a:lnTo>
                    <a:pt x="56041" y="92465"/>
                  </a:lnTo>
                  <a:cubicBezTo>
                    <a:pt x="56119" y="92385"/>
                    <a:pt x="56195" y="92303"/>
                    <a:pt x="56278" y="92228"/>
                  </a:cubicBezTo>
                  <a:cubicBezTo>
                    <a:pt x="57369" y="91240"/>
                    <a:pt x="58737" y="90753"/>
                    <a:pt x="60101" y="90753"/>
                  </a:cubicBezTo>
                  <a:cubicBezTo>
                    <a:pt x="61654" y="90753"/>
                    <a:pt x="63202" y="91384"/>
                    <a:pt x="64326" y="92626"/>
                  </a:cubicBezTo>
                  <a:lnTo>
                    <a:pt x="89416" y="69904"/>
                  </a:lnTo>
                  <a:cubicBezTo>
                    <a:pt x="87304" y="67572"/>
                    <a:pt x="87483" y="63968"/>
                    <a:pt x="89816" y="61856"/>
                  </a:cubicBezTo>
                  <a:lnTo>
                    <a:pt x="3379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7"/>
            <p:cNvSpPr/>
            <p:nvPr/>
          </p:nvSpPr>
          <p:spPr>
            <a:xfrm>
              <a:off x="1192950" y="2792100"/>
              <a:ext cx="2262350" cy="2330800"/>
            </a:xfrm>
            <a:custGeom>
              <a:rect b="b" l="l" r="r" t="t"/>
              <a:pathLst>
                <a:path extrusionOk="0" h="93232" w="90494">
                  <a:moveTo>
                    <a:pt x="34112" y="726"/>
                  </a:moveTo>
                  <a:lnTo>
                    <a:pt x="89733" y="62144"/>
                  </a:lnTo>
                  <a:cubicBezTo>
                    <a:pt x="88680" y="63197"/>
                    <a:pt x="88063" y="64587"/>
                    <a:pt x="87988" y="66086"/>
                  </a:cubicBezTo>
                  <a:cubicBezTo>
                    <a:pt x="87914" y="67586"/>
                    <a:pt x="88391" y="69027"/>
                    <a:pt x="89336" y="70181"/>
                  </a:cubicBezTo>
                  <a:lnTo>
                    <a:pt x="64683" y="92506"/>
                  </a:lnTo>
                  <a:cubicBezTo>
                    <a:pt x="63521" y="91346"/>
                    <a:pt x="61985" y="90756"/>
                    <a:pt x="60441" y="90756"/>
                  </a:cubicBezTo>
                  <a:cubicBezTo>
                    <a:pt x="60438" y="90756"/>
                    <a:pt x="60434" y="90756"/>
                    <a:pt x="60431" y="90756"/>
                  </a:cubicBezTo>
                  <a:cubicBezTo>
                    <a:pt x="58947" y="90756"/>
                    <a:pt x="57516" y="91309"/>
                    <a:pt x="56416" y="92305"/>
                  </a:cubicBezTo>
                  <a:cubicBezTo>
                    <a:pt x="56410" y="92313"/>
                    <a:pt x="56400" y="92320"/>
                    <a:pt x="56393" y="92328"/>
                  </a:cubicBezTo>
                  <a:lnTo>
                    <a:pt x="782" y="30920"/>
                  </a:lnTo>
                  <a:cubicBezTo>
                    <a:pt x="789" y="30914"/>
                    <a:pt x="797" y="30906"/>
                    <a:pt x="805" y="30899"/>
                  </a:cubicBezTo>
                  <a:cubicBezTo>
                    <a:pt x="2857" y="29041"/>
                    <a:pt x="3363" y="26004"/>
                    <a:pt x="2053" y="23592"/>
                  </a:cubicBezTo>
                  <a:lnTo>
                    <a:pt x="26947" y="1046"/>
                  </a:lnTo>
                  <a:cubicBezTo>
                    <a:pt x="27962" y="1736"/>
                    <a:pt x="29137" y="2077"/>
                    <a:pt x="30310" y="2077"/>
                  </a:cubicBezTo>
                  <a:cubicBezTo>
                    <a:pt x="31664" y="2077"/>
                    <a:pt x="33015" y="1622"/>
                    <a:pt x="34112" y="726"/>
                  </a:cubicBezTo>
                  <a:close/>
                  <a:moveTo>
                    <a:pt x="34138" y="0"/>
                  </a:moveTo>
                  <a:cubicBezTo>
                    <a:pt x="34066" y="0"/>
                    <a:pt x="33993" y="26"/>
                    <a:pt x="33935" y="79"/>
                  </a:cubicBezTo>
                  <a:cubicBezTo>
                    <a:pt x="32914" y="1002"/>
                    <a:pt x="31613" y="1471"/>
                    <a:pt x="30309" y="1471"/>
                  </a:cubicBezTo>
                  <a:cubicBezTo>
                    <a:pt x="29184" y="1471"/>
                    <a:pt x="28057" y="1123"/>
                    <a:pt x="27104" y="416"/>
                  </a:cubicBezTo>
                  <a:cubicBezTo>
                    <a:pt x="27051" y="375"/>
                    <a:pt x="26987" y="355"/>
                    <a:pt x="26923" y="355"/>
                  </a:cubicBezTo>
                  <a:cubicBezTo>
                    <a:pt x="26850" y="355"/>
                    <a:pt x="26777" y="382"/>
                    <a:pt x="26720" y="434"/>
                  </a:cubicBezTo>
                  <a:lnTo>
                    <a:pt x="1465" y="23306"/>
                  </a:lnTo>
                  <a:cubicBezTo>
                    <a:pt x="1359" y="23402"/>
                    <a:pt x="1335" y="23561"/>
                    <a:pt x="1409" y="23686"/>
                  </a:cubicBezTo>
                  <a:cubicBezTo>
                    <a:pt x="2725" y="25884"/>
                    <a:pt x="2300" y="28729"/>
                    <a:pt x="397" y="30451"/>
                  </a:cubicBezTo>
                  <a:cubicBezTo>
                    <a:pt x="343" y="30502"/>
                    <a:pt x="284" y="30548"/>
                    <a:pt x="226" y="30593"/>
                  </a:cubicBezTo>
                  <a:lnTo>
                    <a:pt x="153" y="30651"/>
                  </a:lnTo>
                  <a:cubicBezTo>
                    <a:pt x="17" y="30760"/>
                    <a:pt x="0" y="30961"/>
                    <a:pt x="117" y="31091"/>
                  </a:cubicBezTo>
                  <a:lnTo>
                    <a:pt x="56158" y="92972"/>
                  </a:lnTo>
                  <a:cubicBezTo>
                    <a:pt x="56214" y="93033"/>
                    <a:pt x="56292" y="93070"/>
                    <a:pt x="56376" y="93071"/>
                  </a:cubicBezTo>
                  <a:cubicBezTo>
                    <a:pt x="56380" y="93071"/>
                    <a:pt x="56385" y="93072"/>
                    <a:pt x="56389" y="93072"/>
                  </a:cubicBezTo>
                  <a:cubicBezTo>
                    <a:pt x="56469" y="93072"/>
                    <a:pt x="56544" y="93039"/>
                    <a:pt x="56598" y="92981"/>
                  </a:cubicBezTo>
                  <a:lnTo>
                    <a:pt x="56663" y="92914"/>
                  </a:lnTo>
                  <a:cubicBezTo>
                    <a:pt x="56716" y="92860"/>
                    <a:pt x="56768" y="92807"/>
                    <a:pt x="56824" y="92756"/>
                  </a:cubicBezTo>
                  <a:cubicBezTo>
                    <a:pt x="57855" y="91822"/>
                    <a:pt x="59151" y="91362"/>
                    <a:pt x="60443" y="91362"/>
                  </a:cubicBezTo>
                  <a:cubicBezTo>
                    <a:pt x="61915" y="91362"/>
                    <a:pt x="63380" y="91959"/>
                    <a:pt x="64443" y="93132"/>
                  </a:cubicBezTo>
                  <a:cubicBezTo>
                    <a:pt x="64497" y="93192"/>
                    <a:pt x="64572" y="93227"/>
                    <a:pt x="64653" y="93231"/>
                  </a:cubicBezTo>
                  <a:lnTo>
                    <a:pt x="64667" y="93231"/>
                  </a:lnTo>
                  <a:cubicBezTo>
                    <a:pt x="64743" y="93231"/>
                    <a:pt x="64816" y="93204"/>
                    <a:pt x="64870" y="93153"/>
                  </a:cubicBezTo>
                  <a:lnTo>
                    <a:pt x="89961" y="70431"/>
                  </a:lnTo>
                  <a:cubicBezTo>
                    <a:pt x="90021" y="70377"/>
                    <a:pt x="90056" y="70302"/>
                    <a:pt x="90060" y="70222"/>
                  </a:cubicBezTo>
                  <a:cubicBezTo>
                    <a:pt x="90064" y="70141"/>
                    <a:pt x="90035" y="70063"/>
                    <a:pt x="89982" y="70003"/>
                  </a:cubicBezTo>
                  <a:cubicBezTo>
                    <a:pt x="89022" y="68943"/>
                    <a:pt x="88522" y="67544"/>
                    <a:pt x="88593" y="66115"/>
                  </a:cubicBezTo>
                  <a:cubicBezTo>
                    <a:pt x="88664" y="64686"/>
                    <a:pt x="89300" y="63344"/>
                    <a:pt x="90360" y="62383"/>
                  </a:cubicBezTo>
                  <a:cubicBezTo>
                    <a:pt x="90483" y="62271"/>
                    <a:pt x="90494" y="62080"/>
                    <a:pt x="90381" y="61956"/>
                  </a:cubicBezTo>
                  <a:lnTo>
                    <a:pt x="34363" y="101"/>
                  </a:lnTo>
                  <a:cubicBezTo>
                    <a:pt x="34304" y="34"/>
                    <a:pt x="34221" y="0"/>
                    <a:pt x="3413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7"/>
            <p:cNvSpPr/>
            <p:nvPr/>
          </p:nvSpPr>
          <p:spPr>
            <a:xfrm>
              <a:off x="1854650" y="3712800"/>
              <a:ext cx="757200" cy="694100"/>
            </a:xfrm>
            <a:custGeom>
              <a:rect b="b" l="l" r="r" t="t"/>
              <a:pathLst>
                <a:path extrusionOk="0" h="27764" w="30288">
                  <a:moveTo>
                    <a:pt x="4343" y="1"/>
                  </a:moveTo>
                  <a:cubicBezTo>
                    <a:pt x="4239" y="1"/>
                    <a:pt x="4137" y="54"/>
                    <a:pt x="4081" y="150"/>
                  </a:cubicBezTo>
                  <a:cubicBezTo>
                    <a:pt x="1" y="7095"/>
                    <a:pt x="896" y="15779"/>
                    <a:pt x="6308" y="21758"/>
                  </a:cubicBezTo>
                  <a:cubicBezTo>
                    <a:pt x="9883" y="25705"/>
                    <a:pt x="14902" y="27764"/>
                    <a:pt x="19954" y="27764"/>
                  </a:cubicBezTo>
                  <a:cubicBezTo>
                    <a:pt x="23480" y="27764"/>
                    <a:pt x="27024" y="26761"/>
                    <a:pt x="30104" y="24697"/>
                  </a:cubicBezTo>
                  <a:cubicBezTo>
                    <a:pt x="30248" y="24605"/>
                    <a:pt x="30288" y="24413"/>
                    <a:pt x="30193" y="24272"/>
                  </a:cubicBezTo>
                  <a:cubicBezTo>
                    <a:pt x="30135" y="24186"/>
                    <a:pt x="30039" y="24138"/>
                    <a:pt x="29942" y="24138"/>
                  </a:cubicBezTo>
                  <a:cubicBezTo>
                    <a:pt x="29881" y="24138"/>
                    <a:pt x="29820" y="24156"/>
                    <a:pt x="29767" y="24194"/>
                  </a:cubicBezTo>
                  <a:cubicBezTo>
                    <a:pt x="26788" y="26190"/>
                    <a:pt x="23363" y="27160"/>
                    <a:pt x="19955" y="27160"/>
                  </a:cubicBezTo>
                  <a:cubicBezTo>
                    <a:pt x="15068" y="27160"/>
                    <a:pt x="10214" y="25167"/>
                    <a:pt x="6757" y="21350"/>
                  </a:cubicBezTo>
                  <a:cubicBezTo>
                    <a:pt x="1523" y="15571"/>
                    <a:pt x="657" y="7174"/>
                    <a:pt x="4604" y="456"/>
                  </a:cubicBezTo>
                  <a:cubicBezTo>
                    <a:pt x="4688" y="312"/>
                    <a:pt x="4640" y="127"/>
                    <a:pt x="4496" y="42"/>
                  </a:cubicBezTo>
                  <a:cubicBezTo>
                    <a:pt x="4448" y="14"/>
                    <a:pt x="4395" y="1"/>
                    <a:pt x="434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7"/>
            <p:cNvSpPr/>
            <p:nvPr/>
          </p:nvSpPr>
          <p:spPr>
            <a:xfrm>
              <a:off x="2024600" y="3515250"/>
              <a:ext cx="187400" cy="120775"/>
            </a:xfrm>
            <a:custGeom>
              <a:rect b="b" l="l" r="r" t="t"/>
              <a:pathLst>
                <a:path extrusionOk="0" h="4831" w="7496">
                  <a:moveTo>
                    <a:pt x="7154" y="1"/>
                  </a:moveTo>
                  <a:cubicBezTo>
                    <a:pt x="7121" y="1"/>
                    <a:pt x="7088" y="6"/>
                    <a:pt x="7055" y="17"/>
                  </a:cubicBezTo>
                  <a:cubicBezTo>
                    <a:pt x="4736" y="827"/>
                    <a:pt x="2629" y="2080"/>
                    <a:pt x="794" y="3743"/>
                  </a:cubicBezTo>
                  <a:cubicBezTo>
                    <a:pt x="588" y="3929"/>
                    <a:pt x="388" y="4120"/>
                    <a:pt x="192" y="4312"/>
                  </a:cubicBezTo>
                  <a:cubicBezTo>
                    <a:pt x="1" y="4502"/>
                    <a:pt x="135" y="4831"/>
                    <a:pt x="406" y="4831"/>
                  </a:cubicBezTo>
                  <a:cubicBezTo>
                    <a:pt x="485" y="4831"/>
                    <a:pt x="562" y="4799"/>
                    <a:pt x="618" y="4742"/>
                  </a:cubicBezTo>
                  <a:cubicBezTo>
                    <a:pt x="808" y="4556"/>
                    <a:pt x="1001" y="4372"/>
                    <a:pt x="1200" y="4192"/>
                  </a:cubicBezTo>
                  <a:cubicBezTo>
                    <a:pt x="2975" y="2585"/>
                    <a:pt x="5012" y="1373"/>
                    <a:pt x="7254" y="589"/>
                  </a:cubicBezTo>
                  <a:cubicBezTo>
                    <a:pt x="7413" y="534"/>
                    <a:pt x="7495" y="361"/>
                    <a:pt x="7441" y="204"/>
                  </a:cubicBezTo>
                  <a:cubicBezTo>
                    <a:pt x="7397" y="79"/>
                    <a:pt x="7280" y="1"/>
                    <a:pt x="715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7"/>
            <p:cNvSpPr/>
            <p:nvPr/>
          </p:nvSpPr>
          <p:spPr>
            <a:xfrm>
              <a:off x="2258500" y="3489950"/>
              <a:ext cx="591975" cy="712700"/>
            </a:xfrm>
            <a:custGeom>
              <a:rect b="b" l="l" r="r" t="t"/>
              <a:pathLst>
                <a:path extrusionOk="0" h="28508" w="23679">
                  <a:moveTo>
                    <a:pt x="3802" y="0"/>
                  </a:moveTo>
                  <a:cubicBezTo>
                    <a:pt x="2633" y="0"/>
                    <a:pt x="1452" y="111"/>
                    <a:pt x="273" y="338"/>
                  </a:cubicBezTo>
                  <a:cubicBezTo>
                    <a:pt x="108" y="369"/>
                    <a:pt x="0" y="528"/>
                    <a:pt x="33" y="692"/>
                  </a:cubicBezTo>
                  <a:cubicBezTo>
                    <a:pt x="61" y="837"/>
                    <a:pt x="188" y="938"/>
                    <a:pt x="330" y="938"/>
                  </a:cubicBezTo>
                  <a:cubicBezTo>
                    <a:pt x="349" y="938"/>
                    <a:pt x="368" y="937"/>
                    <a:pt x="387" y="933"/>
                  </a:cubicBezTo>
                  <a:cubicBezTo>
                    <a:pt x="1529" y="714"/>
                    <a:pt x="2672" y="606"/>
                    <a:pt x="3803" y="606"/>
                  </a:cubicBezTo>
                  <a:cubicBezTo>
                    <a:pt x="8759" y="606"/>
                    <a:pt x="13487" y="2673"/>
                    <a:pt x="16904" y="6446"/>
                  </a:cubicBezTo>
                  <a:cubicBezTo>
                    <a:pt x="22313" y="12419"/>
                    <a:pt x="23021" y="21298"/>
                    <a:pt x="18624" y="28039"/>
                  </a:cubicBezTo>
                  <a:cubicBezTo>
                    <a:pt x="18493" y="28240"/>
                    <a:pt x="18637" y="28507"/>
                    <a:pt x="18878" y="28507"/>
                  </a:cubicBezTo>
                  <a:cubicBezTo>
                    <a:pt x="18980" y="28507"/>
                    <a:pt x="19076" y="28455"/>
                    <a:pt x="19132" y="28371"/>
                  </a:cubicBezTo>
                  <a:cubicBezTo>
                    <a:pt x="23678" y="21400"/>
                    <a:pt x="22948" y="12216"/>
                    <a:pt x="17353" y="6039"/>
                  </a:cubicBezTo>
                  <a:cubicBezTo>
                    <a:pt x="13819" y="2138"/>
                    <a:pt x="8928" y="0"/>
                    <a:pt x="38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7"/>
            <p:cNvSpPr/>
            <p:nvPr/>
          </p:nvSpPr>
          <p:spPr>
            <a:xfrm>
              <a:off x="1939025" y="3535500"/>
              <a:ext cx="826625" cy="826650"/>
            </a:xfrm>
            <a:custGeom>
              <a:rect b="b" l="l" r="r" t="t"/>
              <a:pathLst>
                <a:path extrusionOk="0" h="33066" w="33065">
                  <a:moveTo>
                    <a:pt x="16532" y="0"/>
                  </a:moveTo>
                  <a:cubicBezTo>
                    <a:pt x="12148" y="0"/>
                    <a:pt x="7943" y="1743"/>
                    <a:pt x="4843" y="4844"/>
                  </a:cubicBezTo>
                  <a:cubicBezTo>
                    <a:pt x="1743" y="7943"/>
                    <a:pt x="0" y="12148"/>
                    <a:pt x="0" y="16533"/>
                  </a:cubicBezTo>
                  <a:cubicBezTo>
                    <a:pt x="0" y="20918"/>
                    <a:pt x="1743" y="25123"/>
                    <a:pt x="4843" y="28222"/>
                  </a:cubicBezTo>
                  <a:cubicBezTo>
                    <a:pt x="7943" y="31323"/>
                    <a:pt x="12148" y="33065"/>
                    <a:pt x="16532" y="33065"/>
                  </a:cubicBezTo>
                  <a:cubicBezTo>
                    <a:pt x="20917" y="33065"/>
                    <a:pt x="25122" y="31323"/>
                    <a:pt x="28222" y="28222"/>
                  </a:cubicBezTo>
                  <a:cubicBezTo>
                    <a:pt x="31322" y="25123"/>
                    <a:pt x="33065" y="20918"/>
                    <a:pt x="33065" y="16533"/>
                  </a:cubicBezTo>
                  <a:cubicBezTo>
                    <a:pt x="33065" y="12148"/>
                    <a:pt x="31322" y="7943"/>
                    <a:pt x="28222" y="4844"/>
                  </a:cubicBezTo>
                  <a:cubicBezTo>
                    <a:pt x="25122" y="1743"/>
                    <a:pt x="20917" y="0"/>
                    <a:pt x="1653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7"/>
            <p:cNvSpPr/>
            <p:nvPr/>
          </p:nvSpPr>
          <p:spPr>
            <a:xfrm>
              <a:off x="2081225" y="3703250"/>
              <a:ext cx="515800" cy="482450"/>
            </a:xfrm>
            <a:custGeom>
              <a:rect b="b" l="l" r="r" t="t"/>
              <a:pathLst>
                <a:path extrusionOk="0" h="19298" w="20632">
                  <a:moveTo>
                    <a:pt x="19420" y="1"/>
                  </a:moveTo>
                  <a:cubicBezTo>
                    <a:pt x="19144" y="1"/>
                    <a:pt x="18881" y="114"/>
                    <a:pt x="18631" y="341"/>
                  </a:cubicBezTo>
                  <a:lnTo>
                    <a:pt x="15974" y="2746"/>
                  </a:lnTo>
                  <a:lnTo>
                    <a:pt x="15974" y="2746"/>
                  </a:lnTo>
                  <a:cubicBezTo>
                    <a:pt x="14812" y="1594"/>
                    <a:pt x="13613" y="847"/>
                    <a:pt x="12375" y="505"/>
                  </a:cubicBezTo>
                  <a:cubicBezTo>
                    <a:pt x="11900" y="374"/>
                    <a:pt x="11441" y="309"/>
                    <a:pt x="11000" y="309"/>
                  </a:cubicBezTo>
                  <a:cubicBezTo>
                    <a:pt x="9909" y="309"/>
                    <a:pt x="8922" y="709"/>
                    <a:pt x="8038" y="1509"/>
                  </a:cubicBezTo>
                  <a:cubicBezTo>
                    <a:pt x="7528" y="1970"/>
                    <a:pt x="7143" y="2439"/>
                    <a:pt x="6884" y="2913"/>
                  </a:cubicBezTo>
                  <a:cubicBezTo>
                    <a:pt x="6625" y="3387"/>
                    <a:pt x="6462" y="3848"/>
                    <a:pt x="6396" y="4296"/>
                  </a:cubicBezTo>
                  <a:cubicBezTo>
                    <a:pt x="6330" y="4743"/>
                    <a:pt x="6372" y="5269"/>
                    <a:pt x="6525" y="5873"/>
                  </a:cubicBezTo>
                  <a:cubicBezTo>
                    <a:pt x="6669" y="6451"/>
                    <a:pt x="6857" y="7019"/>
                    <a:pt x="7086" y="7569"/>
                  </a:cubicBezTo>
                  <a:cubicBezTo>
                    <a:pt x="7308" y="8096"/>
                    <a:pt x="7625" y="8775"/>
                    <a:pt x="8038" y="9608"/>
                  </a:cubicBezTo>
                  <a:lnTo>
                    <a:pt x="9161" y="11794"/>
                  </a:lnTo>
                  <a:cubicBezTo>
                    <a:pt x="9481" y="12387"/>
                    <a:pt x="9656" y="12909"/>
                    <a:pt x="9685" y="13361"/>
                  </a:cubicBezTo>
                  <a:cubicBezTo>
                    <a:pt x="9717" y="13813"/>
                    <a:pt x="9620" y="14139"/>
                    <a:pt x="9400" y="14339"/>
                  </a:cubicBezTo>
                  <a:cubicBezTo>
                    <a:pt x="9133" y="14581"/>
                    <a:pt x="8837" y="14702"/>
                    <a:pt x="8512" y="14702"/>
                  </a:cubicBezTo>
                  <a:cubicBezTo>
                    <a:pt x="8496" y="14702"/>
                    <a:pt x="8479" y="14702"/>
                    <a:pt x="8463" y="14701"/>
                  </a:cubicBezTo>
                  <a:cubicBezTo>
                    <a:pt x="8118" y="14688"/>
                    <a:pt x="7792" y="14580"/>
                    <a:pt x="7486" y="14378"/>
                  </a:cubicBezTo>
                  <a:cubicBezTo>
                    <a:pt x="7160" y="14162"/>
                    <a:pt x="6853" y="13921"/>
                    <a:pt x="6565" y="13657"/>
                  </a:cubicBezTo>
                  <a:cubicBezTo>
                    <a:pt x="6258" y="13378"/>
                    <a:pt x="6003" y="13092"/>
                    <a:pt x="5798" y="12797"/>
                  </a:cubicBezTo>
                  <a:cubicBezTo>
                    <a:pt x="5474" y="12408"/>
                    <a:pt x="5193" y="11986"/>
                    <a:pt x="4960" y="11538"/>
                  </a:cubicBezTo>
                  <a:cubicBezTo>
                    <a:pt x="4729" y="11095"/>
                    <a:pt x="4573" y="10738"/>
                    <a:pt x="4488" y="10467"/>
                  </a:cubicBezTo>
                  <a:cubicBezTo>
                    <a:pt x="4405" y="10195"/>
                    <a:pt x="4315" y="9866"/>
                    <a:pt x="4221" y="9479"/>
                  </a:cubicBezTo>
                  <a:cubicBezTo>
                    <a:pt x="4126" y="9092"/>
                    <a:pt x="4065" y="8858"/>
                    <a:pt x="4036" y="8776"/>
                  </a:cubicBezTo>
                  <a:cubicBezTo>
                    <a:pt x="3905" y="8323"/>
                    <a:pt x="3705" y="7974"/>
                    <a:pt x="3437" y="7730"/>
                  </a:cubicBezTo>
                  <a:cubicBezTo>
                    <a:pt x="3169" y="7485"/>
                    <a:pt x="2862" y="7360"/>
                    <a:pt x="2518" y="7355"/>
                  </a:cubicBezTo>
                  <a:cubicBezTo>
                    <a:pt x="2503" y="7355"/>
                    <a:pt x="2488" y="7355"/>
                    <a:pt x="2473" y="7355"/>
                  </a:cubicBezTo>
                  <a:cubicBezTo>
                    <a:pt x="2153" y="7355"/>
                    <a:pt x="1837" y="7421"/>
                    <a:pt x="1546" y="7550"/>
                  </a:cubicBezTo>
                  <a:cubicBezTo>
                    <a:pt x="1243" y="7686"/>
                    <a:pt x="999" y="7907"/>
                    <a:pt x="813" y="8215"/>
                  </a:cubicBezTo>
                  <a:cubicBezTo>
                    <a:pt x="627" y="8522"/>
                    <a:pt x="554" y="8867"/>
                    <a:pt x="592" y="9251"/>
                  </a:cubicBezTo>
                  <a:cubicBezTo>
                    <a:pt x="851" y="11284"/>
                    <a:pt x="1652" y="13181"/>
                    <a:pt x="2995" y="14942"/>
                  </a:cubicBezTo>
                  <a:lnTo>
                    <a:pt x="2995" y="14942"/>
                  </a:lnTo>
                  <a:lnTo>
                    <a:pt x="516" y="17187"/>
                  </a:lnTo>
                  <a:cubicBezTo>
                    <a:pt x="133" y="17534"/>
                    <a:pt x="0" y="17920"/>
                    <a:pt x="118" y="18349"/>
                  </a:cubicBezTo>
                  <a:cubicBezTo>
                    <a:pt x="234" y="18777"/>
                    <a:pt x="506" y="19069"/>
                    <a:pt x="933" y="19224"/>
                  </a:cubicBezTo>
                  <a:cubicBezTo>
                    <a:pt x="1069" y="19273"/>
                    <a:pt x="1201" y="19298"/>
                    <a:pt x="1331" y="19298"/>
                  </a:cubicBezTo>
                  <a:cubicBezTo>
                    <a:pt x="1608" y="19298"/>
                    <a:pt x="1872" y="19185"/>
                    <a:pt x="2121" y="18960"/>
                  </a:cubicBezTo>
                  <a:lnTo>
                    <a:pt x="4590" y="16723"/>
                  </a:lnTo>
                  <a:lnTo>
                    <a:pt x="4590" y="16723"/>
                  </a:lnTo>
                  <a:cubicBezTo>
                    <a:pt x="5187" y="17277"/>
                    <a:pt x="5807" y="17728"/>
                    <a:pt x="6451" y="18078"/>
                  </a:cubicBezTo>
                  <a:cubicBezTo>
                    <a:pt x="7363" y="18574"/>
                    <a:pt x="8293" y="18822"/>
                    <a:pt x="9242" y="18822"/>
                  </a:cubicBezTo>
                  <a:cubicBezTo>
                    <a:pt x="9404" y="18822"/>
                    <a:pt x="9566" y="18815"/>
                    <a:pt x="9728" y="18801"/>
                  </a:cubicBezTo>
                  <a:cubicBezTo>
                    <a:pt x="10846" y="18702"/>
                    <a:pt x="11868" y="18216"/>
                    <a:pt x="12797" y="17345"/>
                  </a:cubicBezTo>
                  <a:cubicBezTo>
                    <a:pt x="13376" y="16806"/>
                    <a:pt x="13792" y="16243"/>
                    <a:pt x="14043" y="15660"/>
                  </a:cubicBezTo>
                  <a:cubicBezTo>
                    <a:pt x="14294" y="15075"/>
                    <a:pt x="14392" y="14452"/>
                    <a:pt x="14336" y="13792"/>
                  </a:cubicBezTo>
                  <a:cubicBezTo>
                    <a:pt x="14276" y="13118"/>
                    <a:pt x="14125" y="12455"/>
                    <a:pt x="13885" y="11822"/>
                  </a:cubicBezTo>
                  <a:cubicBezTo>
                    <a:pt x="13642" y="11168"/>
                    <a:pt x="13290" y="10400"/>
                    <a:pt x="12830" y="9516"/>
                  </a:cubicBezTo>
                  <a:lnTo>
                    <a:pt x="11682" y="7376"/>
                  </a:lnTo>
                  <a:cubicBezTo>
                    <a:pt x="11332" y="6751"/>
                    <a:pt x="11139" y="6247"/>
                    <a:pt x="11105" y="5868"/>
                  </a:cubicBezTo>
                  <a:cubicBezTo>
                    <a:pt x="11071" y="5489"/>
                    <a:pt x="11208" y="5161"/>
                    <a:pt x="11514" y="4883"/>
                  </a:cubicBezTo>
                  <a:cubicBezTo>
                    <a:pt x="11671" y="4741"/>
                    <a:pt x="11858" y="4669"/>
                    <a:pt x="12074" y="4669"/>
                  </a:cubicBezTo>
                  <a:cubicBezTo>
                    <a:pt x="12207" y="4669"/>
                    <a:pt x="12351" y="4696"/>
                    <a:pt x="12506" y="4750"/>
                  </a:cubicBezTo>
                  <a:cubicBezTo>
                    <a:pt x="12914" y="4892"/>
                    <a:pt x="13278" y="5131"/>
                    <a:pt x="13603" y="5463"/>
                  </a:cubicBezTo>
                  <a:cubicBezTo>
                    <a:pt x="13927" y="5796"/>
                    <a:pt x="14220" y="6123"/>
                    <a:pt x="14480" y="6445"/>
                  </a:cubicBezTo>
                  <a:cubicBezTo>
                    <a:pt x="15182" y="7418"/>
                    <a:pt x="15764" y="8472"/>
                    <a:pt x="16212" y="9587"/>
                  </a:cubicBezTo>
                  <a:cubicBezTo>
                    <a:pt x="16403" y="10018"/>
                    <a:pt x="16647" y="10341"/>
                    <a:pt x="16950" y="10555"/>
                  </a:cubicBezTo>
                  <a:cubicBezTo>
                    <a:pt x="17182" y="10719"/>
                    <a:pt x="17424" y="10801"/>
                    <a:pt x="17676" y="10801"/>
                  </a:cubicBezTo>
                  <a:cubicBezTo>
                    <a:pt x="17752" y="10801"/>
                    <a:pt x="17829" y="10794"/>
                    <a:pt x="17907" y="10779"/>
                  </a:cubicBezTo>
                  <a:cubicBezTo>
                    <a:pt x="18232" y="10719"/>
                    <a:pt x="18541" y="10586"/>
                    <a:pt x="18809" y="10392"/>
                  </a:cubicBezTo>
                  <a:cubicBezTo>
                    <a:pt x="19074" y="10197"/>
                    <a:pt x="19266" y="9910"/>
                    <a:pt x="19386" y="9530"/>
                  </a:cubicBezTo>
                  <a:cubicBezTo>
                    <a:pt x="19507" y="9151"/>
                    <a:pt x="19501" y="8750"/>
                    <a:pt x="19367" y="8329"/>
                  </a:cubicBezTo>
                  <a:cubicBezTo>
                    <a:pt x="19200" y="7785"/>
                    <a:pt x="19050" y="7347"/>
                    <a:pt x="18921" y="7016"/>
                  </a:cubicBezTo>
                  <a:cubicBezTo>
                    <a:pt x="18791" y="6686"/>
                    <a:pt x="18570" y="6240"/>
                    <a:pt x="18256" y="5680"/>
                  </a:cubicBezTo>
                  <a:cubicBezTo>
                    <a:pt x="18034" y="5288"/>
                    <a:pt x="17789" y="4909"/>
                    <a:pt x="17522" y="4545"/>
                  </a:cubicBezTo>
                  <a:lnTo>
                    <a:pt x="17522" y="4545"/>
                  </a:lnTo>
                  <a:lnTo>
                    <a:pt x="20225" y="2099"/>
                  </a:lnTo>
                  <a:cubicBezTo>
                    <a:pt x="20497" y="1853"/>
                    <a:pt x="20631" y="1565"/>
                    <a:pt x="20626" y="1237"/>
                  </a:cubicBezTo>
                  <a:cubicBezTo>
                    <a:pt x="20622" y="907"/>
                    <a:pt x="20522" y="631"/>
                    <a:pt x="20326" y="406"/>
                  </a:cubicBezTo>
                  <a:cubicBezTo>
                    <a:pt x="20131" y="181"/>
                    <a:pt x="19871" y="48"/>
                    <a:pt x="19549" y="9"/>
                  </a:cubicBezTo>
                  <a:cubicBezTo>
                    <a:pt x="19506" y="4"/>
                    <a:pt x="19463" y="1"/>
                    <a:pt x="1942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7"/>
            <p:cNvSpPr/>
            <p:nvPr/>
          </p:nvSpPr>
          <p:spPr>
            <a:xfrm>
              <a:off x="2074250" y="3695675"/>
              <a:ext cx="530325" cy="497600"/>
            </a:xfrm>
            <a:custGeom>
              <a:rect b="b" l="l" r="r" t="t"/>
              <a:pathLst>
                <a:path extrusionOk="0" h="19904" w="21213">
                  <a:moveTo>
                    <a:pt x="19708" y="607"/>
                  </a:moveTo>
                  <a:cubicBezTo>
                    <a:pt x="19735" y="607"/>
                    <a:pt x="19763" y="608"/>
                    <a:pt x="19791" y="611"/>
                  </a:cubicBezTo>
                  <a:cubicBezTo>
                    <a:pt x="20039" y="643"/>
                    <a:pt x="20230" y="740"/>
                    <a:pt x="20377" y="907"/>
                  </a:cubicBezTo>
                  <a:cubicBezTo>
                    <a:pt x="20526" y="1079"/>
                    <a:pt x="20599" y="1287"/>
                    <a:pt x="20603" y="1544"/>
                  </a:cubicBezTo>
                  <a:cubicBezTo>
                    <a:pt x="20605" y="1783"/>
                    <a:pt x="20506" y="1992"/>
                    <a:pt x="20301" y="2178"/>
                  </a:cubicBezTo>
                  <a:lnTo>
                    <a:pt x="17845" y="4402"/>
                  </a:lnTo>
                  <a:cubicBezTo>
                    <a:pt x="17777" y="4315"/>
                    <a:pt x="17708" y="4229"/>
                    <a:pt x="17636" y="4142"/>
                  </a:cubicBezTo>
                  <a:cubicBezTo>
                    <a:pt x="17325" y="3753"/>
                    <a:pt x="17010" y="3393"/>
                    <a:pt x="16691" y="3061"/>
                  </a:cubicBezTo>
                  <a:lnTo>
                    <a:pt x="19114" y="868"/>
                  </a:lnTo>
                  <a:cubicBezTo>
                    <a:pt x="19310" y="691"/>
                    <a:pt x="19506" y="607"/>
                    <a:pt x="19708" y="607"/>
                  </a:cubicBezTo>
                  <a:close/>
                  <a:moveTo>
                    <a:pt x="16241" y="3469"/>
                  </a:moveTo>
                  <a:cubicBezTo>
                    <a:pt x="16553" y="3790"/>
                    <a:pt x="16861" y="4142"/>
                    <a:pt x="17166" y="4523"/>
                  </a:cubicBezTo>
                  <a:cubicBezTo>
                    <a:pt x="17244" y="4619"/>
                    <a:pt x="17320" y="4715"/>
                    <a:pt x="17394" y="4811"/>
                  </a:cubicBezTo>
                  <a:lnTo>
                    <a:pt x="17312" y="4885"/>
                  </a:lnTo>
                  <a:lnTo>
                    <a:pt x="16126" y="3574"/>
                  </a:lnTo>
                  <a:lnTo>
                    <a:pt x="16241" y="3469"/>
                  </a:lnTo>
                  <a:close/>
                  <a:moveTo>
                    <a:pt x="3961" y="15032"/>
                  </a:moveTo>
                  <a:lnTo>
                    <a:pt x="5160" y="16355"/>
                  </a:lnTo>
                  <a:lnTo>
                    <a:pt x="4875" y="16612"/>
                  </a:lnTo>
                  <a:cubicBezTo>
                    <a:pt x="4548" y="16292"/>
                    <a:pt x="4238" y="15955"/>
                    <a:pt x="3948" y="15601"/>
                  </a:cubicBezTo>
                  <a:cubicBezTo>
                    <a:pt x="3858" y="15495"/>
                    <a:pt x="3771" y="15388"/>
                    <a:pt x="3686" y="15280"/>
                  </a:cubicBezTo>
                  <a:lnTo>
                    <a:pt x="3961" y="15032"/>
                  </a:lnTo>
                  <a:close/>
                  <a:moveTo>
                    <a:pt x="11271" y="913"/>
                  </a:moveTo>
                  <a:cubicBezTo>
                    <a:pt x="11687" y="913"/>
                    <a:pt x="12120" y="976"/>
                    <a:pt x="12573" y="1101"/>
                  </a:cubicBezTo>
                  <a:cubicBezTo>
                    <a:pt x="13673" y="1405"/>
                    <a:pt x="14757" y="2056"/>
                    <a:pt x="15809" y="3044"/>
                  </a:cubicBezTo>
                  <a:lnTo>
                    <a:pt x="15269" y="3532"/>
                  </a:lnTo>
                  <a:lnTo>
                    <a:pt x="17270" y="5740"/>
                  </a:lnTo>
                  <a:lnTo>
                    <a:pt x="17753" y="5301"/>
                  </a:lnTo>
                  <a:cubicBezTo>
                    <a:pt x="17945" y="5577"/>
                    <a:pt x="18117" y="5853"/>
                    <a:pt x="18272" y="6130"/>
                  </a:cubicBezTo>
                  <a:cubicBezTo>
                    <a:pt x="18578" y="6675"/>
                    <a:pt x="18795" y="7112"/>
                    <a:pt x="18919" y="7429"/>
                  </a:cubicBezTo>
                  <a:cubicBezTo>
                    <a:pt x="19047" y="7757"/>
                    <a:pt x="19194" y="8191"/>
                    <a:pt x="19359" y="8723"/>
                  </a:cubicBezTo>
                  <a:cubicBezTo>
                    <a:pt x="19474" y="9087"/>
                    <a:pt x="19480" y="9420"/>
                    <a:pt x="19379" y="9740"/>
                  </a:cubicBezTo>
                  <a:cubicBezTo>
                    <a:pt x="19277" y="10061"/>
                    <a:pt x="19123" y="10291"/>
                    <a:pt x="18910" y="10448"/>
                  </a:cubicBezTo>
                  <a:cubicBezTo>
                    <a:pt x="18678" y="10617"/>
                    <a:pt x="18411" y="10731"/>
                    <a:pt x="18128" y="10782"/>
                  </a:cubicBezTo>
                  <a:cubicBezTo>
                    <a:pt x="18070" y="10794"/>
                    <a:pt x="18012" y="10799"/>
                    <a:pt x="17955" y="10799"/>
                  </a:cubicBezTo>
                  <a:cubicBezTo>
                    <a:pt x="17765" y="10799"/>
                    <a:pt x="17583" y="10736"/>
                    <a:pt x="17403" y="10609"/>
                  </a:cubicBezTo>
                  <a:cubicBezTo>
                    <a:pt x="17148" y="10428"/>
                    <a:pt x="16936" y="10145"/>
                    <a:pt x="16773" y="9776"/>
                  </a:cubicBezTo>
                  <a:cubicBezTo>
                    <a:pt x="16325" y="8657"/>
                    <a:pt x="15730" y="7577"/>
                    <a:pt x="14994" y="6555"/>
                  </a:cubicBezTo>
                  <a:cubicBezTo>
                    <a:pt x="14729" y="6227"/>
                    <a:pt x="14427" y="5890"/>
                    <a:pt x="14099" y="5552"/>
                  </a:cubicBezTo>
                  <a:cubicBezTo>
                    <a:pt x="13742" y="5188"/>
                    <a:pt x="13335" y="4923"/>
                    <a:pt x="12884" y="4767"/>
                  </a:cubicBezTo>
                  <a:cubicBezTo>
                    <a:pt x="12686" y="4698"/>
                    <a:pt x="12510" y="4669"/>
                    <a:pt x="12354" y="4669"/>
                  </a:cubicBezTo>
                  <a:cubicBezTo>
                    <a:pt x="12001" y="4669"/>
                    <a:pt x="11752" y="4814"/>
                    <a:pt x="11588" y="4962"/>
                  </a:cubicBezTo>
                  <a:cubicBezTo>
                    <a:pt x="11209" y="5305"/>
                    <a:pt x="11039" y="5722"/>
                    <a:pt x="11082" y="6198"/>
                  </a:cubicBezTo>
                  <a:cubicBezTo>
                    <a:pt x="11120" y="6624"/>
                    <a:pt x="11321" y="7157"/>
                    <a:pt x="11694" y="7822"/>
                  </a:cubicBezTo>
                  <a:lnTo>
                    <a:pt x="12840" y="9958"/>
                  </a:lnTo>
                  <a:cubicBezTo>
                    <a:pt x="13292" y="10826"/>
                    <a:pt x="13642" y="11591"/>
                    <a:pt x="13880" y="12230"/>
                  </a:cubicBezTo>
                  <a:cubicBezTo>
                    <a:pt x="14110" y="12837"/>
                    <a:pt x="14254" y="13474"/>
                    <a:pt x="14313" y="14121"/>
                  </a:cubicBezTo>
                  <a:cubicBezTo>
                    <a:pt x="14365" y="14728"/>
                    <a:pt x="14274" y="15306"/>
                    <a:pt x="14043" y="15842"/>
                  </a:cubicBezTo>
                  <a:cubicBezTo>
                    <a:pt x="13809" y="16386"/>
                    <a:pt x="13413" y="16918"/>
                    <a:pt x="12867" y="17428"/>
                  </a:cubicBezTo>
                  <a:cubicBezTo>
                    <a:pt x="11993" y="18247"/>
                    <a:pt x="11022" y="18709"/>
                    <a:pt x="9979" y="18802"/>
                  </a:cubicBezTo>
                  <a:cubicBezTo>
                    <a:pt x="9827" y="18815"/>
                    <a:pt x="9676" y="18822"/>
                    <a:pt x="9525" y="18822"/>
                  </a:cubicBezTo>
                  <a:cubicBezTo>
                    <a:pt x="8628" y="18822"/>
                    <a:pt x="7738" y="18584"/>
                    <a:pt x="6874" y="18114"/>
                  </a:cubicBezTo>
                  <a:cubicBezTo>
                    <a:pt x="6343" y="17825"/>
                    <a:pt x="5826" y="17462"/>
                    <a:pt x="5322" y="17024"/>
                  </a:cubicBezTo>
                  <a:lnTo>
                    <a:pt x="6013" y="16398"/>
                  </a:lnTo>
                  <a:lnTo>
                    <a:pt x="4003" y="14177"/>
                  </a:lnTo>
                  <a:lnTo>
                    <a:pt x="3318" y="14797"/>
                  </a:lnTo>
                  <a:cubicBezTo>
                    <a:pt x="2131" y="13158"/>
                    <a:pt x="1410" y="11388"/>
                    <a:pt x="1172" y="9520"/>
                  </a:cubicBezTo>
                  <a:cubicBezTo>
                    <a:pt x="1140" y="9203"/>
                    <a:pt x="1199" y="8926"/>
                    <a:pt x="1351" y="8674"/>
                  </a:cubicBezTo>
                  <a:cubicBezTo>
                    <a:pt x="1506" y="8419"/>
                    <a:pt x="1702" y="8241"/>
                    <a:pt x="1949" y="8131"/>
                  </a:cubicBezTo>
                  <a:cubicBezTo>
                    <a:pt x="2209" y="8014"/>
                    <a:pt x="2495" y="7963"/>
                    <a:pt x="2793" y="7961"/>
                  </a:cubicBezTo>
                  <a:cubicBezTo>
                    <a:pt x="3064" y="7964"/>
                    <a:pt x="3298" y="8062"/>
                    <a:pt x="3513" y="8257"/>
                  </a:cubicBezTo>
                  <a:cubicBezTo>
                    <a:pt x="3737" y="8462"/>
                    <a:pt x="3910" y="8766"/>
                    <a:pt x="4030" y="9178"/>
                  </a:cubicBezTo>
                  <a:cubicBezTo>
                    <a:pt x="4057" y="9257"/>
                    <a:pt x="4115" y="9483"/>
                    <a:pt x="4206" y="9855"/>
                  </a:cubicBezTo>
                  <a:cubicBezTo>
                    <a:pt x="4302" y="10248"/>
                    <a:pt x="4393" y="10583"/>
                    <a:pt x="4479" y="10859"/>
                  </a:cubicBezTo>
                  <a:cubicBezTo>
                    <a:pt x="4568" y="11151"/>
                    <a:pt x="4733" y="11526"/>
                    <a:pt x="4970" y="11980"/>
                  </a:cubicBezTo>
                  <a:cubicBezTo>
                    <a:pt x="5210" y="12440"/>
                    <a:pt x="5498" y="12872"/>
                    <a:pt x="5828" y="13272"/>
                  </a:cubicBezTo>
                  <a:cubicBezTo>
                    <a:pt x="6046" y="13585"/>
                    <a:pt x="6319" y="13892"/>
                    <a:pt x="6641" y="14184"/>
                  </a:cubicBezTo>
                  <a:cubicBezTo>
                    <a:pt x="6939" y="14459"/>
                    <a:pt x="7260" y="14709"/>
                    <a:pt x="7598" y="14934"/>
                  </a:cubicBezTo>
                  <a:cubicBezTo>
                    <a:pt x="7951" y="15166"/>
                    <a:pt x="8331" y="15289"/>
                    <a:pt x="8730" y="15306"/>
                  </a:cubicBezTo>
                  <a:cubicBezTo>
                    <a:pt x="8746" y="15307"/>
                    <a:pt x="8762" y="15307"/>
                    <a:pt x="8778" y="15307"/>
                  </a:cubicBezTo>
                  <a:cubicBezTo>
                    <a:pt x="9186" y="15307"/>
                    <a:pt x="9554" y="15163"/>
                    <a:pt x="9882" y="14866"/>
                  </a:cubicBezTo>
                  <a:cubicBezTo>
                    <a:pt x="10174" y="14602"/>
                    <a:pt x="10303" y="14190"/>
                    <a:pt x="10267" y="13643"/>
                  </a:cubicBezTo>
                  <a:cubicBezTo>
                    <a:pt x="10233" y="13150"/>
                    <a:pt x="10045" y="12582"/>
                    <a:pt x="9709" y="11958"/>
                  </a:cubicBezTo>
                  <a:lnTo>
                    <a:pt x="8589" y="9777"/>
                  </a:lnTo>
                  <a:cubicBezTo>
                    <a:pt x="8180" y="8952"/>
                    <a:pt x="7863" y="8273"/>
                    <a:pt x="7645" y="7756"/>
                  </a:cubicBezTo>
                  <a:cubicBezTo>
                    <a:pt x="7422" y="7219"/>
                    <a:pt x="7239" y="6666"/>
                    <a:pt x="7098" y="6102"/>
                  </a:cubicBezTo>
                  <a:cubicBezTo>
                    <a:pt x="6956" y="5539"/>
                    <a:pt x="6915" y="5048"/>
                    <a:pt x="6976" y="4643"/>
                  </a:cubicBezTo>
                  <a:cubicBezTo>
                    <a:pt x="7037" y="4234"/>
                    <a:pt x="7189" y="3803"/>
                    <a:pt x="7430" y="3362"/>
                  </a:cubicBezTo>
                  <a:cubicBezTo>
                    <a:pt x="7671" y="2920"/>
                    <a:pt x="8038" y="2474"/>
                    <a:pt x="8520" y="2036"/>
                  </a:cubicBezTo>
                  <a:cubicBezTo>
                    <a:pt x="9350" y="1286"/>
                    <a:pt x="10258" y="913"/>
                    <a:pt x="11271" y="913"/>
                  </a:cubicBezTo>
                  <a:close/>
                  <a:moveTo>
                    <a:pt x="3236" y="15687"/>
                  </a:moveTo>
                  <a:lnTo>
                    <a:pt x="3236" y="15688"/>
                  </a:lnTo>
                  <a:cubicBezTo>
                    <a:pt x="3315" y="15788"/>
                    <a:pt x="3398" y="15888"/>
                    <a:pt x="3483" y="15987"/>
                  </a:cubicBezTo>
                  <a:cubicBezTo>
                    <a:pt x="3779" y="16348"/>
                    <a:pt x="4094" y="16692"/>
                    <a:pt x="4426" y="17019"/>
                  </a:cubicBezTo>
                  <a:lnTo>
                    <a:pt x="2195" y="19037"/>
                  </a:lnTo>
                  <a:cubicBezTo>
                    <a:pt x="2004" y="19212"/>
                    <a:pt x="1813" y="19296"/>
                    <a:pt x="1611" y="19296"/>
                  </a:cubicBezTo>
                  <a:cubicBezTo>
                    <a:pt x="1515" y="19296"/>
                    <a:pt x="1417" y="19277"/>
                    <a:pt x="1315" y="19240"/>
                  </a:cubicBezTo>
                  <a:cubicBezTo>
                    <a:pt x="979" y="19119"/>
                    <a:pt x="780" y="18906"/>
                    <a:pt x="688" y="18571"/>
                  </a:cubicBezTo>
                  <a:cubicBezTo>
                    <a:pt x="634" y="18373"/>
                    <a:pt x="606" y="18068"/>
                    <a:pt x="997" y="17714"/>
                  </a:cubicBezTo>
                  <a:lnTo>
                    <a:pt x="3236" y="15687"/>
                  </a:lnTo>
                  <a:close/>
                  <a:moveTo>
                    <a:pt x="19695" y="0"/>
                  </a:moveTo>
                  <a:cubicBezTo>
                    <a:pt x="19345" y="0"/>
                    <a:pt x="19013" y="140"/>
                    <a:pt x="18705" y="419"/>
                  </a:cubicBezTo>
                  <a:lnTo>
                    <a:pt x="16258" y="2634"/>
                  </a:lnTo>
                  <a:cubicBezTo>
                    <a:pt x="15123" y="1559"/>
                    <a:pt x="13943" y="851"/>
                    <a:pt x="12734" y="516"/>
                  </a:cubicBezTo>
                  <a:cubicBezTo>
                    <a:pt x="12233" y="379"/>
                    <a:pt x="11748" y="310"/>
                    <a:pt x="11279" y="310"/>
                  </a:cubicBezTo>
                  <a:cubicBezTo>
                    <a:pt x="10114" y="310"/>
                    <a:pt x="9053" y="736"/>
                    <a:pt x="8114" y="1587"/>
                  </a:cubicBezTo>
                  <a:cubicBezTo>
                    <a:pt x="7581" y="2070"/>
                    <a:pt x="7172" y="2567"/>
                    <a:pt x="6898" y="3071"/>
                  </a:cubicBezTo>
                  <a:cubicBezTo>
                    <a:pt x="6623" y="3575"/>
                    <a:pt x="6447" y="4074"/>
                    <a:pt x="6375" y="4553"/>
                  </a:cubicBezTo>
                  <a:cubicBezTo>
                    <a:pt x="6302" y="5038"/>
                    <a:pt x="6347" y="5608"/>
                    <a:pt x="6510" y="6250"/>
                  </a:cubicBezTo>
                  <a:cubicBezTo>
                    <a:pt x="6658" y="6843"/>
                    <a:pt x="6851" y="7425"/>
                    <a:pt x="7086" y="7989"/>
                  </a:cubicBezTo>
                  <a:cubicBezTo>
                    <a:pt x="7308" y="8518"/>
                    <a:pt x="7631" y="9209"/>
                    <a:pt x="8049" y="10049"/>
                  </a:cubicBezTo>
                  <a:lnTo>
                    <a:pt x="9174" y="12242"/>
                  </a:lnTo>
                  <a:cubicBezTo>
                    <a:pt x="9471" y="12793"/>
                    <a:pt x="9636" y="13277"/>
                    <a:pt x="9664" y="13685"/>
                  </a:cubicBezTo>
                  <a:cubicBezTo>
                    <a:pt x="9687" y="14038"/>
                    <a:pt x="9625" y="14285"/>
                    <a:pt x="9476" y="14418"/>
                  </a:cubicBezTo>
                  <a:cubicBezTo>
                    <a:pt x="9266" y="14609"/>
                    <a:pt x="9038" y="14703"/>
                    <a:pt x="8793" y="14703"/>
                  </a:cubicBezTo>
                  <a:cubicBezTo>
                    <a:pt x="8781" y="14703"/>
                    <a:pt x="8768" y="14703"/>
                    <a:pt x="8755" y="14702"/>
                  </a:cubicBezTo>
                  <a:cubicBezTo>
                    <a:pt x="8464" y="14692"/>
                    <a:pt x="8195" y="14602"/>
                    <a:pt x="7933" y="14429"/>
                  </a:cubicBezTo>
                  <a:cubicBezTo>
                    <a:pt x="7620" y="14221"/>
                    <a:pt x="7325" y="13990"/>
                    <a:pt x="7049" y="13736"/>
                  </a:cubicBezTo>
                  <a:cubicBezTo>
                    <a:pt x="6773" y="13488"/>
                    <a:pt x="6525" y="13210"/>
                    <a:pt x="6312" y="12906"/>
                  </a:cubicBezTo>
                  <a:cubicBezTo>
                    <a:pt x="6002" y="12534"/>
                    <a:pt x="5732" y="12130"/>
                    <a:pt x="5508" y="11700"/>
                  </a:cubicBezTo>
                  <a:cubicBezTo>
                    <a:pt x="5288" y="11278"/>
                    <a:pt x="5137" y="10935"/>
                    <a:pt x="5059" y="10681"/>
                  </a:cubicBezTo>
                  <a:cubicBezTo>
                    <a:pt x="4975" y="10414"/>
                    <a:pt x="4888" y="10091"/>
                    <a:pt x="4796" y="9710"/>
                  </a:cubicBezTo>
                  <a:cubicBezTo>
                    <a:pt x="4698" y="9309"/>
                    <a:pt x="4633" y="9067"/>
                    <a:pt x="4608" y="8994"/>
                  </a:cubicBezTo>
                  <a:cubicBezTo>
                    <a:pt x="4460" y="8489"/>
                    <a:pt x="4229" y="8089"/>
                    <a:pt x="3922" y="7809"/>
                  </a:cubicBezTo>
                  <a:cubicBezTo>
                    <a:pt x="3598" y="7513"/>
                    <a:pt x="3221" y="7361"/>
                    <a:pt x="2802" y="7355"/>
                  </a:cubicBezTo>
                  <a:cubicBezTo>
                    <a:pt x="2419" y="7355"/>
                    <a:pt x="2044" y="7424"/>
                    <a:pt x="1703" y="7577"/>
                  </a:cubicBezTo>
                  <a:cubicBezTo>
                    <a:pt x="1343" y="7737"/>
                    <a:pt x="1050" y="8001"/>
                    <a:pt x="834" y="8361"/>
                  </a:cubicBezTo>
                  <a:cubicBezTo>
                    <a:pt x="614" y="8723"/>
                    <a:pt x="526" y="9136"/>
                    <a:pt x="570" y="9584"/>
                  </a:cubicBezTo>
                  <a:lnTo>
                    <a:pt x="571" y="9592"/>
                  </a:lnTo>
                  <a:cubicBezTo>
                    <a:pt x="824" y="11584"/>
                    <a:pt x="1596" y="13467"/>
                    <a:pt x="2866" y="15205"/>
                  </a:cubicBezTo>
                  <a:lnTo>
                    <a:pt x="591" y="17266"/>
                  </a:lnTo>
                  <a:cubicBezTo>
                    <a:pt x="3" y="17799"/>
                    <a:pt x="1" y="18358"/>
                    <a:pt x="104" y="18731"/>
                  </a:cubicBezTo>
                  <a:cubicBezTo>
                    <a:pt x="247" y="19259"/>
                    <a:pt x="586" y="19622"/>
                    <a:pt x="1108" y="19811"/>
                  </a:cubicBezTo>
                  <a:cubicBezTo>
                    <a:pt x="1268" y="19871"/>
                    <a:pt x="1437" y="19902"/>
                    <a:pt x="1609" y="19903"/>
                  </a:cubicBezTo>
                  <a:cubicBezTo>
                    <a:pt x="1961" y="19903"/>
                    <a:pt x="2298" y="19763"/>
                    <a:pt x="2603" y="19487"/>
                  </a:cubicBezTo>
                  <a:lnTo>
                    <a:pt x="4870" y="17434"/>
                  </a:lnTo>
                  <a:cubicBezTo>
                    <a:pt x="5426" y="17924"/>
                    <a:pt x="5998" y="18328"/>
                    <a:pt x="6585" y="18647"/>
                  </a:cubicBezTo>
                  <a:cubicBezTo>
                    <a:pt x="7538" y="19165"/>
                    <a:pt x="8524" y="19428"/>
                    <a:pt x="9521" y="19428"/>
                  </a:cubicBezTo>
                  <a:cubicBezTo>
                    <a:pt x="9691" y="19428"/>
                    <a:pt x="9862" y="19420"/>
                    <a:pt x="10033" y="19405"/>
                  </a:cubicBezTo>
                  <a:cubicBezTo>
                    <a:pt x="11213" y="19300"/>
                    <a:pt x="12307" y="18783"/>
                    <a:pt x="13281" y="17870"/>
                  </a:cubicBezTo>
                  <a:cubicBezTo>
                    <a:pt x="13888" y="17303"/>
                    <a:pt x="14332" y="16702"/>
                    <a:pt x="14599" y="16082"/>
                  </a:cubicBezTo>
                  <a:cubicBezTo>
                    <a:pt x="14870" y="15453"/>
                    <a:pt x="14977" y="14776"/>
                    <a:pt x="14917" y="14069"/>
                  </a:cubicBezTo>
                  <a:cubicBezTo>
                    <a:pt x="14855" y="13367"/>
                    <a:pt x="14697" y="12677"/>
                    <a:pt x="14448" y="12018"/>
                  </a:cubicBezTo>
                  <a:cubicBezTo>
                    <a:pt x="14202" y="11356"/>
                    <a:pt x="13841" y="10569"/>
                    <a:pt x="13376" y="9675"/>
                  </a:cubicBezTo>
                  <a:lnTo>
                    <a:pt x="12225" y="7532"/>
                  </a:lnTo>
                  <a:cubicBezTo>
                    <a:pt x="11898" y="6946"/>
                    <a:pt x="11716" y="6479"/>
                    <a:pt x="11686" y="6143"/>
                  </a:cubicBezTo>
                  <a:cubicBezTo>
                    <a:pt x="11660" y="5858"/>
                    <a:pt x="11759" y="5625"/>
                    <a:pt x="11996" y="5412"/>
                  </a:cubicBezTo>
                  <a:cubicBezTo>
                    <a:pt x="12067" y="5347"/>
                    <a:pt x="12174" y="5275"/>
                    <a:pt x="12354" y="5275"/>
                  </a:cubicBezTo>
                  <a:cubicBezTo>
                    <a:pt x="12445" y="5275"/>
                    <a:pt x="12553" y="5293"/>
                    <a:pt x="12685" y="5339"/>
                  </a:cubicBezTo>
                  <a:cubicBezTo>
                    <a:pt x="13046" y="5465"/>
                    <a:pt x="13375" y="5680"/>
                    <a:pt x="13666" y="5977"/>
                  </a:cubicBezTo>
                  <a:cubicBezTo>
                    <a:pt x="13982" y="6301"/>
                    <a:pt x="14270" y="6624"/>
                    <a:pt x="14513" y="6924"/>
                  </a:cubicBezTo>
                  <a:cubicBezTo>
                    <a:pt x="15204" y="7879"/>
                    <a:pt x="15774" y="8916"/>
                    <a:pt x="16214" y="10011"/>
                  </a:cubicBezTo>
                  <a:cubicBezTo>
                    <a:pt x="16425" y="10492"/>
                    <a:pt x="16708" y="10860"/>
                    <a:pt x="17054" y="11104"/>
                  </a:cubicBezTo>
                  <a:cubicBezTo>
                    <a:pt x="17338" y="11306"/>
                    <a:pt x="17639" y="11406"/>
                    <a:pt x="17954" y="11406"/>
                  </a:cubicBezTo>
                  <a:cubicBezTo>
                    <a:pt x="18050" y="11406"/>
                    <a:pt x="18146" y="11397"/>
                    <a:pt x="18244" y="11379"/>
                  </a:cubicBezTo>
                  <a:cubicBezTo>
                    <a:pt x="18613" y="11310"/>
                    <a:pt x="18963" y="11160"/>
                    <a:pt x="19267" y="10938"/>
                  </a:cubicBezTo>
                  <a:cubicBezTo>
                    <a:pt x="19583" y="10707"/>
                    <a:pt x="19816" y="10367"/>
                    <a:pt x="19956" y="9925"/>
                  </a:cubicBezTo>
                  <a:cubicBezTo>
                    <a:pt x="20095" y="9486"/>
                    <a:pt x="20088" y="9022"/>
                    <a:pt x="19937" y="8544"/>
                  </a:cubicBezTo>
                  <a:cubicBezTo>
                    <a:pt x="19769" y="7999"/>
                    <a:pt x="19617" y="7551"/>
                    <a:pt x="19483" y="7209"/>
                  </a:cubicBezTo>
                  <a:cubicBezTo>
                    <a:pt x="19349" y="6866"/>
                    <a:pt x="19118" y="6405"/>
                    <a:pt x="18800" y="5835"/>
                  </a:cubicBezTo>
                  <a:cubicBezTo>
                    <a:pt x="18618" y="5511"/>
                    <a:pt x="18420" y="5197"/>
                    <a:pt x="18207" y="4892"/>
                  </a:cubicBezTo>
                  <a:lnTo>
                    <a:pt x="20706" y="2627"/>
                  </a:lnTo>
                  <a:cubicBezTo>
                    <a:pt x="21044" y="2321"/>
                    <a:pt x="21212" y="1954"/>
                    <a:pt x="21207" y="1536"/>
                  </a:cubicBezTo>
                  <a:cubicBezTo>
                    <a:pt x="21202" y="1135"/>
                    <a:pt x="21077" y="791"/>
                    <a:pt x="20833" y="510"/>
                  </a:cubicBezTo>
                  <a:cubicBezTo>
                    <a:pt x="20587" y="229"/>
                    <a:pt x="20262" y="61"/>
                    <a:pt x="19864" y="11"/>
                  </a:cubicBezTo>
                  <a:cubicBezTo>
                    <a:pt x="19807" y="4"/>
                    <a:pt x="19751" y="0"/>
                    <a:pt x="1969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7"/>
            <p:cNvSpPr/>
            <p:nvPr/>
          </p:nvSpPr>
          <p:spPr>
            <a:xfrm>
              <a:off x="823725" y="2560975"/>
              <a:ext cx="2451850" cy="2906950"/>
            </a:xfrm>
            <a:custGeom>
              <a:rect b="b" l="l" r="r" t="t"/>
              <a:pathLst>
                <a:path extrusionOk="0" h="116278" w="98074">
                  <a:moveTo>
                    <a:pt x="47189" y="1"/>
                  </a:moveTo>
                  <a:lnTo>
                    <a:pt x="0" y="26851"/>
                  </a:lnTo>
                  <a:lnTo>
                    <a:pt x="50884" y="116278"/>
                  </a:lnTo>
                  <a:lnTo>
                    <a:pt x="98073" y="89426"/>
                  </a:lnTo>
                  <a:lnTo>
                    <a:pt x="4718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7"/>
            <p:cNvSpPr/>
            <p:nvPr/>
          </p:nvSpPr>
          <p:spPr>
            <a:xfrm>
              <a:off x="815175" y="2553525"/>
              <a:ext cx="2469250" cy="2922125"/>
            </a:xfrm>
            <a:custGeom>
              <a:rect b="b" l="l" r="r" t="t"/>
              <a:pathLst>
                <a:path extrusionOk="0" h="116885" w="98770">
                  <a:moveTo>
                    <a:pt x="47421" y="718"/>
                  </a:moveTo>
                  <a:lnTo>
                    <a:pt x="98011" y="89615"/>
                  </a:lnTo>
                  <a:lnTo>
                    <a:pt x="51350" y="116168"/>
                  </a:lnTo>
                  <a:lnTo>
                    <a:pt x="759" y="27271"/>
                  </a:lnTo>
                  <a:lnTo>
                    <a:pt x="47421" y="718"/>
                  </a:lnTo>
                  <a:close/>
                  <a:moveTo>
                    <a:pt x="47534" y="1"/>
                  </a:moveTo>
                  <a:cubicBezTo>
                    <a:pt x="47483" y="1"/>
                    <a:pt x="47432" y="14"/>
                    <a:pt x="47385" y="41"/>
                  </a:cubicBezTo>
                  <a:lnTo>
                    <a:pt x="198" y="26894"/>
                  </a:lnTo>
                  <a:cubicBezTo>
                    <a:pt x="52" y="26977"/>
                    <a:pt x="1" y="27162"/>
                    <a:pt x="83" y="27308"/>
                  </a:cubicBezTo>
                  <a:lnTo>
                    <a:pt x="50973" y="116731"/>
                  </a:lnTo>
                  <a:cubicBezTo>
                    <a:pt x="51027" y="116826"/>
                    <a:pt x="51127" y="116885"/>
                    <a:pt x="51236" y="116885"/>
                  </a:cubicBezTo>
                  <a:cubicBezTo>
                    <a:pt x="51288" y="116885"/>
                    <a:pt x="51339" y="116870"/>
                    <a:pt x="51385" y="116845"/>
                  </a:cubicBezTo>
                  <a:lnTo>
                    <a:pt x="98573" y="89991"/>
                  </a:lnTo>
                  <a:cubicBezTo>
                    <a:pt x="98718" y="89909"/>
                    <a:pt x="98769" y="89724"/>
                    <a:pt x="98687" y="89578"/>
                  </a:cubicBezTo>
                  <a:lnTo>
                    <a:pt x="47798" y="155"/>
                  </a:lnTo>
                  <a:cubicBezTo>
                    <a:pt x="47742" y="57"/>
                    <a:pt x="47639" y="1"/>
                    <a:pt x="4753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7"/>
            <p:cNvSpPr/>
            <p:nvPr/>
          </p:nvSpPr>
          <p:spPr>
            <a:xfrm>
              <a:off x="1031550" y="2783600"/>
              <a:ext cx="2022475" cy="2456475"/>
            </a:xfrm>
            <a:custGeom>
              <a:rect b="b" l="l" r="r" t="t"/>
              <a:pathLst>
                <a:path extrusionOk="0" h="98259" w="80899">
                  <a:moveTo>
                    <a:pt x="32503" y="0"/>
                  </a:moveTo>
                  <a:lnTo>
                    <a:pt x="2891" y="16852"/>
                  </a:lnTo>
                  <a:cubicBezTo>
                    <a:pt x="3731" y="19378"/>
                    <a:pt x="2703" y="22229"/>
                    <a:pt x="300" y="23595"/>
                  </a:cubicBezTo>
                  <a:cubicBezTo>
                    <a:pt x="203" y="23651"/>
                    <a:pt x="101" y="23697"/>
                    <a:pt x="1" y="23746"/>
                  </a:cubicBezTo>
                  <a:lnTo>
                    <a:pt x="41292" y="96306"/>
                  </a:lnTo>
                  <a:cubicBezTo>
                    <a:pt x="41386" y="96245"/>
                    <a:pt x="41477" y="96181"/>
                    <a:pt x="41575" y="96125"/>
                  </a:cubicBezTo>
                  <a:cubicBezTo>
                    <a:pt x="42464" y="95619"/>
                    <a:pt x="43433" y="95378"/>
                    <a:pt x="44388" y="95378"/>
                  </a:cubicBezTo>
                  <a:cubicBezTo>
                    <a:pt x="46370" y="95378"/>
                    <a:pt x="48295" y="96413"/>
                    <a:pt x="49345" y="98258"/>
                  </a:cubicBezTo>
                  <a:lnTo>
                    <a:pt x="78765" y="81516"/>
                  </a:lnTo>
                  <a:cubicBezTo>
                    <a:pt x="77207" y="78781"/>
                    <a:pt x="78163" y="75303"/>
                    <a:pt x="80898" y="73747"/>
                  </a:cubicBezTo>
                  <a:lnTo>
                    <a:pt x="39624" y="1218"/>
                  </a:lnTo>
                  <a:cubicBezTo>
                    <a:pt x="38735" y="1724"/>
                    <a:pt x="37768" y="1964"/>
                    <a:pt x="36813" y="1964"/>
                  </a:cubicBezTo>
                  <a:cubicBezTo>
                    <a:pt x="35189" y="1964"/>
                    <a:pt x="33601" y="1268"/>
                    <a:pt x="325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7"/>
            <p:cNvSpPr/>
            <p:nvPr/>
          </p:nvSpPr>
          <p:spPr>
            <a:xfrm>
              <a:off x="1022825" y="2776025"/>
              <a:ext cx="2039850" cy="2471625"/>
            </a:xfrm>
            <a:custGeom>
              <a:rect b="b" l="l" r="r" t="t"/>
              <a:pathLst>
                <a:path extrusionOk="0" h="98865" w="81594">
                  <a:moveTo>
                    <a:pt x="32790" y="688"/>
                  </a:moveTo>
                  <a:cubicBezTo>
                    <a:pt x="33948" y="1916"/>
                    <a:pt x="35544" y="2567"/>
                    <a:pt x="37162" y="2567"/>
                  </a:cubicBezTo>
                  <a:cubicBezTo>
                    <a:pt x="38078" y="2567"/>
                    <a:pt x="39001" y="2358"/>
                    <a:pt x="39854" y="1927"/>
                  </a:cubicBezTo>
                  <a:lnTo>
                    <a:pt x="80838" y="73943"/>
                  </a:lnTo>
                  <a:cubicBezTo>
                    <a:pt x="78247" y="75594"/>
                    <a:pt x="77323" y="78959"/>
                    <a:pt x="78706" y="81702"/>
                  </a:cubicBezTo>
                  <a:lnTo>
                    <a:pt x="49801" y="98154"/>
                  </a:lnTo>
                  <a:cubicBezTo>
                    <a:pt x="48667" y="96373"/>
                    <a:pt x="46726" y="95381"/>
                    <a:pt x="44733" y="95381"/>
                  </a:cubicBezTo>
                  <a:lnTo>
                    <a:pt x="44733" y="95380"/>
                  </a:lnTo>
                  <a:cubicBezTo>
                    <a:pt x="43695" y="95380"/>
                    <a:pt x="42675" y="95651"/>
                    <a:pt x="41774" y="96165"/>
                  </a:cubicBezTo>
                  <a:lnTo>
                    <a:pt x="41747" y="96181"/>
                  </a:lnTo>
                  <a:lnTo>
                    <a:pt x="771" y="24177"/>
                  </a:lnTo>
                  <a:cubicBezTo>
                    <a:pt x="780" y="24173"/>
                    <a:pt x="790" y="24168"/>
                    <a:pt x="799" y="24162"/>
                  </a:cubicBezTo>
                  <a:cubicBezTo>
                    <a:pt x="3206" y="22792"/>
                    <a:pt x="4357" y="19938"/>
                    <a:pt x="3600" y="17298"/>
                  </a:cubicBezTo>
                  <a:lnTo>
                    <a:pt x="32790" y="688"/>
                  </a:lnTo>
                  <a:close/>
                  <a:moveTo>
                    <a:pt x="32852" y="1"/>
                  </a:moveTo>
                  <a:cubicBezTo>
                    <a:pt x="32801" y="1"/>
                    <a:pt x="32749" y="14"/>
                    <a:pt x="32702" y="40"/>
                  </a:cubicBezTo>
                  <a:lnTo>
                    <a:pt x="3090" y="16893"/>
                  </a:lnTo>
                  <a:cubicBezTo>
                    <a:pt x="2965" y="16965"/>
                    <a:pt x="2906" y="17115"/>
                    <a:pt x="2952" y="17251"/>
                  </a:cubicBezTo>
                  <a:cubicBezTo>
                    <a:pt x="3761" y="19683"/>
                    <a:pt x="2729" y="22367"/>
                    <a:pt x="500" y="23635"/>
                  </a:cubicBezTo>
                  <a:cubicBezTo>
                    <a:pt x="436" y="23671"/>
                    <a:pt x="369" y="23704"/>
                    <a:pt x="304" y="23735"/>
                  </a:cubicBezTo>
                  <a:lnTo>
                    <a:pt x="214" y="23778"/>
                  </a:lnTo>
                  <a:cubicBezTo>
                    <a:pt x="59" y="23855"/>
                    <a:pt x="1" y="24048"/>
                    <a:pt x="87" y="24199"/>
                  </a:cubicBezTo>
                  <a:lnTo>
                    <a:pt x="41378" y="96758"/>
                  </a:lnTo>
                  <a:cubicBezTo>
                    <a:pt x="41434" y="96856"/>
                    <a:pt x="41537" y="96911"/>
                    <a:pt x="41642" y="96911"/>
                  </a:cubicBezTo>
                  <a:cubicBezTo>
                    <a:pt x="41698" y="96911"/>
                    <a:pt x="41756" y="96895"/>
                    <a:pt x="41806" y="96862"/>
                  </a:cubicBezTo>
                  <a:lnTo>
                    <a:pt x="41882" y="96812"/>
                  </a:lnTo>
                  <a:cubicBezTo>
                    <a:pt x="41944" y="96771"/>
                    <a:pt x="42008" y="96729"/>
                    <a:pt x="42073" y="96691"/>
                  </a:cubicBezTo>
                  <a:cubicBezTo>
                    <a:pt x="42913" y="96213"/>
                    <a:pt x="43829" y="95986"/>
                    <a:pt x="44733" y="95986"/>
                  </a:cubicBezTo>
                  <a:cubicBezTo>
                    <a:pt x="46611" y="95986"/>
                    <a:pt x="48438" y="96966"/>
                    <a:pt x="49431" y="98711"/>
                  </a:cubicBezTo>
                  <a:cubicBezTo>
                    <a:pt x="49485" y="98806"/>
                    <a:pt x="49585" y="98865"/>
                    <a:pt x="49694" y="98865"/>
                  </a:cubicBezTo>
                  <a:cubicBezTo>
                    <a:pt x="49746" y="98865"/>
                    <a:pt x="49798" y="98850"/>
                    <a:pt x="49844" y="98824"/>
                  </a:cubicBezTo>
                  <a:lnTo>
                    <a:pt x="79262" y="82082"/>
                  </a:lnTo>
                  <a:cubicBezTo>
                    <a:pt x="79408" y="82000"/>
                    <a:pt x="79459" y="81815"/>
                    <a:pt x="79377" y="81669"/>
                  </a:cubicBezTo>
                  <a:cubicBezTo>
                    <a:pt x="77905" y="79084"/>
                    <a:pt x="78812" y="75785"/>
                    <a:pt x="81397" y="74313"/>
                  </a:cubicBezTo>
                  <a:cubicBezTo>
                    <a:pt x="81543" y="74231"/>
                    <a:pt x="81593" y="74046"/>
                    <a:pt x="81511" y="73900"/>
                  </a:cubicBezTo>
                  <a:lnTo>
                    <a:pt x="40236" y="1371"/>
                  </a:lnTo>
                  <a:cubicBezTo>
                    <a:pt x="40180" y="1273"/>
                    <a:pt x="40077" y="1218"/>
                    <a:pt x="39972" y="1218"/>
                  </a:cubicBezTo>
                  <a:cubicBezTo>
                    <a:pt x="39921" y="1218"/>
                    <a:pt x="39870" y="1230"/>
                    <a:pt x="39823" y="1257"/>
                  </a:cubicBezTo>
                  <a:cubicBezTo>
                    <a:pt x="38989" y="1732"/>
                    <a:pt x="38071" y="1961"/>
                    <a:pt x="37160" y="1961"/>
                  </a:cubicBezTo>
                  <a:cubicBezTo>
                    <a:pt x="35635" y="1961"/>
                    <a:pt x="34130" y="1318"/>
                    <a:pt x="33081" y="106"/>
                  </a:cubicBezTo>
                  <a:cubicBezTo>
                    <a:pt x="33022" y="37"/>
                    <a:pt x="32938" y="1"/>
                    <a:pt x="328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7"/>
            <p:cNvSpPr/>
            <p:nvPr/>
          </p:nvSpPr>
          <p:spPr>
            <a:xfrm>
              <a:off x="1573275" y="3687225"/>
              <a:ext cx="670375" cy="773400"/>
            </a:xfrm>
            <a:custGeom>
              <a:rect b="b" l="l" r="r" t="t"/>
              <a:pathLst>
                <a:path extrusionOk="0" h="30936" w="26815">
                  <a:moveTo>
                    <a:pt x="6722" y="0"/>
                  </a:moveTo>
                  <a:cubicBezTo>
                    <a:pt x="6640" y="0"/>
                    <a:pt x="6559" y="32"/>
                    <a:pt x="6500" y="96"/>
                  </a:cubicBezTo>
                  <a:cubicBezTo>
                    <a:pt x="1010" y="5993"/>
                    <a:pt x="0" y="14664"/>
                    <a:pt x="3989" y="21673"/>
                  </a:cubicBezTo>
                  <a:cubicBezTo>
                    <a:pt x="7320" y="27526"/>
                    <a:pt x="13564" y="30936"/>
                    <a:pt x="20007" y="30936"/>
                  </a:cubicBezTo>
                  <a:cubicBezTo>
                    <a:pt x="20011" y="30936"/>
                    <a:pt x="20014" y="30936"/>
                    <a:pt x="20018" y="30936"/>
                  </a:cubicBezTo>
                  <a:cubicBezTo>
                    <a:pt x="22263" y="30936"/>
                    <a:pt x="24489" y="30518"/>
                    <a:pt x="26582" y="29702"/>
                  </a:cubicBezTo>
                  <a:cubicBezTo>
                    <a:pt x="26737" y="29641"/>
                    <a:pt x="26814" y="29465"/>
                    <a:pt x="26754" y="29310"/>
                  </a:cubicBezTo>
                  <a:cubicBezTo>
                    <a:pt x="26707" y="29190"/>
                    <a:pt x="26592" y="29117"/>
                    <a:pt x="26471" y="29117"/>
                  </a:cubicBezTo>
                  <a:cubicBezTo>
                    <a:pt x="26435" y="29117"/>
                    <a:pt x="26398" y="29123"/>
                    <a:pt x="26362" y="29137"/>
                  </a:cubicBezTo>
                  <a:cubicBezTo>
                    <a:pt x="24290" y="29945"/>
                    <a:pt x="22137" y="30331"/>
                    <a:pt x="20006" y="30331"/>
                  </a:cubicBezTo>
                  <a:cubicBezTo>
                    <a:pt x="13774" y="30331"/>
                    <a:pt x="7739" y="27034"/>
                    <a:pt x="4517" y="21373"/>
                  </a:cubicBezTo>
                  <a:cubicBezTo>
                    <a:pt x="658" y="14595"/>
                    <a:pt x="1635" y="6212"/>
                    <a:pt x="6943" y="509"/>
                  </a:cubicBezTo>
                  <a:cubicBezTo>
                    <a:pt x="7057" y="387"/>
                    <a:pt x="7051" y="195"/>
                    <a:pt x="6929" y="81"/>
                  </a:cubicBezTo>
                  <a:cubicBezTo>
                    <a:pt x="6870" y="27"/>
                    <a:pt x="6796" y="0"/>
                    <a:pt x="67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7"/>
            <p:cNvSpPr/>
            <p:nvPr/>
          </p:nvSpPr>
          <p:spPr>
            <a:xfrm>
              <a:off x="1822800" y="3546450"/>
              <a:ext cx="203850" cy="81700"/>
            </a:xfrm>
            <a:custGeom>
              <a:rect b="b" l="l" r="r" t="t"/>
              <a:pathLst>
                <a:path extrusionOk="0" h="3268" w="8154">
                  <a:moveTo>
                    <a:pt x="7843" y="0"/>
                  </a:moveTo>
                  <a:cubicBezTo>
                    <a:pt x="7828" y="0"/>
                    <a:pt x="7813" y="1"/>
                    <a:pt x="7798" y="4"/>
                  </a:cubicBezTo>
                  <a:cubicBezTo>
                    <a:pt x="5360" y="290"/>
                    <a:pt x="3032" y="1057"/>
                    <a:pt x="879" y="2283"/>
                  </a:cubicBezTo>
                  <a:cubicBezTo>
                    <a:pt x="637" y="2420"/>
                    <a:pt x="400" y="2562"/>
                    <a:pt x="168" y="2709"/>
                  </a:cubicBezTo>
                  <a:cubicBezTo>
                    <a:pt x="53" y="2780"/>
                    <a:pt x="0" y="2920"/>
                    <a:pt x="38" y="3050"/>
                  </a:cubicBezTo>
                  <a:cubicBezTo>
                    <a:pt x="76" y="3179"/>
                    <a:pt x="195" y="3267"/>
                    <a:pt x="331" y="3267"/>
                  </a:cubicBezTo>
                  <a:cubicBezTo>
                    <a:pt x="387" y="3267"/>
                    <a:pt x="443" y="3252"/>
                    <a:pt x="491" y="3221"/>
                  </a:cubicBezTo>
                  <a:cubicBezTo>
                    <a:pt x="716" y="3079"/>
                    <a:pt x="944" y="2942"/>
                    <a:pt x="1177" y="2809"/>
                  </a:cubicBezTo>
                  <a:cubicBezTo>
                    <a:pt x="3261" y="1624"/>
                    <a:pt x="5511" y="882"/>
                    <a:pt x="7870" y="604"/>
                  </a:cubicBezTo>
                  <a:cubicBezTo>
                    <a:pt x="8035" y="585"/>
                    <a:pt x="8154" y="435"/>
                    <a:pt x="8134" y="268"/>
                  </a:cubicBezTo>
                  <a:cubicBezTo>
                    <a:pt x="8116" y="118"/>
                    <a:pt x="7990" y="0"/>
                    <a:pt x="784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7"/>
            <p:cNvSpPr/>
            <p:nvPr/>
          </p:nvSpPr>
          <p:spPr>
            <a:xfrm>
              <a:off x="2076450" y="3543575"/>
              <a:ext cx="496925" cy="788550"/>
            </a:xfrm>
            <a:custGeom>
              <a:rect b="b" l="l" r="r" t="t"/>
              <a:pathLst>
                <a:path extrusionOk="0" h="31542" w="19877">
                  <a:moveTo>
                    <a:pt x="314" y="0"/>
                  </a:moveTo>
                  <a:cubicBezTo>
                    <a:pt x="156" y="0"/>
                    <a:pt x="9" y="129"/>
                    <a:pt x="4" y="295"/>
                  </a:cubicBezTo>
                  <a:cubicBezTo>
                    <a:pt x="0" y="463"/>
                    <a:pt x="132" y="602"/>
                    <a:pt x="298" y="606"/>
                  </a:cubicBezTo>
                  <a:cubicBezTo>
                    <a:pt x="6554" y="786"/>
                    <a:pt x="12136" y="4135"/>
                    <a:pt x="15228" y="9568"/>
                  </a:cubicBezTo>
                  <a:cubicBezTo>
                    <a:pt x="19212" y="16573"/>
                    <a:pt x="17978" y="25395"/>
                    <a:pt x="12226" y="31022"/>
                  </a:cubicBezTo>
                  <a:cubicBezTo>
                    <a:pt x="12030" y="31212"/>
                    <a:pt x="12166" y="31541"/>
                    <a:pt x="12437" y="31541"/>
                  </a:cubicBezTo>
                  <a:cubicBezTo>
                    <a:pt x="12516" y="31541"/>
                    <a:pt x="12592" y="31510"/>
                    <a:pt x="12649" y="31456"/>
                  </a:cubicBezTo>
                  <a:cubicBezTo>
                    <a:pt x="18599" y="25636"/>
                    <a:pt x="19877" y="16512"/>
                    <a:pt x="15754" y="9269"/>
                  </a:cubicBezTo>
                  <a:cubicBezTo>
                    <a:pt x="12558" y="3651"/>
                    <a:pt x="6785" y="185"/>
                    <a:pt x="316" y="0"/>
                  </a:cubicBezTo>
                  <a:cubicBezTo>
                    <a:pt x="316" y="0"/>
                    <a:pt x="315" y="0"/>
                    <a:pt x="3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27"/>
            <p:cNvSpPr/>
            <p:nvPr/>
          </p:nvSpPr>
          <p:spPr>
            <a:xfrm>
              <a:off x="1658350" y="3588850"/>
              <a:ext cx="826600" cy="826625"/>
            </a:xfrm>
            <a:custGeom>
              <a:rect b="b" l="l" r="r" t="t"/>
              <a:pathLst>
                <a:path extrusionOk="0" h="33065" w="33064">
                  <a:moveTo>
                    <a:pt x="16533" y="1"/>
                  </a:moveTo>
                  <a:cubicBezTo>
                    <a:pt x="12148" y="1"/>
                    <a:pt x="7943" y="1742"/>
                    <a:pt x="4842" y="4843"/>
                  </a:cubicBezTo>
                  <a:cubicBezTo>
                    <a:pt x="1741" y="7943"/>
                    <a:pt x="0" y="12149"/>
                    <a:pt x="0" y="16533"/>
                  </a:cubicBezTo>
                  <a:cubicBezTo>
                    <a:pt x="0" y="20917"/>
                    <a:pt x="1741" y="25122"/>
                    <a:pt x="4842" y="28222"/>
                  </a:cubicBezTo>
                  <a:cubicBezTo>
                    <a:pt x="7943" y="31323"/>
                    <a:pt x="12148" y="33064"/>
                    <a:pt x="16533" y="33064"/>
                  </a:cubicBezTo>
                  <a:cubicBezTo>
                    <a:pt x="20917" y="33064"/>
                    <a:pt x="25121" y="31323"/>
                    <a:pt x="28222" y="28222"/>
                  </a:cubicBezTo>
                  <a:cubicBezTo>
                    <a:pt x="31323" y="25122"/>
                    <a:pt x="33064" y="20917"/>
                    <a:pt x="33064" y="16533"/>
                  </a:cubicBezTo>
                  <a:cubicBezTo>
                    <a:pt x="33064" y="12149"/>
                    <a:pt x="31323" y="7943"/>
                    <a:pt x="28222" y="4843"/>
                  </a:cubicBezTo>
                  <a:cubicBezTo>
                    <a:pt x="25121" y="1742"/>
                    <a:pt x="20917" y="1"/>
                    <a:pt x="16533" y="1"/>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7"/>
            <p:cNvSpPr/>
            <p:nvPr/>
          </p:nvSpPr>
          <p:spPr>
            <a:xfrm>
              <a:off x="1763050" y="3768275"/>
              <a:ext cx="595550" cy="447975"/>
            </a:xfrm>
            <a:custGeom>
              <a:rect b="b" l="l" r="r" t="t"/>
              <a:pathLst>
                <a:path extrusionOk="0" h="17919" w="23822">
                  <a:moveTo>
                    <a:pt x="13646" y="0"/>
                  </a:moveTo>
                  <a:cubicBezTo>
                    <a:pt x="12892" y="0"/>
                    <a:pt x="12146" y="210"/>
                    <a:pt x="11407" y="631"/>
                  </a:cubicBezTo>
                  <a:cubicBezTo>
                    <a:pt x="10809" y="972"/>
                    <a:pt x="10333" y="1346"/>
                    <a:pt x="9977" y="1752"/>
                  </a:cubicBezTo>
                  <a:cubicBezTo>
                    <a:pt x="9622" y="2160"/>
                    <a:pt x="9362" y="2574"/>
                    <a:pt x="9200" y="2996"/>
                  </a:cubicBezTo>
                  <a:cubicBezTo>
                    <a:pt x="9038" y="3418"/>
                    <a:pt x="8965" y="3940"/>
                    <a:pt x="8983" y="4564"/>
                  </a:cubicBezTo>
                  <a:cubicBezTo>
                    <a:pt x="8999" y="5160"/>
                    <a:pt x="9059" y="5754"/>
                    <a:pt x="9164" y="6342"/>
                  </a:cubicBezTo>
                  <a:cubicBezTo>
                    <a:pt x="9266" y="6903"/>
                    <a:pt x="9429" y="7636"/>
                    <a:pt x="9653" y="8538"/>
                  </a:cubicBezTo>
                  <a:lnTo>
                    <a:pt x="10274" y="10916"/>
                  </a:lnTo>
                  <a:cubicBezTo>
                    <a:pt x="10456" y="11564"/>
                    <a:pt x="10515" y="12111"/>
                    <a:pt x="10446" y="12559"/>
                  </a:cubicBezTo>
                  <a:cubicBezTo>
                    <a:pt x="10377" y="13007"/>
                    <a:pt x="10214" y="13303"/>
                    <a:pt x="9955" y="13452"/>
                  </a:cubicBezTo>
                  <a:cubicBezTo>
                    <a:pt x="9730" y="13579"/>
                    <a:pt x="9504" y="13643"/>
                    <a:pt x="9278" y="13643"/>
                  </a:cubicBezTo>
                  <a:cubicBezTo>
                    <a:pt x="9172" y="13643"/>
                    <a:pt x="9067" y="13629"/>
                    <a:pt x="8961" y="13602"/>
                  </a:cubicBezTo>
                  <a:cubicBezTo>
                    <a:pt x="8628" y="13514"/>
                    <a:pt x="8334" y="13339"/>
                    <a:pt x="8078" y="13074"/>
                  </a:cubicBezTo>
                  <a:cubicBezTo>
                    <a:pt x="7807" y="12793"/>
                    <a:pt x="7560" y="12491"/>
                    <a:pt x="7336" y="12170"/>
                  </a:cubicBezTo>
                  <a:cubicBezTo>
                    <a:pt x="7096" y="11832"/>
                    <a:pt x="6909" y="11497"/>
                    <a:pt x="6773" y="11165"/>
                  </a:cubicBezTo>
                  <a:cubicBezTo>
                    <a:pt x="6542" y="10716"/>
                    <a:pt x="6359" y="10242"/>
                    <a:pt x="6228" y="9753"/>
                  </a:cubicBezTo>
                  <a:cubicBezTo>
                    <a:pt x="6099" y="9273"/>
                    <a:pt x="6023" y="8890"/>
                    <a:pt x="6000" y="8606"/>
                  </a:cubicBezTo>
                  <a:cubicBezTo>
                    <a:pt x="5976" y="8322"/>
                    <a:pt x="5961" y="7982"/>
                    <a:pt x="5953" y="7584"/>
                  </a:cubicBezTo>
                  <a:cubicBezTo>
                    <a:pt x="5944" y="7187"/>
                    <a:pt x="5935" y="6944"/>
                    <a:pt x="5926" y="6857"/>
                  </a:cubicBezTo>
                  <a:cubicBezTo>
                    <a:pt x="5896" y="6387"/>
                    <a:pt x="5776" y="6003"/>
                    <a:pt x="5568" y="5706"/>
                  </a:cubicBezTo>
                  <a:cubicBezTo>
                    <a:pt x="5358" y="5409"/>
                    <a:pt x="5086" y="5220"/>
                    <a:pt x="4751" y="5141"/>
                  </a:cubicBezTo>
                  <a:cubicBezTo>
                    <a:pt x="4574" y="5098"/>
                    <a:pt x="4393" y="5076"/>
                    <a:pt x="4212" y="5076"/>
                  </a:cubicBezTo>
                  <a:cubicBezTo>
                    <a:pt x="4060" y="5076"/>
                    <a:pt x="3909" y="5091"/>
                    <a:pt x="3760" y="5121"/>
                  </a:cubicBezTo>
                  <a:cubicBezTo>
                    <a:pt x="3434" y="5188"/>
                    <a:pt x="3148" y="5350"/>
                    <a:pt x="2901" y="5611"/>
                  </a:cubicBezTo>
                  <a:cubicBezTo>
                    <a:pt x="2652" y="5870"/>
                    <a:pt x="2505" y="6192"/>
                    <a:pt x="2459" y="6575"/>
                  </a:cubicBezTo>
                  <a:cubicBezTo>
                    <a:pt x="2271" y="8615"/>
                    <a:pt x="2642" y="10640"/>
                    <a:pt x="3571" y="12650"/>
                  </a:cubicBezTo>
                  <a:lnTo>
                    <a:pt x="3571" y="12650"/>
                  </a:lnTo>
                  <a:lnTo>
                    <a:pt x="663" y="14306"/>
                  </a:lnTo>
                  <a:cubicBezTo>
                    <a:pt x="214" y="14561"/>
                    <a:pt x="0" y="14910"/>
                    <a:pt x="22" y="15353"/>
                  </a:cubicBezTo>
                  <a:cubicBezTo>
                    <a:pt x="43" y="15796"/>
                    <a:pt x="245" y="16140"/>
                    <a:pt x="629" y="16383"/>
                  </a:cubicBezTo>
                  <a:cubicBezTo>
                    <a:pt x="821" y="16505"/>
                    <a:pt x="1018" y="16566"/>
                    <a:pt x="1220" y="16566"/>
                  </a:cubicBezTo>
                  <a:cubicBezTo>
                    <a:pt x="1423" y="16566"/>
                    <a:pt x="1631" y="16505"/>
                    <a:pt x="1846" y="16383"/>
                  </a:cubicBezTo>
                  <a:lnTo>
                    <a:pt x="4742" y="14735"/>
                  </a:lnTo>
                  <a:lnTo>
                    <a:pt x="4742" y="14735"/>
                  </a:lnTo>
                  <a:cubicBezTo>
                    <a:pt x="5205" y="15405"/>
                    <a:pt x="5713" y="15981"/>
                    <a:pt x="6266" y="16461"/>
                  </a:cubicBezTo>
                  <a:cubicBezTo>
                    <a:pt x="7181" y="17260"/>
                    <a:pt x="8196" y="17732"/>
                    <a:pt x="9308" y="17878"/>
                  </a:cubicBezTo>
                  <a:cubicBezTo>
                    <a:pt x="9511" y="17905"/>
                    <a:pt x="9715" y="17918"/>
                    <a:pt x="9918" y="17918"/>
                  </a:cubicBezTo>
                  <a:cubicBezTo>
                    <a:pt x="10823" y="17918"/>
                    <a:pt x="11723" y="17653"/>
                    <a:pt x="12618" y="17122"/>
                  </a:cubicBezTo>
                  <a:cubicBezTo>
                    <a:pt x="13300" y="16721"/>
                    <a:pt x="13828" y="16262"/>
                    <a:pt x="14200" y="15747"/>
                  </a:cubicBezTo>
                  <a:cubicBezTo>
                    <a:pt x="14573" y="15231"/>
                    <a:pt x="14803" y="14645"/>
                    <a:pt x="14892" y="13988"/>
                  </a:cubicBezTo>
                  <a:cubicBezTo>
                    <a:pt x="14979" y="13316"/>
                    <a:pt x="14975" y="12637"/>
                    <a:pt x="14879" y="11967"/>
                  </a:cubicBezTo>
                  <a:cubicBezTo>
                    <a:pt x="14782" y="11276"/>
                    <a:pt x="14607" y="10450"/>
                    <a:pt x="14349" y="9488"/>
                  </a:cubicBezTo>
                  <a:lnTo>
                    <a:pt x="13692" y="7150"/>
                  </a:lnTo>
                  <a:cubicBezTo>
                    <a:pt x="13485" y="6463"/>
                    <a:pt x="13406" y="5930"/>
                    <a:pt x="13455" y="5552"/>
                  </a:cubicBezTo>
                  <a:cubicBezTo>
                    <a:pt x="13505" y="5175"/>
                    <a:pt x="13708" y="4884"/>
                    <a:pt x="14068" y="4680"/>
                  </a:cubicBezTo>
                  <a:cubicBezTo>
                    <a:pt x="14195" y="4607"/>
                    <a:pt x="14330" y="4570"/>
                    <a:pt x="14470" y="4570"/>
                  </a:cubicBezTo>
                  <a:cubicBezTo>
                    <a:pt x="14658" y="4570"/>
                    <a:pt x="14857" y="4635"/>
                    <a:pt x="15066" y="4764"/>
                  </a:cubicBezTo>
                  <a:cubicBezTo>
                    <a:pt x="15432" y="4992"/>
                    <a:pt x="15738" y="5302"/>
                    <a:pt x="15983" y="5698"/>
                  </a:cubicBezTo>
                  <a:cubicBezTo>
                    <a:pt x="16227" y="6093"/>
                    <a:pt x="16442" y="6476"/>
                    <a:pt x="16626" y="6845"/>
                  </a:cubicBezTo>
                  <a:cubicBezTo>
                    <a:pt x="17101" y="7949"/>
                    <a:pt x="17440" y="9105"/>
                    <a:pt x="17636" y="10290"/>
                  </a:cubicBezTo>
                  <a:cubicBezTo>
                    <a:pt x="17727" y="10752"/>
                    <a:pt x="17896" y="11121"/>
                    <a:pt x="18145" y="11394"/>
                  </a:cubicBezTo>
                  <a:cubicBezTo>
                    <a:pt x="18394" y="11668"/>
                    <a:pt x="18689" y="11810"/>
                    <a:pt x="19030" y="11820"/>
                  </a:cubicBezTo>
                  <a:cubicBezTo>
                    <a:pt x="19057" y="11821"/>
                    <a:pt x="19083" y="11822"/>
                    <a:pt x="19109" y="11822"/>
                  </a:cubicBezTo>
                  <a:cubicBezTo>
                    <a:pt x="19415" y="11822"/>
                    <a:pt x="19716" y="11759"/>
                    <a:pt x="19995" y="11638"/>
                  </a:cubicBezTo>
                  <a:cubicBezTo>
                    <a:pt x="20296" y="11506"/>
                    <a:pt x="20548" y="11268"/>
                    <a:pt x="20747" y="10923"/>
                  </a:cubicBezTo>
                  <a:cubicBezTo>
                    <a:pt x="20947" y="10578"/>
                    <a:pt x="21027" y="10186"/>
                    <a:pt x="20988" y="9747"/>
                  </a:cubicBezTo>
                  <a:cubicBezTo>
                    <a:pt x="20942" y="9179"/>
                    <a:pt x="20893" y="8719"/>
                    <a:pt x="20837" y="8368"/>
                  </a:cubicBezTo>
                  <a:cubicBezTo>
                    <a:pt x="20782" y="8016"/>
                    <a:pt x="20662" y="7533"/>
                    <a:pt x="20477" y="6920"/>
                  </a:cubicBezTo>
                  <a:cubicBezTo>
                    <a:pt x="20346" y="6488"/>
                    <a:pt x="20189" y="6064"/>
                    <a:pt x="20008" y="5652"/>
                  </a:cubicBezTo>
                  <a:lnTo>
                    <a:pt x="20008" y="5652"/>
                  </a:lnTo>
                  <a:lnTo>
                    <a:pt x="23176" y="3850"/>
                  </a:lnTo>
                  <a:cubicBezTo>
                    <a:pt x="23495" y="3668"/>
                    <a:pt x="23687" y="3417"/>
                    <a:pt x="23755" y="3095"/>
                  </a:cubicBezTo>
                  <a:cubicBezTo>
                    <a:pt x="23822" y="2773"/>
                    <a:pt x="23784" y="2480"/>
                    <a:pt x="23642" y="2219"/>
                  </a:cubicBezTo>
                  <a:cubicBezTo>
                    <a:pt x="23500" y="1957"/>
                    <a:pt x="23276" y="1771"/>
                    <a:pt x="22969" y="1661"/>
                  </a:cubicBezTo>
                  <a:cubicBezTo>
                    <a:pt x="22858" y="1622"/>
                    <a:pt x="22746" y="1602"/>
                    <a:pt x="22631" y="1602"/>
                  </a:cubicBezTo>
                  <a:cubicBezTo>
                    <a:pt x="22428" y="1602"/>
                    <a:pt x="22218" y="1664"/>
                    <a:pt x="22001" y="1787"/>
                  </a:cubicBezTo>
                  <a:lnTo>
                    <a:pt x="18886" y="3560"/>
                  </a:lnTo>
                  <a:lnTo>
                    <a:pt x="18886" y="3560"/>
                  </a:lnTo>
                  <a:cubicBezTo>
                    <a:pt x="18002" y="2183"/>
                    <a:pt x="16993" y="1194"/>
                    <a:pt x="15858" y="592"/>
                  </a:cubicBezTo>
                  <a:cubicBezTo>
                    <a:pt x="15114" y="198"/>
                    <a:pt x="14376" y="0"/>
                    <a:pt x="1364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7"/>
            <p:cNvSpPr/>
            <p:nvPr/>
          </p:nvSpPr>
          <p:spPr>
            <a:xfrm>
              <a:off x="1755550" y="3760675"/>
              <a:ext cx="610825" cy="463100"/>
            </a:xfrm>
            <a:custGeom>
              <a:rect b="b" l="l" r="r" t="t"/>
              <a:pathLst>
                <a:path extrusionOk="0" h="18524" w="24433">
                  <a:moveTo>
                    <a:pt x="22931" y="2210"/>
                  </a:moveTo>
                  <a:cubicBezTo>
                    <a:pt x="23012" y="2210"/>
                    <a:pt x="23090" y="2223"/>
                    <a:pt x="23167" y="2250"/>
                  </a:cubicBezTo>
                  <a:cubicBezTo>
                    <a:pt x="23403" y="2335"/>
                    <a:pt x="23569" y="2472"/>
                    <a:pt x="23676" y="2667"/>
                  </a:cubicBezTo>
                  <a:cubicBezTo>
                    <a:pt x="23783" y="2866"/>
                    <a:pt x="23810" y="3085"/>
                    <a:pt x="23758" y="3336"/>
                  </a:cubicBezTo>
                  <a:cubicBezTo>
                    <a:pt x="23709" y="3572"/>
                    <a:pt x="23567" y="3753"/>
                    <a:pt x="23326" y="3891"/>
                  </a:cubicBezTo>
                  <a:lnTo>
                    <a:pt x="20445" y="5529"/>
                  </a:lnTo>
                  <a:cubicBezTo>
                    <a:pt x="20398" y="5429"/>
                    <a:pt x="20349" y="5330"/>
                    <a:pt x="20299" y="5231"/>
                  </a:cubicBezTo>
                  <a:cubicBezTo>
                    <a:pt x="20079" y="4783"/>
                    <a:pt x="19850" y="4363"/>
                    <a:pt x="19610" y="3971"/>
                  </a:cubicBezTo>
                  <a:lnTo>
                    <a:pt x="22451" y="2355"/>
                  </a:lnTo>
                  <a:cubicBezTo>
                    <a:pt x="22621" y="2258"/>
                    <a:pt x="22780" y="2210"/>
                    <a:pt x="22931" y="2210"/>
                  </a:cubicBezTo>
                  <a:close/>
                  <a:moveTo>
                    <a:pt x="19083" y="4270"/>
                  </a:moveTo>
                  <a:cubicBezTo>
                    <a:pt x="19317" y="4652"/>
                    <a:pt x="19541" y="5062"/>
                    <a:pt x="19756" y="5501"/>
                  </a:cubicBezTo>
                  <a:cubicBezTo>
                    <a:pt x="19812" y="5610"/>
                    <a:pt x="19866" y="5720"/>
                    <a:pt x="19918" y="5830"/>
                  </a:cubicBezTo>
                  <a:lnTo>
                    <a:pt x="19820" y="5885"/>
                  </a:lnTo>
                  <a:lnTo>
                    <a:pt x="18946" y="4348"/>
                  </a:lnTo>
                  <a:lnTo>
                    <a:pt x="19083" y="4270"/>
                  </a:lnTo>
                  <a:close/>
                  <a:moveTo>
                    <a:pt x="4587" y="12895"/>
                  </a:moveTo>
                  <a:lnTo>
                    <a:pt x="5470" y="14447"/>
                  </a:lnTo>
                  <a:lnTo>
                    <a:pt x="5137" y="14638"/>
                  </a:lnTo>
                  <a:cubicBezTo>
                    <a:pt x="4887" y="14253"/>
                    <a:pt x="4658" y="13856"/>
                    <a:pt x="4451" y="13449"/>
                  </a:cubicBezTo>
                  <a:cubicBezTo>
                    <a:pt x="4387" y="13326"/>
                    <a:pt x="4324" y="13202"/>
                    <a:pt x="4266" y="13080"/>
                  </a:cubicBezTo>
                  <a:lnTo>
                    <a:pt x="4587" y="12895"/>
                  </a:lnTo>
                  <a:close/>
                  <a:moveTo>
                    <a:pt x="3737" y="13380"/>
                  </a:moveTo>
                  <a:cubicBezTo>
                    <a:pt x="3794" y="13495"/>
                    <a:pt x="3853" y="13610"/>
                    <a:pt x="3913" y="13726"/>
                  </a:cubicBezTo>
                  <a:cubicBezTo>
                    <a:pt x="4124" y="14141"/>
                    <a:pt x="4356" y="14546"/>
                    <a:pt x="4610" y="14937"/>
                  </a:cubicBezTo>
                  <a:lnTo>
                    <a:pt x="1996" y="16424"/>
                  </a:lnTo>
                  <a:cubicBezTo>
                    <a:pt x="1828" y="16520"/>
                    <a:pt x="1672" y="16568"/>
                    <a:pt x="1521" y="16568"/>
                  </a:cubicBezTo>
                  <a:cubicBezTo>
                    <a:pt x="1375" y="16568"/>
                    <a:pt x="1233" y="16523"/>
                    <a:pt x="1092" y="16432"/>
                  </a:cubicBezTo>
                  <a:cubicBezTo>
                    <a:pt x="790" y="16241"/>
                    <a:pt x="642" y="15989"/>
                    <a:pt x="625" y="15643"/>
                  </a:cubicBezTo>
                  <a:cubicBezTo>
                    <a:pt x="616" y="15437"/>
                    <a:pt x="655" y="15134"/>
                    <a:pt x="1113" y="14873"/>
                  </a:cubicBezTo>
                  <a:lnTo>
                    <a:pt x="3737" y="13380"/>
                  </a:lnTo>
                  <a:close/>
                  <a:moveTo>
                    <a:pt x="13948" y="604"/>
                  </a:moveTo>
                  <a:cubicBezTo>
                    <a:pt x="14628" y="604"/>
                    <a:pt x="15315" y="791"/>
                    <a:pt x="16017" y="1164"/>
                  </a:cubicBezTo>
                  <a:cubicBezTo>
                    <a:pt x="17025" y="1699"/>
                    <a:pt x="17941" y="2569"/>
                    <a:pt x="18755" y="3761"/>
                  </a:cubicBezTo>
                  <a:lnTo>
                    <a:pt x="18121" y="4123"/>
                  </a:lnTo>
                  <a:lnTo>
                    <a:pt x="19594" y="6711"/>
                  </a:lnTo>
                  <a:lnTo>
                    <a:pt x="20163" y="6388"/>
                  </a:lnTo>
                  <a:cubicBezTo>
                    <a:pt x="20288" y="6698"/>
                    <a:pt x="20397" y="7005"/>
                    <a:pt x="20488" y="7310"/>
                  </a:cubicBezTo>
                  <a:cubicBezTo>
                    <a:pt x="20668" y="7906"/>
                    <a:pt x="20785" y="8380"/>
                    <a:pt x="20839" y="8717"/>
                  </a:cubicBezTo>
                  <a:cubicBezTo>
                    <a:pt x="20892" y="9064"/>
                    <a:pt x="20943" y="9520"/>
                    <a:pt x="20987" y="10076"/>
                  </a:cubicBezTo>
                  <a:cubicBezTo>
                    <a:pt x="21021" y="10455"/>
                    <a:pt x="20953" y="10784"/>
                    <a:pt x="20785" y="11073"/>
                  </a:cubicBezTo>
                  <a:cubicBezTo>
                    <a:pt x="20617" y="11364"/>
                    <a:pt x="20418" y="11556"/>
                    <a:pt x="20176" y="11663"/>
                  </a:cubicBezTo>
                  <a:cubicBezTo>
                    <a:pt x="19934" y="11768"/>
                    <a:pt x="19674" y="11822"/>
                    <a:pt x="19411" y="11822"/>
                  </a:cubicBezTo>
                  <a:cubicBezTo>
                    <a:pt x="19388" y="11822"/>
                    <a:pt x="19364" y="11822"/>
                    <a:pt x="19341" y="11821"/>
                  </a:cubicBezTo>
                  <a:cubicBezTo>
                    <a:pt x="19082" y="11813"/>
                    <a:pt x="18863" y="11706"/>
                    <a:pt x="18670" y="11493"/>
                  </a:cubicBezTo>
                  <a:cubicBezTo>
                    <a:pt x="18461" y="11262"/>
                    <a:pt x="18313" y="10939"/>
                    <a:pt x="18235" y="10543"/>
                  </a:cubicBezTo>
                  <a:cubicBezTo>
                    <a:pt x="18033" y="9328"/>
                    <a:pt x="17684" y="8143"/>
                    <a:pt x="17197" y="7013"/>
                  </a:cubicBezTo>
                  <a:cubicBezTo>
                    <a:pt x="17010" y="6636"/>
                    <a:pt x="16788" y="6242"/>
                    <a:pt x="16541" y="5841"/>
                  </a:cubicBezTo>
                  <a:cubicBezTo>
                    <a:pt x="16271" y="5407"/>
                    <a:pt x="15930" y="5061"/>
                    <a:pt x="15525" y="4811"/>
                  </a:cubicBezTo>
                  <a:cubicBezTo>
                    <a:pt x="15241" y="4634"/>
                    <a:pt x="14987" y="4571"/>
                    <a:pt x="14770" y="4571"/>
                  </a:cubicBezTo>
                  <a:cubicBezTo>
                    <a:pt x="14545" y="4571"/>
                    <a:pt x="14358" y="4639"/>
                    <a:pt x="14218" y="4719"/>
                  </a:cubicBezTo>
                  <a:cubicBezTo>
                    <a:pt x="13774" y="4972"/>
                    <a:pt x="13517" y="5341"/>
                    <a:pt x="13456" y="5816"/>
                  </a:cubicBezTo>
                  <a:cubicBezTo>
                    <a:pt x="13400" y="6240"/>
                    <a:pt x="13481" y="6804"/>
                    <a:pt x="13699" y="7535"/>
                  </a:cubicBezTo>
                  <a:lnTo>
                    <a:pt x="14356" y="9869"/>
                  </a:lnTo>
                  <a:cubicBezTo>
                    <a:pt x="14610" y="10815"/>
                    <a:pt x="14786" y="11637"/>
                    <a:pt x="14879" y="12312"/>
                  </a:cubicBezTo>
                  <a:cubicBezTo>
                    <a:pt x="14970" y="12954"/>
                    <a:pt x="14974" y="13606"/>
                    <a:pt x="14891" y="14251"/>
                  </a:cubicBezTo>
                  <a:cubicBezTo>
                    <a:pt x="14810" y="14854"/>
                    <a:pt x="14597" y="15401"/>
                    <a:pt x="14254" y="15872"/>
                  </a:cubicBezTo>
                  <a:cubicBezTo>
                    <a:pt x="13908" y="16351"/>
                    <a:pt x="13406" y="16786"/>
                    <a:pt x="12763" y="17165"/>
                  </a:cubicBezTo>
                  <a:cubicBezTo>
                    <a:pt x="11919" y="17666"/>
                    <a:pt x="11062" y="17919"/>
                    <a:pt x="10210" y="17919"/>
                  </a:cubicBezTo>
                  <a:cubicBezTo>
                    <a:pt x="10022" y="17919"/>
                    <a:pt x="9834" y="17906"/>
                    <a:pt x="9647" y="17882"/>
                  </a:cubicBezTo>
                  <a:cubicBezTo>
                    <a:pt x="8600" y="17745"/>
                    <a:pt x="7630" y="17293"/>
                    <a:pt x="6764" y="16538"/>
                  </a:cubicBezTo>
                  <a:cubicBezTo>
                    <a:pt x="6308" y="16140"/>
                    <a:pt x="5882" y="15673"/>
                    <a:pt x="5485" y="15136"/>
                  </a:cubicBezTo>
                  <a:lnTo>
                    <a:pt x="6295" y="14674"/>
                  </a:lnTo>
                  <a:lnTo>
                    <a:pt x="4813" y="12069"/>
                  </a:lnTo>
                  <a:lnTo>
                    <a:pt x="4009" y="12525"/>
                  </a:lnTo>
                  <a:cubicBezTo>
                    <a:pt x="3207" y="10668"/>
                    <a:pt x="2887" y="8784"/>
                    <a:pt x="3059" y="6910"/>
                  </a:cubicBezTo>
                  <a:cubicBezTo>
                    <a:pt x="3098" y="6593"/>
                    <a:pt x="3215" y="6336"/>
                    <a:pt x="3418" y="6123"/>
                  </a:cubicBezTo>
                  <a:cubicBezTo>
                    <a:pt x="3624" y="5907"/>
                    <a:pt x="3853" y="5776"/>
                    <a:pt x="4119" y="5722"/>
                  </a:cubicBezTo>
                  <a:cubicBezTo>
                    <a:pt x="4249" y="5696"/>
                    <a:pt x="4380" y="5683"/>
                    <a:pt x="4512" y="5683"/>
                  </a:cubicBezTo>
                  <a:cubicBezTo>
                    <a:pt x="4669" y="5683"/>
                    <a:pt x="4826" y="5702"/>
                    <a:pt x="4979" y="5739"/>
                  </a:cubicBezTo>
                  <a:cubicBezTo>
                    <a:pt x="5242" y="5802"/>
                    <a:pt x="5451" y="5947"/>
                    <a:pt x="5618" y="6184"/>
                  </a:cubicBezTo>
                  <a:cubicBezTo>
                    <a:pt x="5792" y="6433"/>
                    <a:pt x="5895" y="6768"/>
                    <a:pt x="5922" y="7194"/>
                  </a:cubicBezTo>
                  <a:cubicBezTo>
                    <a:pt x="5931" y="7278"/>
                    <a:pt x="5941" y="7512"/>
                    <a:pt x="5948" y="7894"/>
                  </a:cubicBezTo>
                  <a:cubicBezTo>
                    <a:pt x="5957" y="8299"/>
                    <a:pt x="5974" y="8646"/>
                    <a:pt x="5997" y="8934"/>
                  </a:cubicBezTo>
                  <a:cubicBezTo>
                    <a:pt x="6023" y="9241"/>
                    <a:pt x="6099" y="9633"/>
                    <a:pt x="6234" y="10136"/>
                  </a:cubicBezTo>
                  <a:cubicBezTo>
                    <a:pt x="6369" y="10637"/>
                    <a:pt x="6555" y="11123"/>
                    <a:pt x="6792" y="11585"/>
                  </a:cubicBezTo>
                  <a:cubicBezTo>
                    <a:pt x="6937" y="11937"/>
                    <a:pt x="7137" y="12295"/>
                    <a:pt x="7387" y="12649"/>
                  </a:cubicBezTo>
                  <a:cubicBezTo>
                    <a:pt x="7620" y="12982"/>
                    <a:pt x="7878" y="13296"/>
                    <a:pt x="8160" y="13589"/>
                  </a:cubicBezTo>
                  <a:cubicBezTo>
                    <a:pt x="8454" y="13893"/>
                    <a:pt x="8798" y="14097"/>
                    <a:pt x="9183" y="14197"/>
                  </a:cubicBezTo>
                  <a:cubicBezTo>
                    <a:pt x="9316" y="14233"/>
                    <a:pt x="9449" y="14250"/>
                    <a:pt x="9581" y="14250"/>
                  </a:cubicBezTo>
                  <a:cubicBezTo>
                    <a:pt x="9859" y="14250"/>
                    <a:pt x="10134" y="14173"/>
                    <a:pt x="10405" y="14019"/>
                  </a:cubicBezTo>
                  <a:cubicBezTo>
                    <a:pt x="10747" y="13824"/>
                    <a:pt x="10962" y="13450"/>
                    <a:pt x="11045" y="12908"/>
                  </a:cubicBezTo>
                  <a:cubicBezTo>
                    <a:pt x="11121" y="12418"/>
                    <a:pt x="11060" y="11823"/>
                    <a:pt x="10867" y="11142"/>
                  </a:cubicBezTo>
                  <a:lnTo>
                    <a:pt x="10247" y="8770"/>
                  </a:lnTo>
                  <a:cubicBezTo>
                    <a:pt x="10026" y="7877"/>
                    <a:pt x="9863" y="7144"/>
                    <a:pt x="9763" y="6591"/>
                  </a:cubicBezTo>
                  <a:cubicBezTo>
                    <a:pt x="9661" y="6019"/>
                    <a:pt x="9602" y="5440"/>
                    <a:pt x="9587" y="4859"/>
                  </a:cubicBezTo>
                  <a:cubicBezTo>
                    <a:pt x="9570" y="4278"/>
                    <a:pt x="9636" y="3791"/>
                    <a:pt x="9784" y="3408"/>
                  </a:cubicBezTo>
                  <a:cubicBezTo>
                    <a:pt x="9932" y="3023"/>
                    <a:pt x="10174" y="2636"/>
                    <a:pt x="10505" y="2256"/>
                  </a:cubicBezTo>
                  <a:cubicBezTo>
                    <a:pt x="10837" y="1877"/>
                    <a:pt x="11293" y="1521"/>
                    <a:pt x="11858" y="1199"/>
                  </a:cubicBezTo>
                  <a:cubicBezTo>
                    <a:pt x="12554" y="803"/>
                    <a:pt x="13248" y="604"/>
                    <a:pt x="13948" y="604"/>
                  </a:cubicBezTo>
                  <a:close/>
                  <a:moveTo>
                    <a:pt x="13943" y="0"/>
                  </a:moveTo>
                  <a:cubicBezTo>
                    <a:pt x="13138" y="0"/>
                    <a:pt x="12340" y="224"/>
                    <a:pt x="11555" y="671"/>
                  </a:cubicBezTo>
                  <a:cubicBezTo>
                    <a:pt x="10930" y="1026"/>
                    <a:pt x="10423" y="1425"/>
                    <a:pt x="10047" y="1856"/>
                  </a:cubicBezTo>
                  <a:cubicBezTo>
                    <a:pt x="9669" y="2289"/>
                    <a:pt x="9389" y="2739"/>
                    <a:pt x="9216" y="3191"/>
                  </a:cubicBezTo>
                  <a:cubicBezTo>
                    <a:pt x="9040" y="3646"/>
                    <a:pt x="8960" y="4214"/>
                    <a:pt x="8979" y="4876"/>
                  </a:cubicBezTo>
                  <a:cubicBezTo>
                    <a:pt x="8996" y="5486"/>
                    <a:pt x="9057" y="6096"/>
                    <a:pt x="9164" y="6699"/>
                  </a:cubicBezTo>
                  <a:cubicBezTo>
                    <a:pt x="9267" y="7265"/>
                    <a:pt x="9433" y="8010"/>
                    <a:pt x="9657" y="8918"/>
                  </a:cubicBezTo>
                  <a:lnTo>
                    <a:pt x="10280" y="11302"/>
                  </a:lnTo>
                  <a:cubicBezTo>
                    <a:pt x="10450" y="11904"/>
                    <a:pt x="10506" y="12413"/>
                    <a:pt x="10445" y="12816"/>
                  </a:cubicBezTo>
                  <a:cubicBezTo>
                    <a:pt x="10392" y="13167"/>
                    <a:pt x="10276" y="13394"/>
                    <a:pt x="10104" y="13493"/>
                  </a:cubicBezTo>
                  <a:cubicBezTo>
                    <a:pt x="9924" y="13594"/>
                    <a:pt x="9750" y="13644"/>
                    <a:pt x="9576" y="13644"/>
                  </a:cubicBezTo>
                  <a:cubicBezTo>
                    <a:pt x="9496" y="13644"/>
                    <a:pt x="9417" y="13633"/>
                    <a:pt x="9337" y="13613"/>
                  </a:cubicBezTo>
                  <a:cubicBezTo>
                    <a:pt x="9056" y="13538"/>
                    <a:pt x="8812" y="13393"/>
                    <a:pt x="8593" y="13167"/>
                  </a:cubicBezTo>
                  <a:cubicBezTo>
                    <a:pt x="8334" y="12898"/>
                    <a:pt x="8096" y="12607"/>
                    <a:pt x="7882" y="12300"/>
                  </a:cubicBezTo>
                  <a:cubicBezTo>
                    <a:pt x="7666" y="11999"/>
                    <a:pt x="7485" y="11674"/>
                    <a:pt x="7342" y="11331"/>
                  </a:cubicBezTo>
                  <a:cubicBezTo>
                    <a:pt x="7120" y="10901"/>
                    <a:pt x="6945" y="10448"/>
                    <a:pt x="6818" y="9981"/>
                  </a:cubicBezTo>
                  <a:cubicBezTo>
                    <a:pt x="6696" y="9520"/>
                    <a:pt x="6622" y="9151"/>
                    <a:pt x="6601" y="8887"/>
                  </a:cubicBezTo>
                  <a:cubicBezTo>
                    <a:pt x="6577" y="8608"/>
                    <a:pt x="6563" y="8273"/>
                    <a:pt x="6554" y="7883"/>
                  </a:cubicBezTo>
                  <a:cubicBezTo>
                    <a:pt x="6545" y="7470"/>
                    <a:pt x="6534" y="7220"/>
                    <a:pt x="6527" y="7143"/>
                  </a:cubicBezTo>
                  <a:cubicBezTo>
                    <a:pt x="6491" y="6617"/>
                    <a:pt x="6353" y="6178"/>
                    <a:pt x="6112" y="5837"/>
                  </a:cubicBezTo>
                  <a:cubicBezTo>
                    <a:pt x="5862" y="5479"/>
                    <a:pt x="5526" y="5248"/>
                    <a:pt x="5120" y="5152"/>
                  </a:cubicBezTo>
                  <a:cubicBezTo>
                    <a:pt x="4919" y="5103"/>
                    <a:pt x="4713" y="5078"/>
                    <a:pt x="4507" y="5078"/>
                  </a:cubicBezTo>
                  <a:cubicBezTo>
                    <a:pt x="4336" y="5078"/>
                    <a:pt x="4166" y="5095"/>
                    <a:pt x="3999" y="5128"/>
                  </a:cubicBezTo>
                  <a:cubicBezTo>
                    <a:pt x="3613" y="5208"/>
                    <a:pt x="3271" y="5402"/>
                    <a:pt x="2980" y="5705"/>
                  </a:cubicBezTo>
                  <a:cubicBezTo>
                    <a:pt x="2687" y="6013"/>
                    <a:pt x="2510" y="6395"/>
                    <a:pt x="2457" y="6842"/>
                  </a:cubicBezTo>
                  <a:lnTo>
                    <a:pt x="2456" y="6851"/>
                  </a:lnTo>
                  <a:cubicBezTo>
                    <a:pt x="2273" y="8850"/>
                    <a:pt x="2617" y="10857"/>
                    <a:pt x="3482" y="12829"/>
                  </a:cubicBezTo>
                  <a:lnTo>
                    <a:pt x="813" y="14347"/>
                  </a:lnTo>
                  <a:cubicBezTo>
                    <a:pt x="123" y="14739"/>
                    <a:pt x="1" y="15285"/>
                    <a:pt x="19" y="15673"/>
                  </a:cubicBezTo>
                  <a:cubicBezTo>
                    <a:pt x="46" y="16217"/>
                    <a:pt x="296" y="16644"/>
                    <a:pt x="765" y="16944"/>
                  </a:cubicBezTo>
                  <a:cubicBezTo>
                    <a:pt x="1006" y="17097"/>
                    <a:pt x="1260" y="17173"/>
                    <a:pt x="1520" y="17173"/>
                  </a:cubicBezTo>
                  <a:cubicBezTo>
                    <a:pt x="1775" y="17173"/>
                    <a:pt x="2036" y="17100"/>
                    <a:pt x="2295" y="16952"/>
                  </a:cubicBezTo>
                  <a:lnTo>
                    <a:pt x="4955" y="15438"/>
                  </a:lnTo>
                  <a:cubicBezTo>
                    <a:pt x="5390" y="16034"/>
                    <a:pt x="5861" y="16554"/>
                    <a:pt x="6366" y="16995"/>
                  </a:cubicBezTo>
                  <a:cubicBezTo>
                    <a:pt x="7324" y="17828"/>
                    <a:pt x="8400" y="18329"/>
                    <a:pt x="9567" y="18482"/>
                  </a:cubicBezTo>
                  <a:cubicBezTo>
                    <a:pt x="9781" y="18509"/>
                    <a:pt x="9997" y="18524"/>
                    <a:pt x="10212" y="18524"/>
                  </a:cubicBezTo>
                  <a:cubicBezTo>
                    <a:pt x="11173" y="18524"/>
                    <a:pt x="12133" y="18244"/>
                    <a:pt x="13070" y="17686"/>
                  </a:cubicBezTo>
                  <a:cubicBezTo>
                    <a:pt x="13785" y="17266"/>
                    <a:pt x="14349" y="16775"/>
                    <a:pt x="14745" y="16228"/>
                  </a:cubicBezTo>
                  <a:cubicBezTo>
                    <a:pt x="15146" y="15673"/>
                    <a:pt x="15398" y="15036"/>
                    <a:pt x="15491" y="14332"/>
                  </a:cubicBezTo>
                  <a:cubicBezTo>
                    <a:pt x="15583" y="13632"/>
                    <a:pt x="15579" y="12925"/>
                    <a:pt x="15478" y="12227"/>
                  </a:cubicBezTo>
                  <a:cubicBezTo>
                    <a:pt x="15382" y="11529"/>
                    <a:pt x="15201" y="10683"/>
                    <a:pt x="14941" y="9708"/>
                  </a:cubicBezTo>
                  <a:lnTo>
                    <a:pt x="14282" y="7366"/>
                  </a:lnTo>
                  <a:cubicBezTo>
                    <a:pt x="14088" y="6722"/>
                    <a:pt x="14012" y="6227"/>
                    <a:pt x="14055" y="5894"/>
                  </a:cubicBezTo>
                  <a:cubicBezTo>
                    <a:pt x="14093" y="5610"/>
                    <a:pt x="14239" y="5403"/>
                    <a:pt x="14517" y="5246"/>
                  </a:cubicBezTo>
                  <a:cubicBezTo>
                    <a:pt x="14579" y="5211"/>
                    <a:pt x="14660" y="5176"/>
                    <a:pt x="14770" y="5176"/>
                  </a:cubicBezTo>
                  <a:cubicBezTo>
                    <a:pt x="14882" y="5176"/>
                    <a:pt x="15025" y="5213"/>
                    <a:pt x="15206" y="5325"/>
                  </a:cubicBezTo>
                  <a:cubicBezTo>
                    <a:pt x="15530" y="5527"/>
                    <a:pt x="15807" y="5807"/>
                    <a:pt x="16024" y="6160"/>
                  </a:cubicBezTo>
                  <a:cubicBezTo>
                    <a:pt x="16262" y="6545"/>
                    <a:pt x="16475" y="6923"/>
                    <a:pt x="16648" y="7268"/>
                  </a:cubicBezTo>
                  <a:cubicBezTo>
                    <a:pt x="17113" y="8351"/>
                    <a:pt x="17446" y="9487"/>
                    <a:pt x="17638" y="10650"/>
                  </a:cubicBezTo>
                  <a:cubicBezTo>
                    <a:pt x="17740" y="11166"/>
                    <a:pt x="17936" y="11586"/>
                    <a:pt x="18221" y="11900"/>
                  </a:cubicBezTo>
                  <a:cubicBezTo>
                    <a:pt x="18526" y="12236"/>
                    <a:pt x="18896" y="12413"/>
                    <a:pt x="19323" y="12426"/>
                  </a:cubicBezTo>
                  <a:cubicBezTo>
                    <a:pt x="19349" y="12427"/>
                    <a:pt x="19376" y="12428"/>
                    <a:pt x="19402" y="12428"/>
                  </a:cubicBezTo>
                  <a:cubicBezTo>
                    <a:pt x="19751" y="12428"/>
                    <a:pt x="20096" y="12356"/>
                    <a:pt x="20417" y="12218"/>
                  </a:cubicBezTo>
                  <a:cubicBezTo>
                    <a:pt x="20777" y="12060"/>
                    <a:pt x="21078" y="11776"/>
                    <a:pt x="21309" y="11378"/>
                  </a:cubicBezTo>
                  <a:cubicBezTo>
                    <a:pt x="21540" y="10979"/>
                    <a:pt x="21634" y="10524"/>
                    <a:pt x="21590" y="10025"/>
                  </a:cubicBezTo>
                  <a:cubicBezTo>
                    <a:pt x="21544" y="9457"/>
                    <a:pt x="21492" y="8984"/>
                    <a:pt x="21436" y="8624"/>
                  </a:cubicBezTo>
                  <a:cubicBezTo>
                    <a:pt x="21379" y="8259"/>
                    <a:pt x="21255" y="7758"/>
                    <a:pt x="21068" y="7136"/>
                  </a:cubicBezTo>
                  <a:cubicBezTo>
                    <a:pt x="20961" y="6780"/>
                    <a:pt x="20835" y="6429"/>
                    <a:pt x="20693" y="6086"/>
                  </a:cubicBezTo>
                  <a:lnTo>
                    <a:pt x="23625" y="4417"/>
                  </a:lnTo>
                  <a:cubicBezTo>
                    <a:pt x="24021" y="4191"/>
                    <a:pt x="24265" y="3869"/>
                    <a:pt x="24351" y="3460"/>
                  </a:cubicBezTo>
                  <a:cubicBezTo>
                    <a:pt x="24433" y="3068"/>
                    <a:pt x="24387" y="2706"/>
                    <a:pt x="24207" y="2378"/>
                  </a:cubicBezTo>
                  <a:cubicBezTo>
                    <a:pt x="24029" y="2048"/>
                    <a:pt x="23748" y="1815"/>
                    <a:pt x="23370" y="1680"/>
                  </a:cubicBezTo>
                  <a:cubicBezTo>
                    <a:pt x="23225" y="1627"/>
                    <a:pt x="23077" y="1601"/>
                    <a:pt x="22928" y="1601"/>
                  </a:cubicBezTo>
                  <a:cubicBezTo>
                    <a:pt x="22674" y="1601"/>
                    <a:pt x="22414" y="1677"/>
                    <a:pt x="22151" y="1827"/>
                  </a:cubicBezTo>
                  <a:lnTo>
                    <a:pt x="19280" y="3460"/>
                  </a:lnTo>
                  <a:cubicBezTo>
                    <a:pt x="18403" y="2163"/>
                    <a:pt x="17404" y="1215"/>
                    <a:pt x="16297" y="628"/>
                  </a:cubicBezTo>
                  <a:cubicBezTo>
                    <a:pt x="15509" y="210"/>
                    <a:pt x="14723" y="0"/>
                    <a:pt x="139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7"/>
            <p:cNvSpPr/>
            <p:nvPr/>
          </p:nvSpPr>
          <p:spPr>
            <a:xfrm>
              <a:off x="2115447" y="1643628"/>
              <a:ext cx="3558192" cy="2207409"/>
            </a:xfrm>
            <a:custGeom>
              <a:rect b="b" l="l" r="r" t="t"/>
              <a:pathLst>
                <a:path extrusionOk="0" h="92797" w="143331">
                  <a:moveTo>
                    <a:pt x="138140" y="1"/>
                  </a:moveTo>
                  <a:cubicBezTo>
                    <a:pt x="138136" y="1"/>
                    <a:pt x="138133" y="1"/>
                    <a:pt x="138130" y="1"/>
                  </a:cubicBezTo>
                  <a:lnTo>
                    <a:pt x="130" y="8281"/>
                  </a:lnTo>
                  <a:cubicBezTo>
                    <a:pt x="57" y="8285"/>
                    <a:pt x="1" y="8347"/>
                    <a:pt x="5" y="8422"/>
                  </a:cubicBezTo>
                  <a:lnTo>
                    <a:pt x="5060" y="92671"/>
                  </a:lnTo>
                  <a:cubicBezTo>
                    <a:pt x="5065" y="92743"/>
                    <a:pt x="5124" y="92796"/>
                    <a:pt x="5193" y="92796"/>
                  </a:cubicBezTo>
                  <a:cubicBezTo>
                    <a:pt x="5196" y="92796"/>
                    <a:pt x="5198" y="92796"/>
                    <a:pt x="5201" y="92796"/>
                  </a:cubicBezTo>
                  <a:lnTo>
                    <a:pt x="143201" y="84516"/>
                  </a:lnTo>
                  <a:cubicBezTo>
                    <a:pt x="143274" y="84511"/>
                    <a:pt x="143330" y="84448"/>
                    <a:pt x="143326" y="84375"/>
                  </a:cubicBezTo>
                  <a:lnTo>
                    <a:pt x="138271" y="125"/>
                  </a:lnTo>
                  <a:cubicBezTo>
                    <a:pt x="138266" y="55"/>
                    <a:pt x="138208" y="1"/>
                    <a:pt x="138140" y="1"/>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7"/>
            <p:cNvSpPr/>
            <p:nvPr/>
          </p:nvSpPr>
          <p:spPr>
            <a:xfrm>
              <a:off x="2089550" y="1554725"/>
              <a:ext cx="3594275" cy="2331250"/>
            </a:xfrm>
            <a:custGeom>
              <a:rect b="b" l="l" r="r" t="t"/>
              <a:pathLst>
                <a:path extrusionOk="0" h="93250" w="143771">
                  <a:moveTo>
                    <a:pt x="133562" y="607"/>
                  </a:moveTo>
                  <a:cubicBezTo>
                    <a:pt x="135995" y="609"/>
                    <a:pt x="138008" y="2500"/>
                    <a:pt x="138164" y="4929"/>
                  </a:cubicBezTo>
                  <a:lnTo>
                    <a:pt x="142981" y="79444"/>
                  </a:lnTo>
                  <a:cubicBezTo>
                    <a:pt x="143145" y="81986"/>
                    <a:pt x="141210" y="84187"/>
                    <a:pt x="138668" y="84352"/>
                  </a:cubicBezTo>
                  <a:lnTo>
                    <a:pt x="10515" y="92633"/>
                  </a:lnTo>
                  <a:cubicBezTo>
                    <a:pt x="10416" y="92639"/>
                    <a:pt x="10317" y="92642"/>
                    <a:pt x="10218" y="92642"/>
                  </a:cubicBezTo>
                  <a:cubicBezTo>
                    <a:pt x="9094" y="92642"/>
                    <a:pt x="8021" y="92242"/>
                    <a:pt x="7169" y="91494"/>
                  </a:cubicBezTo>
                  <a:cubicBezTo>
                    <a:pt x="6245" y="90688"/>
                    <a:pt x="5683" y="89545"/>
                    <a:pt x="5607" y="88321"/>
                  </a:cubicBezTo>
                  <a:lnTo>
                    <a:pt x="791" y="13807"/>
                  </a:lnTo>
                  <a:cubicBezTo>
                    <a:pt x="627" y="11266"/>
                    <a:pt x="2561" y="9064"/>
                    <a:pt x="5103" y="8900"/>
                  </a:cubicBezTo>
                  <a:lnTo>
                    <a:pt x="133257" y="616"/>
                  </a:lnTo>
                  <a:cubicBezTo>
                    <a:pt x="133359" y="609"/>
                    <a:pt x="133460" y="607"/>
                    <a:pt x="133562" y="607"/>
                  </a:cubicBezTo>
                  <a:close/>
                  <a:moveTo>
                    <a:pt x="133559" y="1"/>
                  </a:moveTo>
                  <a:cubicBezTo>
                    <a:pt x="133446" y="1"/>
                    <a:pt x="133332" y="4"/>
                    <a:pt x="133218" y="12"/>
                  </a:cubicBezTo>
                  <a:lnTo>
                    <a:pt x="5064" y="8294"/>
                  </a:lnTo>
                  <a:cubicBezTo>
                    <a:pt x="2189" y="8480"/>
                    <a:pt x="1" y="10972"/>
                    <a:pt x="187" y="13846"/>
                  </a:cubicBezTo>
                  <a:lnTo>
                    <a:pt x="5003" y="88360"/>
                  </a:lnTo>
                  <a:cubicBezTo>
                    <a:pt x="5181" y="91107"/>
                    <a:pt x="7458" y="93244"/>
                    <a:pt x="10209" y="93249"/>
                  </a:cubicBezTo>
                  <a:cubicBezTo>
                    <a:pt x="10324" y="93249"/>
                    <a:pt x="10440" y="93245"/>
                    <a:pt x="10554" y="93237"/>
                  </a:cubicBezTo>
                  <a:lnTo>
                    <a:pt x="138707" y="84956"/>
                  </a:lnTo>
                  <a:cubicBezTo>
                    <a:pt x="141583" y="84769"/>
                    <a:pt x="143770" y="82279"/>
                    <a:pt x="143586" y="79403"/>
                  </a:cubicBezTo>
                  <a:lnTo>
                    <a:pt x="138768" y="4889"/>
                  </a:lnTo>
                  <a:cubicBezTo>
                    <a:pt x="138684" y="3506"/>
                    <a:pt x="138047" y="2212"/>
                    <a:pt x="137004" y="1301"/>
                  </a:cubicBezTo>
                  <a:cubicBezTo>
                    <a:pt x="136041" y="455"/>
                    <a:pt x="134833" y="1"/>
                    <a:pt x="13355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7"/>
            <p:cNvSpPr/>
            <p:nvPr/>
          </p:nvSpPr>
          <p:spPr>
            <a:xfrm>
              <a:off x="2096875" y="1561250"/>
              <a:ext cx="3488525" cy="867725"/>
            </a:xfrm>
            <a:custGeom>
              <a:rect b="b" l="l" r="r" t="t"/>
              <a:pathLst>
                <a:path extrusionOk="0" h="34709" w="139541">
                  <a:moveTo>
                    <a:pt x="133900" y="1"/>
                  </a:moveTo>
                  <a:cubicBezTo>
                    <a:pt x="133808" y="1"/>
                    <a:pt x="133715" y="4"/>
                    <a:pt x="133622" y="10"/>
                  </a:cubicBezTo>
                  <a:lnTo>
                    <a:pt x="4113" y="8379"/>
                  </a:lnTo>
                  <a:cubicBezTo>
                    <a:pt x="1775" y="8531"/>
                    <a:pt x="1" y="10549"/>
                    <a:pt x="152" y="12888"/>
                  </a:cubicBezTo>
                  <a:lnTo>
                    <a:pt x="1562" y="34709"/>
                  </a:lnTo>
                  <a:lnTo>
                    <a:pt x="139541" y="25791"/>
                  </a:lnTo>
                  <a:lnTo>
                    <a:pt x="138130" y="3970"/>
                  </a:lnTo>
                  <a:cubicBezTo>
                    <a:pt x="137985" y="1724"/>
                    <a:pt x="136119" y="1"/>
                    <a:pt x="13390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7"/>
            <p:cNvSpPr/>
            <p:nvPr/>
          </p:nvSpPr>
          <p:spPr>
            <a:xfrm>
              <a:off x="2089100" y="1553675"/>
              <a:ext cx="3504125" cy="882850"/>
            </a:xfrm>
            <a:custGeom>
              <a:rect b="b" l="l" r="r" t="t"/>
              <a:pathLst>
                <a:path extrusionOk="0" h="35314" w="140165">
                  <a:moveTo>
                    <a:pt x="134211" y="607"/>
                  </a:moveTo>
                  <a:cubicBezTo>
                    <a:pt x="136271" y="607"/>
                    <a:pt x="138004" y="2207"/>
                    <a:pt x="138139" y="4293"/>
                  </a:cubicBezTo>
                  <a:lnTo>
                    <a:pt x="139530" y="25811"/>
                  </a:lnTo>
                  <a:lnTo>
                    <a:pt x="2156" y="34690"/>
                  </a:lnTo>
                  <a:lnTo>
                    <a:pt x="765" y="13171"/>
                  </a:lnTo>
                  <a:cubicBezTo>
                    <a:pt x="626" y="11003"/>
                    <a:pt x="2276" y="9125"/>
                    <a:pt x="4444" y="8985"/>
                  </a:cubicBezTo>
                  <a:lnTo>
                    <a:pt x="133952" y="615"/>
                  </a:lnTo>
                  <a:cubicBezTo>
                    <a:pt x="134039" y="609"/>
                    <a:pt x="134125" y="607"/>
                    <a:pt x="134211" y="607"/>
                  </a:cubicBezTo>
                  <a:close/>
                  <a:moveTo>
                    <a:pt x="134212" y="1"/>
                  </a:moveTo>
                  <a:cubicBezTo>
                    <a:pt x="134113" y="1"/>
                    <a:pt x="134014" y="4"/>
                    <a:pt x="133913" y="11"/>
                  </a:cubicBezTo>
                  <a:lnTo>
                    <a:pt x="4405" y="8380"/>
                  </a:lnTo>
                  <a:cubicBezTo>
                    <a:pt x="1903" y="8542"/>
                    <a:pt x="1" y="10709"/>
                    <a:pt x="162" y="13210"/>
                  </a:cubicBezTo>
                  <a:lnTo>
                    <a:pt x="1571" y="35031"/>
                  </a:lnTo>
                  <a:cubicBezTo>
                    <a:pt x="1582" y="35190"/>
                    <a:pt x="1714" y="35314"/>
                    <a:pt x="1873" y="35314"/>
                  </a:cubicBezTo>
                  <a:lnTo>
                    <a:pt x="1893" y="35314"/>
                  </a:lnTo>
                  <a:lnTo>
                    <a:pt x="139871" y="26396"/>
                  </a:lnTo>
                  <a:cubicBezTo>
                    <a:pt x="140038" y="26384"/>
                    <a:pt x="140164" y="26241"/>
                    <a:pt x="140154" y="26074"/>
                  </a:cubicBezTo>
                  <a:lnTo>
                    <a:pt x="138743" y="4253"/>
                  </a:lnTo>
                  <a:cubicBezTo>
                    <a:pt x="138588" y="1848"/>
                    <a:pt x="136589" y="1"/>
                    <a:pt x="1342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7"/>
            <p:cNvSpPr/>
            <p:nvPr/>
          </p:nvSpPr>
          <p:spPr>
            <a:xfrm>
              <a:off x="2219450" y="2499725"/>
              <a:ext cx="3457050" cy="1379725"/>
            </a:xfrm>
            <a:custGeom>
              <a:rect b="b" l="l" r="r" t="t"/>
              <a:pathLst>
                <a:path extrusionOk="0" h="55189" w="138282">
                  <a:moveTo>
                    <a:pt x="135397" y="1"/>
                  </a:moveTo>
                  <a:cubicBezTo>
                    <a:pt x="98259" y="695"/>
                    <a:pt x="87738" y="13847"/>
                    <a:pt x="48423" y="34078"/>
                  </a:cubicBezTo>
                  <a:cubicBezTo>
                    <a:pt x="25223" y="46016"/>
                    <a:pt x="9916" y="48867"/>
                    <a:pt x="577" y="48867"/>
                  </a:cubicBezTo>
                  <a:cubicBezTo>
                    <a:pt x="382" y="48867"/>
                    <a:pt x="190" y="48866"/>
                    <a:pt x="1" y="48864"/>
                  </a:cubicBezTo>
                  <a:lnTo>
                    <a:pt x="1" y="48864"/>
                  </a:lnTo>
                  <a:lnTo>
                    <a:pt x="153" y="51218"/>
                  </a:lnTo>
                  <a:cubicBezTo>
                    <a:pt x="298" y="53464"/>
                    <a:pt x="2165" y="55189"/>
                    <a:pt x="4384" y="55189"/>
                  </a:cubicBezTo>
                  <a:cubicBezTo>
                    <a:pt x="4476" y="55189"/>
                    <a:pt x="4569" y="55186"/>
                    <a:pt x="4662" y="55180"/>
                  </a:cubicBezTo>
                  <a:lnTo>
                    <a:pt x="134170" y="46809"/>
                  </a:lnTo>
                  <a:cubicBezTo>
                    <a:pt x="136509" y="46658"/>
                    <a:pt x="138281" y="44639"/>
                    <a:pt x="138130" y="42300"/>
                  </a:cubicBezTo>
                  <a:lnTo>
                    <a:pt x="13539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7"/>
            <p:cNvSpPr/>
            <p:nvPr/>
          </p:nvSpPr>
          <p:spPr>
            <a:xfrm>
              <a:off x="2211775" y="2492175"/>
              <a:ext cx="3472575" cy="1394825"/>
            </a:xfrm>
            <a:custGeom>
              <a:rect b="b" l="l" r="r" t="t"/>
              <a:pathLst>
                <a:path extrusionOk="0" h="55793" w="138903">
                  <a:moveTo>
                    <a:pt x="135421" y="612"/>
                  </a:moveTo>
                  <a:lnTo>
                    <a:pt x="138137" y="42622"/>
                  </a:lnTo>
                  <a:cubicBezTo>
                    <a:pt x="138275" y="44791"/>
                    <a:pt x="136625" y="46669"/>
                    <a:pt x="134458" y="46810"/>
                  </a:cubicBezTo>
                  <a:lnTo>
                    <a:pt x="4949" y="55179"/>
                  </a:lnTo>
                  <a:cubicBezTo>
                    <a:pt x="4858" y="55186"/>
                    <a:pt x="4768" y="55189"/>
                    <a:pt x="4677" y="55189"/>
                  </a:cubicBezTo>
                  <a:cubicBezTo>
                    <a:pt x="3727" y="55189"/>
                    <a:pt x="2816" y="54842"/>
                    <a:pt x="2093" y="54207"/>
                  </a:cubicBezTo>
                  <a:cubicBezTo>
                    <a:pt x="1307" y="53519"/>
                    <a:pt x="828" y="52545"/>
                    <a:pt x="762" y="51502"/>
                  </a:cubicBezTo>
                  <a:lnTo>
                    <a:pt x="631" y="49472"/>
                  </a:lnTo>
                  <a:lnTo>
                    <a:pt x="871" y="49472"/>
                  </a:lnTo>
                  <a:cubicBezTo>
                    <a:pt x="9764" y="49472"/>
                    <a:pt x="25180" y="46838"/>
                    <a:pt x="48870" y="34648"/>
                  </a:cubicBezTo>
                  <a:cubicBezTo>
                    <a:pt x="58900" y="29487"/>
                    <a:pt x="67059" y="24784"/>
                    <a:pt x="74256" y="20637"/>
                  </a:cubicBezTo>
                  <a:cubicBezTo>
                    <a:pt x="95300" y="8510"/>
                    <a:pt x="108028" y="1173"/>
                    <a:pt x="135421" y="612"/>
                  </a:cubicBezTo>
                  <a:close/>
                  <a:moveTo>
                    <a:pt x="135697" y="1"/>
                  </a:moveTo>
                  <a:cubicBezTo>
                    <a:pt x="107950" y="519"/>
                    <a:pt x="95154" y="7894"/>
                    <a:pt x="73953" y="20112"/>
                  </a:cubicBezTo>
                  <a:cubicBezTo>
                    <a:pt x="66760" y="24257"/>
                    <a:pt x="58608" y="28956"/>
                    <a:pt x="48591" y="34110"/>
                  </a:cubicBezTo>
                  <a:cubicBezTo>
                    <a:pt x="25031" y="46234"/>
                    <a:pt x="9732" y="48867"/>
                    <a:pt x="897" y="48867"/>
                  </a:cubicBezTo>
                  <a:cubicBezTo>
                    <a:pt x="698" y="48867"/>
                    <a:pt x="503" y="48866"/>
                    <a:pt x="312" y="48863"/>
                  </a:cubicBezTo>
                  <a:cubicBezTo>
                    <a:pt x="228" y="48870"/>
                    <a:pt x="146" y="48897"/>
                    <a:pt x="88" y="48957"/>
                  </a:cubicBezTo>
                  <a:cubicBezTo>
                    <a:pt x="31" y="49018"/>
                    <a:pt x="1" y="49100"/>
                    <a:pt x="6" y="49185"/>
                  </a:cubicBezTo>
                  <a:lnTo>
                    <a:pt x="158" y="51541"/>
                  </a:lnTo>
                  <a:cubicBezTo>
                    <a:pt x="312" y="53931"/>
                    <a:pt x="2294" y="55790"/>
                    <a:pt x="4687" y="55793"/>
                  </a:cubicBezTo>
                  <a:cubicBezTo>
                    <a:pt x="4788" y="55793"/>
                    <a:pt x="4888" y="55790"/>
                    <a:pt x="4988" y="55784"/>
                  </a:cubicBezTo>
                  <a:lnTo>
                    <a:pt x="134497" y="47414"/>
                  </a:lnTo>
                  <a:cubicBezTo>
                    <a:pt x="136997" y="47253"/>
                    <a:pt x="138902" y="45086"/>
                    <a:pt x="138741" y="42584"/>
                  </a:cubicBezTo>
                  <a:lnTo>
                    <a:pt x="136006" y="283"/>
                  </a:lnTo>
                  <a:cubicBezTo>
                    <a:pt x="135994" y="125"/>
                    <a:pt x="135863" y="1"/>
                    <a:pt x="1357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7"/>
            <p:cNvSpPr/>
            <p:nvPr/>
          </p:nvSpPr>
          <p:spPr>
            <a:xfrm>
              <a:off x="2448899" y="2256033"/>
              <a:ext cx="373216" cy="362188"/>
            </a:xfrm>
            <a:custGeom>
              <a:rect b="b" l="l" r="r" t="t"/>
              <a:pathLst>
                <a:path extrusionOk="0" h="15218" w="15683">
                  <a:moveTo>
                    <a:pt x="14715" y="0"/>
                  </a:moveTo>
                  <a:cubicBezTo>
                    <a:pt x="14714" y="0"/>
                    <a:pt x="14712" y="0"/>
                    <a:pt x="14711" y="0"/>
                  </a:cubicBezTo>
                  <a:lnTo>
                    <a:pt x="50" y="949"/>
                  </a:lnTo>
                  <a:cubicBezTo>
                    <a:pt x="21" y="950"/>
                    <a:pt x="0" y="973"/>
                    <a:pt x="3" y="1001"/>
                  </a:cubicBezTo>
                  <a:lnTo>
                    <a:pt x="918" y="15171"/>
                  </a:lnTo>
                  <a:cubicBezTo>
                    <a:pt x="921" y="15197"/>
                    <a:pt x="943" y="15218"/>
                    <a:pt x="969" y="15218"/>
                  </a:cubicBezTo>
                  <a:cubicBezTo>
                    <a:pt x="970" y="15218"/>
                    <a:pt x="971" y="15218"/>
                    <a:pt x="972" y="15218"/>
                  </a:cubicBezTo>
                  <a:lnTo>
                    <a:pt x="15634" y="14269"/>
                  </a:lnTo>
                  <a:cubicBezTo>
                    <a:pt x="15661" y="14267"/>
                    <a:pt x="15682" y="14243"/>
                    <a:pt x="15679" y="14216"/>
                  </a:cubicBezTo>
                  <a:lnTo>
                    <a:pt x="14764" y="46"/>
                  </a:lnTo>
                  <a:cubicBezTo>
                    <a:pt x="14762" y="20"/>
                    <a:pt x="14741" y="0"/>
                    <a:pt x="1471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7"/>
            <p:cNvSpPr/>
            <p:nvPr/>
          </p:nvSpPr>
          <p:spPr>
            <a:xfrm>
              <a:off x="2432100" y="2242950"/>
              <a:ext cx="405075" cy="389975"/>
            </a:xfrm>
            <a:custGeom>
              <a:rect b="b" l="l" r="r" t="t"/>
              <a:pathLst>
                <a:path extrusionOk="0" h="15599" w="16203">
                  <a:moveTo>
                    <a:pt x="13288" y="607"/>
                  </a:moveTo>
                  <a:cubicBezTo>
                    <a:pt x="14108" y="608"/>
                    <a:pt x="14786" y="1245"/>
                    <a:pt x="14839" y="2062"/>
                  </a:cubicBezTo>
                  <a:lnTo>
                    <a:pt x="15521" y="12621"/>
                  </a:lnTo>
                  <a:cubicBezTo>
                    <a:pt x="15577" y="13479"/>
                    <a:pt x="14927" y="14219"/>
                    <a:pt x="14069" y="14275"/>
                  </a:cubicBezTo>
                  <a:lnTo>
                    <a:pt x="3017" y="14989"/>
                  </a:lnTo>
                  <a:cubicBezTo>
                    <a:pt x="2980" y="14991"/>
                    <a:pt x="2943" y="14993"/>
                    <a:pt x="2907" y="14993"/>
                  </a:cubicBezTo>
                  <a:cubicBezTo>
                    <a:pt x="2095" y="14993"/>
                    <a:pt x="1417" y="14355"/>
                    <a:pt x="1364" y="13537"/>
                  </a:cubicBezTo>
                  <a:lnTo>
                    <a:pt x="681" y="2977"/>
                  </a:lnTo>
                  <a:cubicBezTo>
                    <a:pt x="626" y="2120"/>
                    <a:pt x="1276" y="1379"/>
                    <a:pt x="2134" y="1324"/>
                  </a:cubicBezTo>
                  <a:lnTo>
                    <a:pt x="13186" y="609"/>
                  </a:lnTo>
                  <a:cubicBezTo>
                    <a:pt x="13221" y="608"/>
                    <a:pt x="13255" y="607"/>
                    <a:pt x="13288" y="607"/>
                  </a:cubicBezTo>
                  <a:close/>
                  <a:moveTo>
                    <a:pt x="13289" y="0"/>
                  </a:moveTo>
                  <a:cubicBezTo>
                    <a:pt x="13242" y="0"/>
                    <a:pt x="13195" y="2"/>
                    <a:pt x="13148" y="5"/>
                  </a:cubicBezTo>
                  <a:lnTo>
                    <a:pt x="2097" y="720"/>
                  </a:lnTo>
                  <a:cubicBezTo>
                    <a:pt x="905" y="797"/>
                    <a:pt x="0" y="1827"/>
                    <a:pt x="78" y="3016"/>
                  </a:cubicBezTo>
                  <a:lnTo>
                    <a:pt x="759" y="13576"/>
                  </a:lnTo>
                  <a:cubicBezTo>
                    <a:pt x="834" y="14711"/>
                    <a:pt x="1775" y="15596"/>
                    <a:pt x="2915" y="15598"/>
                  </a:cubicBezTo>
                  <a:cubicBezTo>
                    <a:pt x="2961" y="15598"/>
                    <a:pt x="3010" y="15597"/>
                    <a:pt x="3057" y="15594"/>
                  </a:cubicBezTo>
                  <a:lnTo>
                    <a:pt x="14108" y="14879"/>
                  </a:lnTo>
                  <a:cubicBezTo>
                    <a:pt x="15300" y="14803"/>
                    <a:pt x="16203" y="13774"/>
                    <a:pt x="16126" y="12582"/>
                  </a:cubicBezTo>
                  <a:lnTo>
                    <a:pt x="15444" y="2023"/>
                  </a:lnTo>
                  <a:cubicBezTo>
                    <a:pt x="15371" y="879"/>
                    <a:pt x="14420" y="0"/>
                    <a:pt x="1328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7"/>
            <p:cNvSpPr/>
            <p:nvPr/>
          </p:nvSpPr>
          <p:spPr>
            <a:xfrm>
              <a:off x="2573950" y="2378925"/>
              <a:ext cx="121525" cy="117900"/>
            </a:xfrm>
            <a:custGeom>
              <a:rect b="b" l="l" r="r" t="t"/>
              <a:pathLst>
                <a:path extrusionOk="0" h="4716" w="4861">
                  <a:moveTo>
                    <a:pt x="4552" y="0"/>
                  </a:moveTo>
                  <a:cubicBezTo>
                    <a:pt x="4552" y="0"/>
                    <a:pt x="4551" y="0"/>
                    <a:pt x="4550" y="0"/>
                  </a:cubicBezTo>
                  <a:lnTo>
                    <a:pt x="24" y="293"/>
                  </a:lnTo>
                  <a:cubicBezTo>
                    <a:pt x="10" y="295"/>
                    <a:pt x="0" y="305"/>
                    <a:pt x="1" y="319"/>
                  </a:cubicBezTo>
                  <a:lnTo>
                    <a:pt x="284" y="4694"/>
                  </a:lnTo>
                  <a:cubicBezTo>
                    <a:pt x="285" y="4706"/>
                    <a:pt x="295" y="4716"/>
                    <a:pt x="308" y="4716"/>
                  </a:cubicBezTo>
                  <a:cubicBezTo>
                    <a:pt x="308" y="4716"/>
                    <a:pt x="309" y="4716"/>
                    <a:pt x="310" y="4716"/>
                  </a:cubicBezTo>
                  <a:lnTo>
                    <a:pt x="4837" y="4423"/>
                  </a:lnTo>
                  <a:cubicBezTo>
                    <a:pt x="4850" y="4423"/>
                    <a:pt x="4860" y="4411"/>
                    <a:pt x="4859" y="4397"/>
                  </a:cubicBezTo>
                  <a:lnTo>
                    <a:pt x="4576" y="24"/>
                  </a:lnTo>
                  <a:cubicBezTo>
                    <a:pt x="4575" y="10"/>
                    <a:pt x="4565" y="0"/>
                    <a:pt x="455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7"/>
            <p:cNvSpPr/>
            <p:nvPr/>
          </p:nvSpPr>
          <p:spPr>
            <a:xfrm>
              <a:off x="2566750" y="2372775"/>
              <a:ext cx="135850" cy="130300"/>
            </a:xfrm>
            <a:custGeom>
              <a:rect b="b" l="l" r="r" t="t"/>
              <a:pathLst>
                <a:path extrusionOk="0" h="5212" w="5434">
                  <a:moveTo>
                    <a:pt x="4013" y="607"/>
                  </a:moveTo>
                  <a:cubicBezTo>
                    <a:pt x="4333" y="607"/>
                    <a:pt x="4597" y="854"/>
                    <a:pt x="4617" y="1173"/>
                  </a:cubicBezTo>
                  <a:lnTo>
                    <a:pt x="4786" y="3782"/>
                  </a:lnTo>
                  <a:cubicBezTo>
                    <a:pt x="4808" y="4117"/>
                    <a:pt x="4554" y="4404"/>
                    <a:pt x="4220" y="4427"/>
                  </a:cubicBezTo>
                  <a:lnTo>
                    <a:pt x="1459" y="4605"/>
                  </a:lnTo>
                  <a:cubicBezTo>
                    <a:pt x="1447" y="4606"/>
                    <a:pt x="1435" y="4606"/>
                    <a:pt x="1423" y="4606"/>
                  </a:cubicBezTo>
                  <a:cubicBezTo>
                    <a:pt x="1105" y="4606"/>
                    <a:pt x="838" y="4360"/>
                    <a:pt x="815" y="4038"/>
                  </a:cubicBezTo>
                  <a:lnTo>
                    <a:pt x="646" y="1431"/>
                  </a:lnTo>
                  <a:cubicBezTo>
                    <a:pt x="625" y="1097"/>
                    <a:pt x="878" y="809"/>
                    <a:pt x="1213" y="787"/>
                  </a:cubicBezTo>
                  <a:lnTo>
                    <a:pt x="3974" y="608"/>
                  </a:lnTo>
                  <a:cubicBezTo>
                    <a:pt x="3987" y="607"/>
                    <a:pt x="4000" y="607"/>
                    <a:pt x="4013" y="607"/>
                  </a:cubicBezTo>
                  <a:close/>
                  <a:moveTo>
                    <a:pt x="4011" y="0"/>
                  </a:moveTo>
                  <a:cubicBezTo>
                    <a:pt x="3986" y="0"/>
                    <a:pt x="3960" y="1"/>
                    <a:pt x="3934" y="3"/>
                  </a:cubicBezTo>
                  <a:lnTo>
                    <a:pt x="1174" y="182"/>
                  </a:lnTo>
                  <a:cubicBezTo>
                    <a:pt x="506" y="225"/>
                    <a:pt x="0" y="801"/>
                    <a:pt x="42" y="1469"/>
                  </a:cubicBezTo>
                  <a:lnTo>
                    <a:pt x="211" y="4078"/>
                  </a:lnTo>
                  <a:cubicBezTo>
                    <a:pt x="253" y="4714"/>
                    <a:pt x="782" y="5211"/>
                    <a:pt x="1420" y="5212"/>
                  </a:cubicBezTo>
                  <a:cubicBezTo>
                    <a:pt x="1446" y="5212"/>
                    <a:pt x="1472" y="5211"/>
                    <a:pt x="1498" y="5209"/>
                  </a:cubicBezTo>
                  <a:lnTo>
                    <a:pt x="4259" y="5031"/>
                  </a:lnTo>
                  <a:cubicBezTo>
                    <a:pt x="4927" y="4988"/>
                    <a:pt x="5433" y="4411"/>
                    <a:pt x="5390" y="3743"/>
                  </a:cubicBezTo>
                  <a:lnTo>
                    <a:pt x="5222" y="1134"/>
                  </a:lnTo>
                  <a:cubicBezTo>
                    <a:pt x="5180" y="492"/>
                    <a:pt x="4646" y="0"/>
                    <a:pt x="401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7"/>
            <p:cNvSpPr/>
            <p:nvPr/>
          </p:nvSpPr>
          <p:spPr>
            <a:xfrm>
              <a:off x="2433350" y="2296850"/>
              <a:ext cx="167300" cy="95875"/>
            </a:xfrm>
            <a:custGeom>
              <a:rect b="b" l="l" r="r" t="t"/>
              <a:pathLst>
                <a:path extrusionOk="0" h="3835" w="6692">
                  <a:moveTo>
                    <a:pt x="4741" y="0"/>
                  </a:moveTo>
                  <a:cubicBezTo>
                    <a:pt x="4700" y="0"/>
                    <a:pt x="4660" y="1"/>
                    <a:pt x="4619" y="4"/>
                  </a:cubicBezTo>
                  <a:lnTo>
                    <a:pt x="294" y="283"/>
                  </a:lnTo>
                  <a:cubicBezTo>
                    <a:pt x="127" y="293"/>
                    <a:pt x="1" y="438"/>
                    <a:pt x="11" y="604"/>
                  </a:cubicBezTo>
                  <a:cubicBezTo>
                    <a:pt x="24" y="764"/>
                    <a:pt x="158" y="888"/>
                    <a:pt x="316" y="888"/>
                  </a:cubicBezTo>
                  <a:cubicBezTo>
                    <a:pt x="322" y="888"/>
                    <a:pt x="327" y="887"/>
                    <a:pt x="333" y="887"/>
                  </a:cubicBezTo>
                  <a:lnTo>
                    <a:pt x="4658" y="607"/>
                  </a:lnTo>
                  <a:cubicBezTo>
                    <a:pt x="4684" y="605"/>
                    <a:pt x="4709" y="605"/>
                    <a:pt x="4735" y="605"/>
                  </a:cubicBezTo>
                  <a:cubicBezTo>
                    <a:pt x="5377" y="605"/>
                    <a:pt x="5917" y="1103"/>
                    <a:pt x="5960" y="1752"/>
                  </a:cubicBezTo>
                  <a:lnTo>
                    <a:pt x="6077" y="3550"/>
                  </a:lnTo>
                  <a:cubicBezTo>
                    <a:pt x="6086" y="3709"/>
                    <a:pt x="6219" y="3833"/>
                    <a:pt x="6378" y="3834"/>
                  </a:cubicBezTo>
                  <a:cubicBezTo>
                    <a:pt x="6385" y="3834"/>
                    <a:pt x="6392" y="3833"/>
                    <a:pt x="6399" y="3833"/>
                  </a:cubicBezTo>
                  <a:cubicBezTo>
                    <a:pt x="6566" y="3822"/>
                    <a:pt x="6692" y="3678"/>
                    <a:pt x="6682" y="3511"/>
                  </a:cubicBezTo>
                  <a:lnTo>
                    <a:pt x="6566" y="1713"/>
                  </a:lnTo>
                  <a:cubicBezTo>
                    <a:pt x="6502" y="744"/>
                    <a:pt x="5697" y="0"/>
                    <a:pt x="474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7"/>
            <p:cNvSpPr/>
            <p:nvPr/>
          </p:nvSpPr>
          <p:spPr>
            <a:xfrm>
              <a:off x="2658550" y="2280025"/>
              <a:ext cx="159500" cy="107650"/>
            </a:xfrm>
            <a:custGeom>
              <a:rect b="b" l="l" r="r" t="t"/>
              <a:pathLst>
                <a:path extrusionOk="0" h="4306" w="6380">
                  <a:moveTo>
                    <a:pt x="6064" y="1"/>
                  </a:moveTo>
                  <a:cubicBezTo>
                    <a:pt x="6058" y="1"/>
                    <a:pt x="6053" y="1"/>
                    <a:pt x="6047" y="1"/>
                  </a:cubicBezTo>
                  <a:lnTo>
                    <a:pt x="1774" y="277"/>
                  </a:lnTo>
                  <a:cubicBezTo>
                    <a:pt x="765" y="344"/>
                    <a:pt x="1" y="1215"/>
                    <a:pt x="66" y="2224"/>
                  </a:cubicBezTo>
                  <a:lnTo>
                    <a:pt x="182" y="4023"/>
                  </a:lnTo>
                  <a:cubicBezTo>
                    <a:pt x="192" y="4182"/>
                    <a:pt x="325" y="4305"/>
                    <a:pt x="484" y="4305"/>
                  </a:cubicBezTo>
                  <a:cubicBezTo>
                    <a:pt x="490" y="4305"/>
                    <a:pt x="497" y="4305"/>
                    <a:pt x="503" y="4304"/>
                  </a:cubicBezTo>
                  <a:cubicBezTo>
                    <a:pt x="670" y="4294"/>
                    <a:pt x="796" y="4149"/>
                    <a:pt x="786" y="3982"/>
                  </a:cubicBezTo>
                  <a:lnTo>
                    <a:pt x="670" y="2184"/>
                  </a:lnTo>
                  <a:cubicBezTo>
                    <a:pt x="626" y="1509"/>
                    <a:pt x="1139" y="926"/>
                    <a:pt x="1813" y="882"/>
                  </a:cubicBezTo>
                  <a:lnTo>
                    <a:pt x="6086" y="605"/>
                  </a:lnTo>
                  <a:cubicBezTo>
                    <a:pt x="6253" y="595"/>
                    <a:pt x="6379" y="451"/>
                    <a:pt x="6369" y="284"/>
                  </a:cubicBezTo>
                  <a:cubicBezTo>
                    <a:pt x="6356" y="123"/>
                    <a:pt x="6222" y="1"/>
                    <a:pt x="606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7"/>
            <p:cNvSpPr/>
            <p:nvPr/>
          </p:nvSpPr>
          <p:spPr>
            <a:xfrm>
              <a:off x="2451550" y="2491200"/>
              <a:ext cx="160700" cy="107725"/>
            </a:xfrm>
            <a:custGeom>
              <a:rect b="b" l="l" r="r" t="t"/>
              <a:pathLst>
                <a:path extrusionOk="0" h="4309" w="6428">
                  <a:moveTo>
                    <a:pt x="5937" y="1"/>
                  </a:moveTo>
                  <a:cubicBezTo>
                    <a:pt x="5933" y="1"/>
                    <a:pt x="5929" y="1"/>
                    <a:pt x="5925" y="1"/>
                  </a:cubicBezTo>
                  <a:cubicBezTo>
                    <a:pt x="5758" y="11"/>
                    <a:pt x="5632" y="156"/>
                    <a:pt x="5642" y="322"/>
                  </a:cubicBezTo>
                  <a:lnTo>
                    <a:pt x="5758" y="2121"/>
                  </a:lnTo>
                  <a:cubicBezTo>
                    <a:pt x="5802" y="2797"/>
                    <a:pt x="5289" y="3380"/>
                    <a:pt x="4615" y="3423"/>
                  </a:cubicBezTo>
                  <a:lnTo>
                    <a:pt x="289" y="3703"/>
                  </a:lnTo>
                  <a:cubicBezTo>
                    <a:pt x="126" y="3714"/>
                    <a:pt x="1" y="3852"/>
                    <a:pt x="6" y="4014"/>
                  </a:cubicBezTo>
                  <a:cubicBezTo>
                    <a:pt x="11" y="4178"/>
                    <a:pt x="145" y="4307"/>
                    <a:pt x="308" y="4309"/>
                  </a:cubicBezTo>
                  <a:cubicBezTo>
                    <a:pt x="315" y="4309"/>
                    <a:pt x="321" y="4309"/>
                    <a:pt x="329" y="4307"/>
                  </a:cubicBezTo>
                  <a:lnTo>
                    <a:pt x="4654" y="4027"/>
                  </a:lnTo>
                  <a:cubicBezTo>
                    <a:pt x="5663" y="3962"/>
                    <a:pt x="6428" y="3091"/>
                    <a:pt x="6364" y="2082"/>
                  </a:cubicBezTo>
                  <a:lnTo>
                    <a:pt x="6247" y="283"/>
                  </a:lnTo>
                  <a:cubicBezTo>
                    <a:pt x="6236" y="121"/>
                    <a:pt x="6096" y="1"/>
                    <a:pt x="593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7"/>
            <p:cNvSpPr/>
            <p:nvPr/>
          </p:nvSpPr>
          <p:spPr>
            <a:xfrm>
              <a:off x="2670175" y="2486150"/>
              <a:ext cx="165975" cy="95875"/>
            </a:xfrm>
            <a:custGeom>
              <a:rect b="b" l="l" r="r" t="t"/>
              <a:pathLst>
                <a:path extrusionOk="0" h="3835" w="6639">
                  <a:moveTo>
                    <a:pt x="312" y="0"/>
                  </a:moveTo>
                  <a:cubicBezTo>
                    <a:pt x="306" y="0"/>
                    <a:pt x="301" y="1"/>
                    <a:pt x="295" y="1"/>
                  </a:cubicBezTo>
                  <a:cubicBezTo>
                    <a:pt x="127" y="11"/>
                    <a:pt x="1" y="156"/>
                    <a:pt x="11" y="323"/>
                  </a:cubicBezTo>
                  <a:lnTo>
                    <a:pt x="128" y="2121"/>
                  </a:lnTo>
                  <a:cubicBezTo>
                    <a:pt x="191" y="3083"/>
                    <a:pt x="990" y="3832"/>
                    <a:pt x="1955" y="3835"/>
                  </a:cubicBezTo>
                  <a:cubicBezTo>
                    <a:pt x="1993" y="3835"/>
                    <a:pt x="2033" y="3834"/>
                    <a:pt x="2074" y="3832"/>
                  </a:cubicBezTo>
                  <a:lnTo>
                    <a:pt x="6345" y="3555"/>
                  </a:lnTo>
                  <a:cubicBezTo>
                    <a:pt x="6512" y="3544"/>
                    <a:pt x="6638" y="3400"/>
                    <a:pt x="6628" y="3233"/>
                  </a:cubicBezTo>
                  <a:cubicBezTo>
                    <a:pt x="6618" y="3071"/>
                    <a:pt x="6481" y="2950"/>
                    <a:pt x="6319" y="2950"/>
                  </a:cubicBezTo>
                  <a:cubicBezTo>
                    <a:pt x="6315" y="2950"/>
                    <a:pt x="6310" y="2950"/>
                    <a:pt x="6306" y="2951"/>
                  </a:cubicBezTo>
                  <a:lnTo>
                    <a:pt x="2035" y="3227"/>
                  </a:lnTo>
                  <a:cubicBezTo>
                    <a:pt x="2009" y="3228"/>
                    <a:pt x="1983" y="3229"/>
                    <a:pt x="1957" y="3229"/>
                  </a:cubicBezTo>
                  <a:cubicBezTo>
                    <a:pt x="1324" y="3229"/>
                    <a:pt x="775" y="2730"/>
                    <a:pt x="732" y="2082"/>
                  </a:cubicBezTo>
                  <a:lnTo>
                    <a:pt x="617" y="284"/>
                  </a:lnTo>
                  <a:cubicBezTo>
                    <a:pt x="604" y="124"/>
                    <a:pt x="470" y="0"/>
                    <a:pt x="31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7"/>
            <p:cNvSpPr/>
            <p:nvPr/>
          </p:nvSpPr>
          <p:spPr>
            <a:xfrm>
              <a:off x="2443650" y="2442700"/>
              <a:ext cx="142200" cy="23325"/>
            </a:xfrm>
            <a:custGeom>
              <a:rect b="b" l="l" r="r" t="t"/>
              <a:pathLst>
                <a:path extrusionOk="0" h="933" w="5688">
                  <a:moveTo>
                    <a:pt x="5368" y="0"/>
                  </a:moveTo>
                  <a:cubicBezTo>
                    <a:pt x="5364" y="0"/>
                    <a:pt x="5360" y="0"/>
                    <a:pt x="5355" y="0"/>
                  </a:cubicBezTo>
                  <a:lnTo>
                    <a:pt x="288" y="327"/>
                  </a:lnTo>
                  <a:cubicBezTo>
                    <a:pt x="125" y="338"/>
                    <a:pt x="0" y="476"/>
                    <a:pt x="6" y="640"/>
                  </a:cubicBezTo>
                  <a:cubicBezTo>
                    <a:pt x="11" y="803"/>
                    <a:pt x="145" y="933"/>
                    <a:pt x="308" y="933"/>
                  </a:cubicBezTo>
                  <a:lnTo>
                    <a:pt x="327" y="933"/>
                  </a:lnTo>
                  <a:lnTo>
                    <a:pt x="5394" y="605"/>
                  </a:lnTo>
                  <a:cubicBezTo>
                    <a:pt x="5561" y="594"/>
                    <a:pt x="5687" y="450"/>
                    <a:pt x="5677" y="283"/>
                  </a:cubicBezTo>
                  <a:cubicBezTo>
                    <a:pt x="5666" y="121"/>
                    <a:pt x="5529" y="0"/>
                    <a:pt x="536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7"/>
            <p:cNvSpPr/>
            <p:nvPr/>
          </p:nvSpPr>
          <p:spPr>
            <a:xfrm>
              <a:off x="2681575" y="2427325"/>
              <a:ext cx="142200" cy="23350"/>
            </a:xfrm>
            <a:custGeom>
              <a:rect b="b" l="l" r="r" t="t"/>
              <a:pathLst>
                <a:path extrusionOk="0" h="934" w="5688">
                  <a:moveTo>
                    <a:pt x="5366" y="1"/>
                  </a:moveTo>
                  <a:cubicBezTo>
                    <a:pt x="5362" y="1"/>
                    <a:pt x="5359" y="1"/>
                    <a:pt x="5355" y="1"/>
                  </a:cubicBezTo>
                  <a:lnTo>
                    <a:pt x="288" y="328"/>
                  </a:lnTo>
                  <a:cubicBezTo>
                    <a:pt x="125" y="338"/>
                    <a:pt x="0" y="476"/>
                    <a:pt x="6" y="640"/>
                  </a:cubicBezTo>
                  <a:cubicBezTo>
                    <a:pt x="11" y="803"/>
                    <a:pt x="145" y="932"/>
                    <a:pt x="308" y="933"/>
                  </a:cubicBezTo>
                  <a:cubicBezTo>
                    <a:pt x="314" y="933"/>
                    <a:pt x="321" y="933"/>
                    <a:pt x="327" y="932"/>
                  </a:cubicBezTo>
                  <a:lnTo>
                    <a:pt x="5394" y="605"/>
                  </a:lnTo>
                  <a:cubicBezTo>
                    <a:pt x="5561" y="593"/>
                    <a:pt x="5687" y="450"/>
                    <a:pt x="5677" y="283"/>
                  </a:cubicBezTo>
                  <a:cubicBezTo>
                    <a:pt x="5667" y="120"/>
                    <a:pt x="5529" y="1"/>
                    <a:pt x="536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7"/>
            <p:cNvSpPr/>
            <p:nvPr/>
          </p:nvSpPr>
          <p:spPr>
            <a:xfrm>
              <a:off x="2639925" y="2993100"/>
              <a:ext cx="101975" cy="146500"/>
            </a:xfrm>
            <a:custGeom>
              <a:rect b="b" l="l" r="r" t="t"/>
              <a:pathLst>
                <a:path extrusionOk="0" h="5860" w="4079">
                  <a:moveTo>
                    <a:pt x="1959" y="597"/>
                  </a:moveTo>
                  <a:cubicBezTo>
                    <a:pt x="2709" y="597"/>
                    <a:pt x="3104" y="1477"/>
                    <a:pt x="3191" y="2829"/>
                  </a:cubicBezTo>
                  <a:cubicBezTo>
                    <a:pt x="3285" y="4273"/>
                    <a:pt x="2969" y="5211"/>
                    <a:pt x="2186" y="5261"/>
                  </a:cubicBezTo>
                  <a:cubicBezTo>
                    <a:pt x="2167" y="5262"/>
                    <a:pt x="2149" y="5262"/>
                    <a:pt x="2130" y="5262"/>
                  </a:cubicBezTo>
                  <a:cubicBezTo>
                    <a:pt x="1464" y="5262"/>
                    <a:pt x="983" y="4461"/>
                    <a:pt x="889" y="3031"/>
                  </a:cubicBezTo>
                  <a:cubicBezTo>
                    <a:pt x="790" y="1492"/>
                    <a:pt x="1225" y="643"/>
                    <a:pt x="1894" y="600"/>
                  </a:cubicBezTo>
                  <a:cubicBezTo>
                    <a:pt x="1916" y="598"/>
                    <a:pt x="1938" y="597"/>
                    <a:pt x="1959" y="597"/>
                  </a:cubicBezTo>
                  <a:close/>
                  <a:moveTo>
                    <a:pt x="2024" y="0"/>
                  </a:moveTo>
                  <a:cubicBezTo>
                    <a:pt x="1983" y="0"/>
                    <a:pt x="1942" y="2"/>
                    <a:pt x="1899" y="5"/>
                  </a:cubicBezTo>
                  <a:cubicBezTo>
                    <a:pt x="751" y="79"/>
                    <a:pt x="1" y="1175"/>
                    <a:pt x="123" y="3071"/>
                  </a:cubicBezTo>
                  <a:cubicBezTo>
                    <a:pt x="257" y="4877"/>
                    <a:pt x="1022" y="5859"/>
                    <a:pt x="2069" y="5859"/>
                  </a:cubicBezTo>
                  <a:cubicBezTo>
                    <a:pt x="2106" y="5859"/>
                    <a:pt x="2143" y="5858"/>
                    <a:pt x="2181" y="5856"/>
                  </a:cubicBezTo>
                  <a:cubicBezTo>
                    <a:pt x="3435" y="5775"/>
                    <a:pt x="4078" y="4668"/>
                    <a:pt x="3954" y="2746"/>
                  </a:cubicBezTo>
                  <a:cubicBezTo>
                    <a:pt x="3841" y="1008"/>
                    <a:pt x="3143" y="0"/>
                    <a:pt x="20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7"/>
            <p:cNvSpPr/>
            <p:nvPr/>
          </p:nvSpPr>
          <p:spPr>
            <a:xfrm>
              <a:off x="2639600" y="2991250"/>
              <a:ext cx="104225" cy="150250"/>
            </a:xfrm>
            <a:custGeom>
              <a:rect b="b" l="l" r="r" t="t"/>
              <a:pathLst>
                <a:path extrusionOk="0" h="6010" w="4169">
                  <a:moveTo>
                    <a:pt x="1966" y="746"/>
                  </a:moveTo>
                  <a:cubicBezTo>
                    <a:pt x="2857" y="746"/>
                    <a:pt x="3076" y="2092"/>
                    <a:pt x="3129" y="2908"/>
                  </a:cubicBezTo>
                  <a:cubicBezTo>
                    <a:pt x="3176" y="3634"/>
                    <a:pt x="3120" y="4208"/>
                    <a:pt x="2960" y="4614"/>
                  </a:cubicBezTo>
                  <a:cubicBezTo>
                    <a:pt x="2801" y="5019"/>
                    <a:pt x="2544" y="5237"/>
                    <a:pt x="2195" y="5259"/>
                  </a:cubicBezTo>
                  <a:cubicBezTo>
                    <a:pt x="2179" y="5260"/>
                    <a:pt x="2162" y="5261"/>
                    <a:pt x="2146" y="5261"/>
                  </a:cubicBezTo>
                  <a:cubicBezTo>
                    <a:pt x="1506" y="5261"/>
                    <a:pt x="1065" y="4441"/>
                    <a:pt x="977" y="3100"/>
                  </a:cubicBezTo>
                  <a:cubicBezTo>
                    <a:pt x="886" y="1692"/>
                    <a:pt x="1244" y="791"/>
                    <a:pt x="1912" y="748"/>
                  </a:cubicBezTo>
                  <a:cubicBezTo>
                    <a:pt x="1931" y="747"/>
                    <a:pt x="1948" y="746"/>
                    <a:pt x="1966" y="746"/>
                  </a:cubicBezTo>
                  <a:close/>
                  <a:moveTo>
                    <a:pt x="1965" y="595"/>
                  </a:moveTo>
                  <a:cubicBezTo>
                    <a:pt x="1944" y="595"/>
                    <a:pt x="1923" y="596"/>
                    <a:pt x="1902" y="597"/>
                  </a:cubicBezTo>
                  <a:cubicBezTo>
                    <a:pt x="1142" y="646"/>
                    <a:pt x="729" y="1610"/>
                    <a:pt x="826" y="3110"/>
                  </a:cubicBezTo>
                  <a:cubicBezTo>
                    <a:pt x="921" y="4560"/>
                    <a:pt x="1410" y="5413"/>
                    <a:pt x="2142" y="5413"/>
                  </a:cubicBezTo>
                  <a:cubicBezTo>
                    <a:pt x="2163" y="5413"/>
                    <a:pt x="2183" y="5413"/>
                    <a:pt x="2204" y="5411"/>
                  </a:cubicBezTo>
                  <a:cubicBezTo>
                    <a:pt x="2617" y="5384"/>
                    <a:pt x="2919" y="5134"/>
                    <a:pt x="3101" y="4669"/>
                  </a:cubicBezTo>
                  <a:cubicBezTo>
                    <a:pt x="3268" y="4243"/>
                    <a:pt x="3329" y="3647"/>
                    <a:pt x="3280" y="2898"/>
                  </a:cubicBezTo>
                  <a:cubicBezTo>
                    <a:pt x="3184" y="1405"/>
                    <a:pt x="2721" y="595"/>
                    <a:pt x="1965" y="595"/>
                  </a:cubicBezTo>
                  <a:close/>
                  <a:moveTo>
                    <a:pt x="2039" y="150"/>
                  </a:moveTo>
                  <a:cubicBezTo>
                    <a:pt x="2548" y="150"/>
                    <a:pt x="2965" y="365"/>
                    <a:pt x="3282" y="790"/>
                  </a:cubicBezTo>
                  <a:cubicBezTo>
                    <a:pt x="3625" y="1249"/>
                    <a:pt x="3835" y="1952"/>
                    <a:pt x="3892" y="2824"/>
                  </a:cubicBezTo>
                  <a:cubicBezTo>
                    <a:pt x="4013" y="4699"/>
                    <a:pt x="3409" y="5775"/>
                    <a:pt x="2190" y="5854"/>
                  </a:cubicBezTo>
                  <a:cubicBezTo>
                    <a:pt x="2154" y="5856"/>
                    <a:pt x="2119" y="5857"/>
                    <a:pt x="2084" y="5857"/>
                  </a:cubicBezTo>
                  <a:cubicBezTo>
                    <a:pt x="1030" y="5857"/>
                    <a:pt x="339" y="4854"/>
                    <a:pt x="212" y="3141"/>
                  </a:cubicBezTo>
                  <a:cubicBezTo>
                    <a:pt x="154" y="2247"/>
                    <a:pt x="292" y="1495"/>
                    <a:pt x="613" y="968"/>
                  </a:cubicBezTo>
                  <a:cubicBezTo>
                    <a:pt x="914" y="472"/>
                    <a:pt x="1366" y="189"/>
                    <a:pt x="1918" y="154"/>
                  </a:cubicBezTo>
                  <a:cubicBezTo>
                    <a:pt x="1958" y="151"/>
                    <a:pt x="1998" y="150"/>
                    <a:pt x="2039" y="150"/>
                  </a:cubicBezTo>
                  <a:close/>
                  <a:moveTo>
                    <a:pt x="2018" y="0"/>
                  </a:moveTo>
                  <a:cubicBezTo>
                    <a:pt x="1981" y="0"/>
                    <a:pt x="1945" y="1"/>
                    <a:pt x="1907" y="3"/>
                  </a:cubicBezTo>
                  <a:cubicBezTo>
                    <a:pt x="1304" y="42"/>
                    <a:pt x="811" y="348"/>
                    <a:pt x="483" y="890"/>
                  </a:cubicBezTo>
                  <a:cubicBezTo>
                    <a:pt x="147" y="1443"/>
                    <a:pt x="1" y="2225"/>
                    <a:pt x="61" y="3151"/>
                  </a:cubicBezTo>
                  <a:cubicBezTo>
                    <a:pt x="192" y="4928"/>
                    <a:pt x="963" y="6009"/>
                    <a:pt x="2083" y="6009"/>
                  </a:cubicBezTo>
                  <a:cubicBezTo>
                    <a:pt x="2122" y="6009"/>
                    <a:pt x="2160" y="6008"/>
                    <a:pt x="2199" y="6005"/>
                  </a:cubicBezTo>
                  <a:cubicBezTo>
                    <a:pt x="3496" y="5922"/>
                    <a:pt x="4168" y="4759"/>
                    <a:pt x="4043" y="2815"/>
                  </a:cubicBezTo>
                  <a:cubicBezTo>
                    <a:pt x="3983" y="1900"/>
                    <a:pt x="3768" y="1189"/>
                    <a:pt x="3404" y="700"/>
                  </a:cubicBezTo>
                  <a:cubicBezTo>
                    <a:pt x="3058" y="235"/>
                    <a:pt x="2581" y="0"/>
                    <a:pt x="201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7"/>
            <p:cNvSpPr/>
            <p:nvPr/>
          </p:nvSpPr>
          <p:spPr>
            <a:xfrm>
              <a:off x="2773175" y="2984475"/>
              <a:ext cx="101975" cy="146525"/>
            </a:xfrm>
            <a:custGeom>
              <a:rect b="b" l="l" r="r" t="t"/>
              <a:pathLst>
                <a:path extrusionOk="0" h="5861" w="4079">
                  <a:moveTo>
                    <a:pt x="1960" y="597"/>
                  </a:moveTo>
                  <a:cubicBezTo>
                    <a:pt x="2709" y="597"/>
                    <a:pt x="3103" y="1477"/>
                    <a:pt x="3192" y="2829"/>
                  </a:cubicBezTo>
                  <a:cubicBezTo>
                    <a:pt x="3284" y="4273"/>
                    <a:pt x="2969" y="5211"/>
                    <a:pt x="2186" y="5262"/>
                  </a:cubicBezTo>
                  <a:cubicBezTo>
                    <a:pt x="2168" y="5263"/>
                    <a:pt x="2149" y="5264"/>
                    <a:pt x="2131" y="5264"/>
                  </a:cubicBezTo>
                  <a:cubicBezTo>
                    <a:pt x="1464" y="5264"/>
                    <a:pt x="982" y="4462"/>
                    <a:pt x="889" y="3031"/>
                  </a:cubicBezTo>
                  <a:cubicBezTo>
                    <a:pt x="790" y="1492"/>
                    <a:pt x="1224" y="643"/>
                    <a:pt x="1894" y="600"/>
                  </a:cubicBezTo>
                  <a:cubicBezTo>
                    <a:pt x="1916" y="598"/>
                    <a:pt x="1938" y="597"/>
                    <a:pt x="1960" y="597"/>
                  </a:cubicBezTo>
                  <a:close/>
                  <a:moveTo>
                    <a:pt x="2024" y="0"/>
                  </a:moveTo>
                  <a:cubicBezTo>
                    <a:pt x="1983" y="0"/>
                    <a:pt x="1942" y="2"/>
                    <a:pt x="1900" y="4"/>
                  </a:cubicBezTo>
                  <a:cubicBezTo>
                    <a:pt x="751" y="80"/>
                    <a:pt x="1" y="1176"/>
                    <a:pt x="123" y="3073"/>
                  </a:cubicBezTo>
                  <a:cubicBezTo>
                    <a:pt x="258" y="4878"/>
                    <a:pt x="1023" y="5860"/>
                    <a:pt x="2071" y="5860"/>
                  </a:cubicBezTo>
                  <a:cubicBezTo>
                    <a:pt x="2108" y="5860"/>
                    <a:pt x="2144" y="5859"/>
                    <a:pt x="2181" y="5857"/>
                  </a:cubicBezTo>
                  <a:cubicBezTo>
                    <a:pt x="3434" y="5775"/>
                    <a:pt x="4078" y="4668"/>
                    <a:pt x="3955" y="2746"/>
                  </a:cubicBezTo>
                  <a:cubicBezTo>
                    <a:pt x="3842" y="1008"/>
                    <a:pt x="3143" y="0"/>
                    <a:pt x="20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7"/>
            <p:cNvSpPr/>
            <p:nvPr/>
          </p:nvSpPr>
          <p:spPr>
            <a:xfrm>
              <a:off x="2771375" y="2982575"/>
              <a:ext cx="105700" cy="150275"/>
            </a:xfrm>
            <a:custGeom>
              <a:rect b="b" l="l" r="r" t="t"/>
              <a:pathLst>
                <a:path extrusionOk="0" h="6011" w="4228">
                  <a:moveTo>
                    <a:pt x="2029" y="748"/>
                  </a:moveTo>
                  <a:cubicBezTo>
                    <a:pt x="2913" y="748"/>
                    <a:pt x="3135" y="2096"/>
                    <a:pt x="3188" y="2910"/>
                  </a:cubicBezTo>
                  <a:cubicBezTo>
                    <a:pt x="3243" y="3762"/>
                    <a:pt x="3195" y="5201"/>
                    <a:pt x="2253" y="5262"/>
                  </a:cubicBezTo>
                  <a:cubicBezTo>
                    <a:pt x="2237" y="5263"/>
                    <a:pt x="2220" y="5264"/>
                    <a:pt x="2204" y="5264"/>
                  </a:cubicBezTo>
                  <a:cubicBezTo>
                    <a:pt x="1567" y="5264"/>
                    <a:pt x="1123" y="4444"/>
                    <a:pt x="1037" y="3102"/>
                  </a:cubicBezTo>
                  <a:cubicBezTo>
                    <a:pt x="990" y="2379"/>
                    <a:pt x="1061" y="1777"/>
                    <a:pt x="1245" y="1361"/>
                  </a:cubicBezTo>
                  <a:cubicBezTo>
                    <a:pt x="1410" y="982"/>
                    <a:pt x="1662" y="771"/>
                    <a:pt x="1970" y="751"/>
                  </a:cubicBezTo>
                  <a:cubicBezTo>
                    <a:pt x="1991" y="748"/>
                    <a:pt x="2009" y="748"/>
                    <a:pt x="2029" y="748"/>
                  </a:cubicBezTo>
                  <a:close/>
                  <a:moveTo>
                    <a:pt x="2030" y="597"/>
                  </a:moveTo>
                  <a:cubicBezTo>
                    <a:pt x="2007" y="597"/>
                    <a:pt x="1983" y="599"/>
                    <a:pt x="1961" y="599"/>
                  </a:cubicBezTo>
                  <a:cubicBezTo>
                    <a:pt x="1591" y="623"/>
                    <a:pt x="1296" y="866"/>
                    <a:pt x="1106" y="1299"/>
                  </a:cubicBezTo>
                  <a:cubicBezTo>
                    <a:pt x="913" y="1738"/>
                    <a:pt x="837" y="2365"/>
                    <a:pt x="886" y="3112"/>
                  </a:cubicBezTo>
                  <a:cubicBezTo>
                    <a:pt x="981" y="4562"/>
                    <a:pt x="1469" y="5416"/>
                    <a:pt x="2201" y="5416"/>
                  </a:cubicBezTo>
                  <a:cubicBezTo>
                    <a:pt x="2222" y="5416"/>
                    <a:pt x="2243" y="5415"/>
                    <a:pt x="2263" y="5413"/>
                  </a:cubicBezTo>
                  <a:cubicBezTo>
                    <a:pt x="3058" y="5361"/>
                    <a:pt x="3439" y="4469"/>
                    <a:pt x="3339" y="2901"/>
                  </a:cubicBezTo>
                  <a:cubicBezTo>
                    <a:pt x="3241" y="1411"/>
                    <a:pt x="2779" y="597"/>
                    <a:pt x="2030" y="597"/>
                  </a:cubicBezTo>
                  <a:close/>
                  <a:moveTo>
                    <a:pt x="2095" y="152"/>
                  </a:moveTo>
                  <a:cubicBezTo>
                    <a:pt x="3166" y="152"/>
                    <a:pt x="3840" y="1118"/>
                    <a:pt x="3950" y="2826"/>
                  </a:cubicBezTo>
                  <a:cubicBezTo>
                    <a:pt x="4071" y="4702"/>
                    <a:pt x="3467" y="5778"/>
                    <a:pt x="2248" y="5856"/>
                  </a:cubicBezTo>
                  <a:cubicBezTo>
                    <a:pt x="2209" y="5859"/>
                    <a:pt x="2171" y="5860"/>
                    <a:pt x="2133" y="5860"/>
                  </a:cubicBezTo>
                  <a:cubicBezTo>
                    <a:pt x="1085" y="5860"/>
                    <a:pt x="398" y="4852"/>
                    <a:pt x="271" y="3143"/>
                  </a:cubicBezTo>
                  <a:cubicBezTo>
                    <a:pt x="156" y="1377"/>
                    <a:pt x="810" y="231"/>
                    <a:pt x="1976" y="156"/>
                  </a:cubicBezTo>
                  <a:cubicBezTo>
                    <a:pt x="2016" y="153"/>
                    <a:pt x="2056" y="152"/>
                    <a:pt x="2094" y="152"/>
                  </a:cubicBezTo>
                  <a:close/>
                  <a:moveTo>
                    <a:pt x="2099" y="1"/>
                  </a:moveTo>
                  <a:cubicBezTo>
                    <a:pt x="2055" y="1"/>
                    <a:pt x="2011" y="2"/>
                    <a:pt x="1966" y="5"/>
                  </a:cubicBezTo>
                  <a:cubicBezTo>
                    <a:pt x="707" y="87"/>
                    <a:pt x="0" y="1293"/>
                    <a:pt x="120" y="3154"/>
                  </a:cubicBezTo>
                  <a:cubicBezTo>
                    <a:pt x="253" y="4930"/>
                    <a:pt x="1022" y="6011"/>
                    <a:pt x="2144" y="6011"/>
                  </a:cubicBezTo>
                  <a:cubicBezTo>
                    <a:pt x="2181" y="6011"/>
                    <a:pt x="2219" y="6011"/>
                    <a:pt x="2258" y="6008"/>
                  </a:cubicBezTo>
                  <a:cubicBezTo>
                    <a:pt x="3555" y="5924"/>
                    <a:pt x="4227" y="4761"/>
                    <a:pt x="4101" y="2817"/>
                  </a:cubicBezTo>
                  <a:cubicBezTo>
                    <a:pt x="3985" y="1018"/>
                    <a:pt x="3258" y="1"/>
                    <a:pt x="209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7"/>
            <p:cNvSpPr/>
            <p:nvPr/>
          </p:nvSpPr>
          <p:spPr>
            <a:xfrm>
              <a:off x="2906400" y="2975875"/>
              <a:ext cx="101975" cy="146500"/>
            </a:xfrm>
            <a:custGeom>
              <a:rect b="b" l="l" r="r" t="t"/>
              <a:pathLst>
                <a:path extrusionOk="0" h="5860" w="4079">
                  <a:moveTo>
                    <a:pt x="1960" y="596"/>
                  </a:moveTo>
                  <a:cubicBezTo>
                    <a:pt x="2709" y="596"/>
                    <a:pt x="3103" y="1476"/>
                    <a:pt x="3191" y="2829"/>
                  </a:cubicBezTo>
                  <a:cubicBezTo>
                    <a:pt x="3284" y="4273"/>
                    <a:pt x="2969" y="5210"/>
                    <a:pt x="2186" y="5261"/>
                  </a:cubicBezTo>
                  <a:cubicBezTo>
                    <a:pt x="2167" y="5262"/>
                    <a:pt x="2149" y="5262"/>
                    <a:pt x="2131" y="5262"/>
                  </a:cubicBezTo>
                  <a:cubicBezTo>
                    <a:pt x="1465" y="5262"/>
                    <a:pt x="982" y="4462"/>
                    <a:pt x="889" y="3031"/>
                  </a:cubicBezTo>
                  <a:cubicBezTo>
                    <a:pt x="790" y="1491"/>
                    <a:pt x="1225" y="641"/>
                    <a:pt x="1894" y="598"/>
                  </a:cubicBezTo>
                  <a:cubicBezTo>
                    <a:pt x="1916" y="597"/>
                    <a:pt x="1938" y="596"/>
                    <a:pt x="1960" y="596"/>
                  </a:cubicBezTo>
                  <a:close/>
                  <a:moveTo>
                    <a:pt x="2024" y="1"/>
                  </a:moveTo>
                  <a:cubicBezTo>
                    <a:pt x="1983" y="1"/>
                    <a:pt x="1942" y="2"/>
                    <a:pt x="1900" y="5"/>
                  </a:cubicBezTo>
                  <a:cubicBezTo>
                    <a:pt x="751" y="79"/>
                    <a:pt x="1" y="1175"/>
                    <a:pt x="123" y="3071"/>
                  </a:cubicBezTo>
                  <a:cubicBezTo>
                    <a:pt x="258" y="4877"/>
                    <a:pt x="1022" y="5859"/>
                    <a:pt x="2071" y="5859"/>
                  </a:cubicBezTo>
                  <a:cubicBezTo>
                    <a:pt x="2108" y="5859"/>
                    <a:pt x="2145" y="5858"/>
                    <a:pt x="2182" y="5856"/>
                  </a:cubicBezTo>
                  <a:cubicBezTo>
                    <a:pt x="3435" y="5775"/>
                    <a:pt x="4078" y="4668"/>
                    <a:pt x="3955" y="2745"/>
                  </a:cubicBezTo>
                  <a:cubicBezTo>
                    <a:pt x="3842" y="1008"/>
                    <a:pt x="3143" y="1"/>
                    <a:pt x="202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7"/>
            <p:cNvSpPr/>
            <p:nvPr/>
          </p:nvSpPr>
          <p:spPr>
            <a:xfrm>
              <a:off x="2906075" y="2974000"/>
              <a:ext cx="102650" cy="150275"/>
            </a:xfrm>
            <a:custGeom>
              <a:rect b="b" l="l" r="r" t="t"/>
              <a:pathLst>
                <a:path extrusionOk="0" h="6011" w="4106">
                  <a:moveTo>
                    <a:pt x="1968" y="749"/>
                  </a:moveTo>
                  <a:cubicBezTo>
                    <a:pt x="2860" y="749"/>
                    <a:pt x="3077" y="2094"/>
                    <a:pt x="3130" y="2909"/>
                  </a:cubicBezTo>
                  <a:cubicBezTo>
                    <a:pt x="3185" y="3761"/>
                    <a:pt x="3135" y="5200"/>
                    <a:pt x="2195" y="5261"/>
                  </a:cubicBezTo>
                  <a:cubicBezTo>
                    <a:pt x="2179" y="5262"/>
                    <a:pt x="2163" y="5263"/>
                    <a:pt x="2147" y="5263"/>
                  </a:cubicBezTo>
                  <a:cubicBezTo>
                    <a:pt x="1513" y="5263"/>
                    <a:pt x="1065" y="4442"/>
                    <a:pt x="978" y="3101"/>
                  </a:cubicBezTo>
                  <a:cubicBezTo>
                    <a:pt x="932" y="2378"/>
                    <a:pt x="1004" y="1775"/>
                    <a:pt x="1186" y="1360"/>
                  </a:cubicBezTo>
                  <a:cubicBezTo>
                    <a:pt x="1353" y="981"/>
                    <a:pt x="1604" y="770"/>
                    <a:pt x="1913" y="750"/>
                  </a:cubicBezTo>
                  <a:cubicBezTo>
                    <a:pt x="1932" y="749"/>
                    <a:pt x="1950" y="749"/>
                    <a:pt x="1968" y="749"/>
                  </a:cubicBezTo>
                  <a:close/>
                  <a:moveTo>
                    <a:pt x="1972" y="595"/>
                  </a:moveTo>
                  <a:cubicBezTo>
                    <a:pt x="1949" y="595"/>
                    <a:pt x="1926" y="597"/>
                    <a:pt x="1903" y="598"/>
                  </a:cubicBezTo>
                  <a:cubicBezTo>
                    <a:pt x="1534" y="623"/>
                    <a:pt x="1238" y="865"/>
                    <a:pt x="1048" y="1299"/>
                  </a:cubicBezTo>
                  <a:cubicBezTo>
                    <a:pt x="855" y="1736"/>
                    <a:pt x="778" y="2364"/>
                    <a:pt x="828" y="3111"/>
                  </a:cubicBezTo>
                  <a:cubicBezTo>
                    <a:pt x="922" y="4561"/>
                    <a:pt x="1411" y="5414"/>
                    <a:pt x="2143" y="5414"/>
                  </a:cubicBezTo>
                  <a:cubicBezTo>
                    <a:pt x="2163" y="5414"/>
                    <a:pt x="2183" y="5414"/>
                    <a:pt x="2206" y="5412"/>
                  </a:cubicBezTo>
                  <a:cubicBezTo>
                    <a:pt x="3000" y="5360"/>
                    <a:pt x="3382" y="4468"/>
                    <a:pt x="3280" y="2900"/>
                  </a:cubicBezTo>
                  <a:cubicBezTo>
                    <a:pt x="3184" y="1409"/>
                    <a:pt x="2720" y="595"/>
                    <a:pt x="1972" y="595"/>
                  </a:cubicBezTo>
                  <a:close/>
                  <a:moveTo>
                    <a:pt x="2036" y="151"/>
                  </a:moveTo>
                  <a:cubicBezTo>
                    <a:pt x="3108" y="151"/>
                    <a:pt x="3781" y="1118"/>
                    <a:pt x="3892" y="2825"/>
                  </a:cubicBezTo>
                  <a:cubicBezTo>
                    <a:pt x="3953" y="3764"/>
                    <a:pt x="3831" y="4506"/>
                    <a:pt x="3531" y="5028"/>
                  </a:cubicBezTo>
                  <a:cubicBezTo>
                    <a:pt x="3240" y="5539"/>
                    <a:pt x="2788" y="5816"/>
                    <a:pt x="2190" y="5855"/>
                  </a:cubicBezTo>
                  <a:cubicBezTo>
                    <a:pt x="2156" y="5857"/>
                    <a:pt x="2123" y="5858"/>
                    <a:pt x="2090" y="5858"/>
                  </a:cubicBezTo>
                  <a:cubicBezTo>
                    <a:pt x="1039" y="5858"/>
                    <a:pt x="339" y="4858"/>
                    <a:pt x="212" y="3143"/>
                  </a:cubicBezTo>
                  <a:cubicBezTo>
                    <a:pt x="155" y="2248"/>
                    <a:pt x="293" y="1496"/>
                    <a:pt x="613" y="969"/>
                  </a:cubicBezTo>
                  <a:cubicBezTo>
                    <a:pt x="914" y="473"/>
                    <a:pt x="1366" y="190"/>
                    <a:pt x="1918" y="155"/>
                  </a:cubicBezTo>
                  <a:cubicBezTo>
                    <a:pt x="1958" y="153"/>
                    <a:pt x="1997" y="151"/>
                    <a:pt x="2036" y="151"/>
                  </a:cubicBezTo>
                  <a:close/>
                  <a:moveTo>
                    <a:pt x="2034" y="0"/>
                  </a:moveTo>
                  <a:cubicBezTo>
                    <a:pt x="1992" y="0"/>
                    <a:pt x="1950" y="1"/>
                    <a:pt x="1907" y="4"/>
                  </a:cubicBezTo>
                  <a:cubicBezTo>
                    <a:pt x="1304" y="43"/>
                    <a:pt x="812" y="349"/>
                    <a:pt x="483" y="891"/>
                  </a:cubicBezTo>
                  <a:cubicBezTo>
                    <a:pt x="147" y="1444"/>
                    <a:pt x="1" y="2226"/>
                    <a:pt x="61" y="3152"/>
                  </a:cubicBezTo>
                  <a:cubicBezTo>
                    <a:pt x="194" y="4929"/>
                    <a:pt x="965" y="6010"/>
                    <a:pt x="2083" y="6010"/>
                  </a:cubicBezTo>
                  <a:cubicBezTo>
                    <a:pt x="2122" y="6010"/>
                    <a:pt x="2160" y="6009"/>
                    <a:pt x="2199" y="6006"/>
                  </a:cubicBezTo>
                  <a:cubicBezTo>
                    <a:pt x="2842" y="5965"/>
                    <a:pt x="3349" y="5652"/>
                    <a:pt x="3663" y="5104"/>
                  </a:cubicBezTo>
                  <a:cubicBezTo>
                    <a:pt x="3978" y="4554"/>
                    <a:pt x="4106" y="3785"/>
                    <a:pt x="4043" y="2816"/>
                  </a:cubicBezTo>
                  <a:cubicBezTo>
                    <a:pt x="3926" y="1013"/>
                    <a:pt x="3196" y="0"/>
                    <a:pt x="203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7"/>
            <p:cNvSpPr/>
            <p:nvPr/>
          </p:nvSpPr>
          <p:spPr>
            <a:xfrm>
              <a:off x="3039675" y="2967275"/>
              <a:ext cx="101975" cy="146475"/>
            </a:xfrm>
            <a:custGeom>
              <a:rect b="b" l="l" r="r" t="t"/>
              <a:pathLst>
                <a:path extrusionOk="0" h="5859" w="4079">
                  <a:moveTo>
                    <a:pt x="1959" y="596"/>
                  </a:moveTo>
                  <a:cubicBezTo>
                    <a:pt x="2709" y="596"/>
                    <a:pt x="3103" y="1476"/>
                    <a:pt x="3191" y="2828"/>
                  </a:cubicBezTo>
                  <a:cubicBezTo>
                    <a:pt x="3284" y="4272"/>
                    <a:pt x="2969" y="5210"/>
                    <a:pt x="2185" y="5261"/>
                  </a:cubicBezTo>
                  <a:cubicBezTo>
                    <a:pt x="2167" y="5262"/>
                    <a:pt x="2149" y="5263"/>
                    <a:pt x="2131" y="5263"/>
                  </a:cubicBezTo>
                  <a:cubicBezTo>
                    <a:pt x="1464" y="5263"/>
                    <a:pt x="981" y="4462"/>
                    <a:pt x="888" y="3030"/>
                  </a:cubicBezTo>
                  <a:cubicBezTo>
                    <a:pt x="789" y="1491"/>
                    <a:pt x="1224" y="642"/>
                    <a:pt x="1894" y="599"/>
                  </a:cubicBezTo>
                  <a:cubicBezTo>
                    <a:pt x="1916" y="597"/>
                    <a:pt x="1937" y="596"/>
                    <a:pt x="1959" y="596"/>
                  </a:cubicBezTo>
                  <a:close/>
                  <a:moveTo>
                    <a:pt x="2025" y="1"/>
                  </a:moveTo>
                  <a:cubicBezTo>
                    <a:pt x="1984" y="1"/>
                    <a:pt x="1942" y="2"/>
                    <a:pt x="1899" y="5"/>
                  </a:cubicBezTo>
                  <a:cubicBezTo>
                    <a:pt x="750" y="78"/>
                    <a:pt x="0" y="1176"/>
                    <a:pt x="122" y="3072"/>
                  </a:cubicBezTo>
                  <a:cubicBezTo>
                    <a:pt x="257" y="4876"/>
                    <a:pt x="1021" y="5858"/>
                    <a:pt x="2070" y="5858"/>
                  </a:cubicBezTo>
                  <a:cubicBezTo>
                    <a:pt x="2107" y="5858"/>
                    <a:pt x="2144" y="5857"/>
                    <a:pt x="2181" y="5855"/>
                  </a:cubicBezTo>
                  <a:cubicBezTo>
                    <a:pt x="3433" y="5774"/>
                    <a:pt x="4079" y="4667"/>
                    <a:pt x="3954" y="2745"/>
                  </a:cubicBezTo>
                  <a:cubicBezTo>
                    <a:pt x="3842" y="1008"/>
                    <a:pt x="3143" y="1"/>
                    <a:pt x="202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7"/>
            <p:cNvSpPr/>
            <p:nvPr/>
          </p:nvSpPr>
          <p:spPr>
            <a:xfrm>
              <a:off x="3039350" y="2965400"/>
              <a:ext cx="104225" cy="150250"/>
            </a:xfrm>
            <a:custGeom>
              <a:rect b="b" l="l" r="r" t="t"/>
              <a:pathLst>
                <a:path extrusionOk="0" h="6010" w="4169">
                  <a:moveTo>
                    <a:pt x="1975" y="747"/>
                  </a:moveTo>
                  <a:cubicBezTo>
                    <a:pt x="2856" y="747"/>
                    <a:pt x="3075" y="2096"/>
                    <a:pt x="3128" y="2908"/>
                  </a:cubicBezTo>
                  <a:cubicBezTo>
                    <a:pt x="3175" y="3635"/>
                    <a:pt x="3118" y="4208"/>
                    <a:pt x="2959" y="4614"/>
                  </a:cubicBezTo>
                  <a:cubicBezTo>
                    <a:pt x="2800" y="5021"/>
                    <a:pt x="2543" y="5237"/>
                    <a:pt x="2194" y="5260"/>
                  </a:cubicBezTo>
                  <a:cubicBezTo>
                    <a:pt x="2178" y="5261"/>
                    <a:pt x="2161" y="5262"/>
                    <a:pt x="2145" y="5262"/>
                  </a:cubicBezTo>
                  <a:cubicBezTo>
                    <a:pt x="1516" y="5262"/>
                    <a:pt x="1064" y="4440"/>
                    <a:pt x="977" y="3101"/>
                  </a:cubicBezTo>
                  <a:cubicBezTo>
                    <a:pt x="886" y="1693"/>
                    <a:pt x="1244" y="792"/>
                    <a:pt x="1910" y="749"/>
                  </a:cubicBezTo>
                  <a:cubicBezTo>
                    <a:pt x="1932" y="748"/>
                    <a:pt x="1954" y="747"/>
                    <a:pt x="1975" y="747"/>
                  </a:cubicBezTo>
                  <a:close/>
                  <a:moveTo>
                    <a:pt x="1970" y="596"/>
                  </a:moveTo>
                  <a:cubicBezTo>
                    <a:pt x="1947" y="596"/>
                    <a:pt x="1925" y="596"/>
                    <a:pt x="1901" y="597"/>
                  </a:cubicBezTo>
                  <a:cubicBezTo>
                    <a:pt x="1141" y="648"/>
                    <a:pt x="728" y="1610"/>
                    <a:pt x="826" y="3110"/>
                  </a:cubicBezTo>
                  <a:cubicBezTo>
                    <a:pt x="921" y="4560"/>
                    <a:pt x="1409" y="5413"/>
                    <a:pt x="2141" y="5413"/>
                  </a:cubicBezTo>
                  <a:cubicBezTo>
                    <a:pt x="2162" y="5413"/>
                    <a:pt x="2183" y="5413"/>
                    <a:pt x="2204" y="5411"/>
                  </a:cubicBezTo>
                  <a:cubicBezTo>
                    <a:pt x="2616" y="5384"/>
                    <a:pt x="2918" y="5135"/>
                    <a:pt x="3101" y="4670"/>
                  </a:cubicBezTo>
                  <a:cubicBezTo>
                    <a:pt x="3267" y="4243"/>
                    <a:pt x="3329" y="3648"/>
                    <a:pt x="3279" y="2899"/>
                  </a:cubicBezTo>
                  <a:cubicBezTo>
                    <a:pt x="3183" y="1409"/>
                    <a:pt x="2719" y="596"/>
                    <a:pt x="1970" y="596"/>
                  </a:cubicBezTo>
                  <a:close/>
                  <a:moveTo>
                    <a:pt x="2038" y="150"/>
                  </a:moveTo>
                  <a:cubicBezTo>
                    <a:pt x="2547" y="150"/>
                    <a:pt x="2965" y="365"/>
                    <a:pt x="3282" y="790"/>
                  </a:cubicBezTo>
                  <a:cubicBezTo>
                    <a:pt x="3624" y="1249"/>
                    <a:pt x="3835" y="1952"/>
                    <a:pt x="3891" y="2824"/>
                  </a:cubicBezTo>
                  <a:cubicBezTo>
                    <a:pt x="4012" y="4699"/>
                    <a:pt x="3408" y="5776"/>
                    <a:pt x="2189" y="5854"/>
                  </a:cubicBezTo>
                  <a:cubicBezTo>
                    <a:pt x="2154" y="5856"/>
                    <a:pt x="2120" y="5857"/>
                    <a:pt x="2086" y="5857"/>
                  </a:cubicBezTo>
                  <a:cubicBezTo>
                    <a:pt x="1039" y="5857"/>
                    <a:pt x="338" y="4855"/>
                    <a:pt x="211" y="3141"/>
                  </a:cubicBezTo>
                  <a:cubicBezTo>
                    <a:pt x="154" y="2247"/>
                    <a:pt x="292" y="1495"/>
                    <a:pt x="612" y="969"/>
                  </a:cubicBezTo>
                  <a:cubicBezTo>
                    <a:pt x="913" y="472"/>
                    <a:pt x="1364" y="191"/>
                    <a:pt x="1917" y="155"/>
                  </a:cubicBezTo>
                  <a:cubicBezTo>
                    <a:pt x="1957" y="151"/>
                    <a:pt x="1998" y="150"/>
                    <a:pt x="2038" y="150"/>
                  </a:cubicBezTo>
                  <a:close/>
                  <a:moveTo>
                    <a:pt x="2014" y="0"/>
                  </a:moveTo>
                  <a:cubicBezTo>
                    <a:pt x="1978" y="0"/>
                    <a:pt x="1943" y="1"/>
                    <a:pt x="1907" y="3"/>
                  </a:cubicBezTo>
                  <a:cubicBezTo>
                    <a:pt x="1302" y="42"/>
                    <a:pt x="810" y="348"/>
                    <a:pt x="482" y="890"/>
                  </a:cubicBezTo>
                  <a:cubicBezTo>
                    <a:pt x="146" y="1443"/>
                    <a:pt x="0" y="2226"/>
                    <a:pt x="60" y="3152"/>
                  </a:cubicBezTo>
                  <a:cubicBezTo>
                    <a:pt x="193" y="4928"/>
                    <a:pt x="964" y="6009"/>
                    <a:pt x="2084" y="6009"/>
                  </a:cubicBezTo>
                  <a:cubicBezTo>
                    <a:pt x="2121" y="6009"/>
                    <a:pt x="2161" y="6008"/>
                    <a:pt x="2200" y="6005"/>
                  </a:cubicBezTo>
                  <a:cubicBezTo>
                    <a:pt x="3497" y="5922"/>
                    <a:pt x="4169" y="4758"/>
                    <a:pt x="4042" y="2815"/>
                  </a:cubicBezTo>
                  <a:cubicBezTo>
                    <a:pt x="3984" y="1900"/>
                    <a:pt x="3769" y="1189"/>
                    <a:pt x="3403" y="700"/>
                  </a:cubicBezTo>
                  <a:cubicBezTo>
                    <a:pt x="3056" y="234"/>
                    <a:pt x="2578" y="0"/>
                    <a:pt x="201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7"/>
            <p:cNvSpPr/>
            <p:nvPr/>
          </p:nvSpPr>
          <p:spPr>
            <a:xfrm>
              <a:off x="3308525" y="2949900"/>
              <a:ext cx="101975" cy="146500"/>
            </a:xfrm>
            <a:custGeom>
              <a:rect b="b" l="l" r="r" t="t"/>
              <a:pathLst>
                <a:path extrusionOk="0" h="5860" w="4079">
                  <a:moveTo>
                    <a:pt x="1959" y="596"/>
                  </a:moveTo>
                  <a:cubicBezTo>
                    <a:pt x="2709" y="596"/>
                    <a:pt x="3103" y="1475"/>
                    <a:pt x="3191" y="2829"/>
                  </a:cubicBezTo>
                  <a:cubicBezTo>
                    <a:pt x="3285" y="4273"/>
                    <a:pt x="2969" y="5211"/>
                    <a:pt x="2187" y="5260"/>
                  </a:cubicBezTo>
                  <a:cubicBezTo>
                    <a:pt x="2168" y="5262"/>
                    <a:pt x="2150" y="5262"/>
                    <a:pt x="2131" y="5262"/>
                  </a:cubicBezTo>
                  <a:cubicBezTo>
                    <a:pt x="1463" y="5262"/>
                    <a:pt x="982" y="4460"/>
                    <a:pt x="890" y="3031"/>
                  </a:cubicBezTo>
                  <a:cubicBezTo>
                    <a:pt x="789" y="1490"/>
                    <a:pt x="1224" y="641"/>
                    <a:pt x="1895" y="598"/>
                  </a:cubicBezTo>
                  <a:cubicBezTo>
                    <a:pt x="1917" y="597"/>
                    <a:pt x="1938" y="596"/>
                    <a:pt x="1959" y="596"/>
                  </a:cubicBezTo>
                  <a:close/>
                  <a:moveTo>
                    <a:pt x="2023" y="0"/>
                  </a:moveTo>
                  <a:cubicBezTo>
                    <a:pt x="1983" y="0"/>
                    <a:pt x="1941" y="2"/>
                    <a:pt x="1899" y="4"/>
                  </a:cubicBezTo>
                  <a:cubicBezTo>
                    <a:pt x="750" y="79"/>
                    <a:pt x="0" y="1175"/>
                    <a:pt x="123" y="3071"/>
                  </a:cubicBezTo>
                  <a:cubicBezTo>
                    <a:pt x="257" y="4875"/>
                    <a:pt x="1023" y="5859"/>
                    <a:pt x="2070" y="5859"/>
                  </a:cubicBezTo>
                  <a:cubicBezTo>
                    <a:pt x="2107" y="5859"/>
                    <a:pt x="2144" y="5858"/>
                    <a:pt x="2182" y="5856"/>
                  </a:cubicBezTo>
                  <a:cubicBezTo>
                    <a:pt x="3433" y="5773"/>
                    <a:pt x="4079" y="4668"/>
                    <a:pt x="3954" y="2744"/>
                  </a:cubicBezTo>
                  <a:cubicBezTo>
                    <a:pt x="3842" y="1008"/>
                    <a:pt x="3143" y="0"/>
                    <a:pt x="20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7"/>
            <p:cNvSpPr/>
            <p:nvPr/>
          </p:nvSpPr>
          <p:spPr>
            <a:xfrm>
              <a:off x="3308200" y="2948000"/>
              <a:ext cx="104225" cy="150250"/>
            </a:xfrm>
            <a:custGeom>
              <a:rect b="b" l="l" r="r" t="t"/>
              <a:pathLst>
                <a:path extrusionOk="0" h="6010" w="4169">
                  <a:moveTo>
                    <a:pt x="1971" y="747"/>
                  </a:moveTo>
                  <a:cubicBezTo>
                    <a:pt x="2855" y="747"/>
                    <a:pt x="3076" y="2095"/>
                    <a:pt x="3130" y="2909"/>
                  </a:cubicBezTo>
                  <a:cubicBezTo>
                    <a:pt x="3176" y="3636"/>
                    <a:pt x="3120" y="4210"/>
                    <a:pt x="2960" y="4615"/>
                  </a:cubicBezTo>
                  <a:cubicBezTo>
                    <a:pt x="2801" y="5021"/>
                    <a:pt x="2545" y="5239"/>
                    <a:pt x="2196" y="5261"/>
                  </a:cubicBezTo>
                  <a:cubicBezTo>
                    <a:pt x="2179" y="5262"/>
                    <a:pt x="2163" y="5262"/>
                    <a:pt x="2146" y="5262"/>
                  </a:cubicBezTo>
                  <a:cubicBezTo>
                    <a:pt x="1511" y="5262"/>
                    <a:pt x="1065" y="4442"/>
                    <a:pt x="978" y="3102"/>
                  </a:cubicBezTo>
                  <a:cubicBezTo>
                    <a:pt x="933" y="2378"/>
                    <a:pt x="1004" y="1775"/>
                    <a:pt x="1187" y="1359"/>
                  </a:cubicBezTo>
                  <a:cubicBezTo>
                    <a:pt x="1353" y="980"/>
                    <a:pt x="1603" y="769"/>
                    <a:pt x="1913" y="750"/>
                  </a:cubicBezTo>
                  <a:cubicBezTo>
                    <a:pt x="1933" y="747"/>
                    <a:pt x="1952" y="747"/>
                    <a:pt x="1971" y="747"/>
                  </a:cubicBezTo>
                  <a:close/>
                  <a:moveTo>
                    <a:pt x="1972" y="597"/>
                  </a:moveTo>
                  <a:cubicBezTo>
                    <a:pt x="1950" y="597"/>
                    <a:pt x="1926" y="597"/>
                    <a:pt x="1904" y="599"/>
                  </a:cubicBezTo>
                  <a:cubicBezTo>
                    <a:pt x="1534" y="622"/>
                    <a:pt x="1239" y="864"/>
                    <a:pt x="1047" y="1298"/>
                  </a:cubicBezTo>
                  <a:cubicBezTo>
                    <a:pt x="856" y="1737"/>
                    <a:pt x="779" y="2365"/>
                    <a:pt x="828" y="3111"/>
                  </a:cubicBezTo>
                  <a:cubicBezTo>
                    <a:pt x="922" y="4561"/>
                    <a:pt x="1412" y="5414"/>
                    <a:pt x="2143" y="5415"/>
                  </a:cubicBezTo>
                  <a:lnTo>
                    <a:pt x="2143" y="5415"/>
                  </a:lnTo>
                  <a:cubicBezTo>
                    <a:pt x="2164" y="5414"/>
                    <a:pt x="2184" y="5413"/>
                    <a:pt x="2205" y="5413"/>
                  </a:cubicBezTo>
                  <a:cubicBezTo>
                    <a:pt x="2618" y="5386"/>
                    <a:pt x="2919" y="5136"/>
                    <a:pt x="3101" y="4671"/>
                  </a:cubicBezTo>
                  <a:cubicBezTo>
                    <a:pt x="3269" y="4245"/>
                    <a:pt x="3329" y="3649"/>
                    <a:pt x="3281" y="2900"/>
                  </a:cubicBezTo>
                  <a:cubicBezTo>
                    <a:pt x="3183" y="1411"/>
                    <a:pt x="2719" y="597"/>
                    <a:pt x="1972" y="597"/>
                  </a:cubicBezTo>
                  <a:close/>
                  <a:moveTo>
                    <a:pt x="2143" y="5415"/>
                  </a:moveTo>
                  <a:cubicBezTo>
                    <a:pt x="2143" y="5415"/>
                    <a:pt x="2143" y="5415"/>
                    <a:pt x="2142" y="5415"/>
                  </a:cubicBezTo>
                  <a:lnTo>
                    <a:pt x="2144" y="5415"/>
                  </a:lnTo>
                  <a:cubicBezTo>
                    <a:pt x="2144" y="5415"/>
                    <a:pt x="2143" y="5415"/>
                    <a:pt x="2143" y="5415"/>
                  </a:cubicBezTo>
                  <a:close/>
                  <a:moveTo>
                    <a:pt x="2040" y="152"/>
                  </a:moveTo>
                  <a:cubicBezTo>
                    <a:pt x="2547" y="152"/>
                    <a:pt x="2966" y="367"/>
                    <a:pt x="3283" y="790"/>
                  </a:cubicBezTo>
                  <a:cubicBezTo>
                    <a:pt x="3626" y="1251"/>
                    <a:pt x="3837" y="1954"/>
                    <a:pt x="3893" y="2826"/>
                  </a:cubicBezTo>
                  <a:cubicBezTo>
                    <a:pt x="4014" y="4701"/>
                    <a:pt x="3410" y="5777"/>
                    <a:pt x="2191" y="5855"/>
                  </a:cubicBezTo>
                  <a:cubicBezTo>
                    <a:pt x="2155" y="5857"/>
                    <a:pt x="2120" y="5858"/>
                    <a:pt x="2085" y="5858"/>
                  </a:cubicBezTo>
                  <a:cubicBezTo>
                    <a:pt x="1033" y="5858"/>
                    <a:pt x="340" y="4855"/>
                    <a:pt x="212" y="3142"/>
                  </a:cubicBezTo>
                  <a:cubicBezTo>
                    <a:pt x="154" y="2247"/>
                    <a:pt x="293" y="1496"/>
                    <a:pt x="612" y="970"/>
                  </a:cubicBezTo>
                  <a:cubicBezTo>
                    <a:pt x="914" y="472"/>
                    <a:pt x="1365" y="191"/>
                    <a:pt x="1917" y="156"/>
                  </a:cubicBezTo>
                  <a:cubicBezTo>
                    <a:pt x="1959" y="153"/>
                    <a:pt x="1999" y="152"/>
                    <a:pt x="2040" y="152"/>
                  </a:cubicBezTo>
                  <a:close/>
                  <a:moveTo>
                    <a:pt x="2018" y="1"/>
                  </a:moveTo>
                  <a:cubicBezTo>
                    <a:pt x="1981" y="1"/>
                    <a:pt x="1944" y="2"/>
                    <a:pt x="1907" y="4"/>
                  </a:cubicBezTo>
                  <a:cubicBezTo>
                    <a:pt x="1304" y="43"/>
                    <a:pt x="812" y="349"/>
                    <a:pt x="482" y="890"/>
                  </a:cubicBezTo>
                  <a:cubicBezTo>
                    <a:pt x="146" y="1444"/>
                    <a:pt x="0" y="2227"/>
                    <a:pt x="60" y="3152"/>
                  </a:cubicBezTo>
                  <a:cubicBezTo>
                    <a:pt x="193" y="4929"/>
                    <a:pt x="963" y="6010"/>
                    <a:pt x="2084" y="6010"/>
                  </a:cubicBezTo>
                  <a:cubicBezTo>
                    <a:pt x="2122" y="6010"/>
                    <a:pt x="2161" y="6010"/>
                    <a:pt x="2200" y="6006"/>
                  </a:cubicBezTo>
                  <a:cubicBezTo>
                    <a:pt x="3497" y="5922"/>
                    <a:pt x="4169" y="4759"/>
                    <a:pt x="4042" y="2815"/>
                  </a:cubicBezTo>
                  <a:cubicBezTo>
                    <a:pt x="3984" y="1901"/>
                    <a:pt x="3769" y="1190"/>
                    <a:pt x="3403" y="700"/>
                  </a:cubicBezTo>
                  <a:cubicBezTo>
                    <a:pt x="3057" y="236"/>
                    <a:pt x="2581" y="1"/>
                    <a:pt x="201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7"/>
            <p:cNvSpPr/>
            <p:nvPr/>
          </p:nvSpPr>
          <p:spPr>
            <a:xfrm>
              <a:off x="3441775" y="2941275"/>
              <a:ext cx="102000" cy="146500"/>
            </a:xfrm>
            <a:custGeom>
              <a:rect b="b" l="l" r="r" t="t"/>
              <a:pathLst>
                <a:path extrusionOk="0" h="5860" w="4080">
                  <a:moveTo>
                    <a:pt x="1959" y="596"/>
                  </a:moveTo>
                  <a:cubicBezTo>
                    <a:pt x="2709" y="596"/>
                    <a:pt x="3104" y="1476"/>
                    <a:pt x="3192" y="2829"/>
                  </a:cubicBezTo>
                  <a:cubicBezTo>
                    <a:pt x="3285" y="4273"/>
                    <a:pt x="2970" y="5209"/>
                    <a:pt x="2187" y="5260"/>
                  </a:cubicBezTo>
                  <a:cubicBezTo>
                    <a:pt x="2168" y="5262"/>
                    <a:pt x="2150" y="5262"/>
                    <a:pt x="2131" y="5262"/>
                  </a:cubicBezTo>
                  <a:cubicBezTo>
                    <a:pt x="1463" y="5262"/>
                    <a:pt x="982" y="4462"/>
                    <a:pt x="890" y="3031"/>
                  </a:cubicBezTo>
                  <a:cubicBezTo>
                    <a:pt x="790" y="1490"/>
                    <a:pt x="1225" y="642"/>
                    <a:pt x="1894" y="598"/>
                  </a:cubicBezTo>
                  <a:cubicBezTo>
                    <a:pt x="1916" y="597"/>
                    <a:pt x="1938" y="596"/>
                    <a:pt x="1959" y="596"/>
                  </a:cubicBezTo>
                  <a:close/>
                  <a:moveTo>
                    <a:pt x="2024" y="0"/>
                  </a:moveTo>
                  <a:cubicBezTo>
                    <a:pt x="1983" y="0"/>
                    <a:pt x="1941" y="2"/>
                    <a:pt x="1899" y="4"/>
                  </a:cubicBezTo>
                  <a:cubicBezTo>
                    <a:pt x="751" y="79"/>
                    <a:pt x="0" y="1175"/>
                    <a:pt x="123" y="3071"/>
                  </a:cubicBezTo>
                  <a:cubicBezTo>
                    <a:pt x="257" y="4877"/>
                    <a:pt x="1023" y="5859"/>
                    <a:pt x="2070" y="5859"/>
                  </a:cubicBezTo>
                  <a:cubicBezTo>
                    <a:pt x="2107" y="5859"/>
                    <a:pt x="2144" y="5858"/>
                    <a:pt x="2182" y="5855"/>
                  </a:cubicBezTo>
                  <a:cubicBezTo>
                    <a:pt x="3433" y="5775"/>
                    <a:pt x="4079" y="4668"/>
                    <a:pt x="3954" y="2744"/>
                  </a:cubicBezTo>
                  <a:cubicBezTo>
                    <a:pt x="3842" y="1008"/>
                    <a:pt x="3143" y="0"/>
                    <a:pt x="20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7"/>
            <p:cNvSpPr/>
            <p:nvPr/>
          </p:nvSpPr>
          <p:spPr>
            <a:xfrm>
              <a:off x="3439950" y="2939350"/>
              <a:ext cx="105725" cy="150300"/>
            </a:xfrm>
            <a:custGeom>
              <a:rect b="b" l="l" r="r" t="t"/>
              <a:pathLst>
                <a:path extrusionOk="0" h="6012" w="4229">
                  <a:moveTo>
                    <a:pt x="2031" y="749"/>
                  </a:moveTo>
                  <a:cubicBezTo>
                    <a:pt x="2913" y="749"/>
                    <a:pt x="3135" y="2096"/>
                    <a:pt x="3188" y="2910"/>
                  </a:cubicBezTo>
                  <a:cubicBezTo>
                    <a:pt x="3243" y="3762"/>
                    <a:pt x="3195" y="5201"/>
                    <a:pt x="2255" y="5262"/>
                  </a:cubicBezTo>
                  <a:cubicBezTo>
                    <a:pt x="2239" y="5263"/>
                    <a:pt x="2224" y="5263"/>
                    <a:pt x="2208" y="5263"/>
                  </a:cubicBezTo>
                  <a:cubicBezTo>
                    <a:pt x="1565" y="5263"/>
                    <a:pt x="1124" y="4446"/>
                    <a:pt x="1037" y="3103"/>
                  </a:cubicBezTo>
                  <a:lnTo>
                    <a:pt x="1037" y="3101"/>
                  </a:lnTo>
                  <a:cubicBezTo>
                    <a:pt x="990" y="2379"/>
                    <a:pt x="1062" y="1777"/>
                    <a:pt x="1245" y="1360"/>
                  </a:cubicBezTo>
                  <a:cubicBezTo>
                    <a:pt x="1411" y="981"/>
                    <a:pt x="1662" y="770"/>
                    <a:pt x="1972" y="751"/>
                  </a:cubicBezTo>
                  <a:cubicBezTo>
                    <a:pt x="1992" y="749"/>
                    <a:pt x="2012" y="749"/>
                    <a:pt x="2031" y="749"/>
                  </a:cubicBezTo>
                  <a:close/>
                  <a:moveTo>
                    <a:pt x="2031" y="597"/>
                  </a:moveTo>
                  <a:cubicBezTo>
                    <a:pt x="2009" y="597"/>
                    <a:pt x="1985" y="597"/>
                    <a:pt x="1962" y="598"/>
                  </a:cubicBezTo>
                  <a:cubicBezTo>
                    <a:pt x="1593" y="623"/>
                    <a:pt x="1298" y="865"/>
                    <a:pt x="1106" y="1299"/>
                  </a:cubicBezTo>
                  <a:cubicBezTo>
                    <a:pt x="915" y="1738"/>
                    <a:pt x="838" y="2364"/>
                    <a:pt x="886" y="3112"/>
                  </a:cubicBezTo>
                  <a:cubicBezTo>
                    <a:pt x="981" y="4561"/>
                    <a:pt x="1469" y="5415"/>
                    <a:pt x="2201" y="5415"/>
                  </a:cubicBezTo>
                  <a:lnTo>
                    <a:pt x="2203" y="5415"/>
                  </a:lnTo>
                  <a:cubicBezTo>
                    <a:pt x="2224" y="5415"/>
                    <a:pt x="2244" y="5415"/>
                    <a:pt x="2264" y="5413"/>
                  </a:cubicBezTo>
                  <a:cubicBezTo>
                    <a:pt x="3058" y="5361"/>
                    <a:pt x="3441" y="4469"/>
                    <a:pt x="3340" y="2901"/>
                  </a:cubicBezTo>
                  <a:cubicBezTo>
                    <a:pt x="3243" y="1411"/>
                    <a:pt x="2780" y="597"/>
                    <a:pt x="2031" y="597"/>
                  </a:cubicBezTo>
                  <a:close/>
                  <a:moveTo>
                    <a:pt x="2096" y="152"/>
                  </a:moveTo>
                  <a:lnTo>
                    <a:pt x="2096" y="153"/>
                  </a:lnTo>
                  <a:cubicBezTo>
                    <a:pt x="3168" y="153"/>
                    <a:pt x="3841" y="1119"/>
                    <a:pt x="3952" y="2825"/>
                  </a:cubicBezTo>
                  <a:cubicBezTo>
                    <a:pt x="4073" y="4702"/>
                    <a:pt x="3467" y="5777"/>
                    <a:pt x="2250" y="5857"/>
                  </a:cubicBezTo>
                  <a:cubicBezTo>
                    <a:pt x="2212" y="5858"/>
                    <a:pt x="2177" y="5859"/>
                    <a:pt x="2141" y="5859"/>
                  </a:cubicBezTo>
                  <a:cubicBezTo>
                    <a:pt x="1093" y="5859"/>
                    <a:pt x="398" y="4854"/>
                    <a:pt x="271" y="3143"/>
                  </a:cubicBezTo>
                  <a:cubicBezTo>
                    <a:pt x="157" y="1376"/>
                    <a:pt x="811" y="232"/>
                    <a:pt x="1976" y="156"/>
                  </a:cubicBezTo>
                  <a:cubicBezTo>
                    <a:pt x="2016" y="153"/>
                    <a:pt x="2057" y="152"/>
                    <a:pt x="2096" y="152"/>
                  </a:cubicBezTo>
                  <a:close/>
                  <a:moveTo>
                    <a:pt x="2110" y="1"/>
                  </a:moveTo>
                  <a:cubicBezTo>
                    <a:pt x="2063" y="1"/>
                    <a:pt x="2015" y="2"/>
                    <a:pt x="1967" y="6"/>
                  </a:cubicBezTo>
                  <a:cubicBezTo>
                    <a:pt x="709" y="87"/>
                    <a:pt x="1" y="1294"/>
                    <a:pt x="122" y="3153"/>
                  </a:cubicBezTo>
                  <a:cubicBezTo>
                    <a:pt x="253" y="4931"/>
                    <a:pt x="1023" y="6012"/>
                    <a:pt x="2144" y="6012"/>
                  </a:cubicBezTo>
                  <a:cubicBezTo>
                    <a:pt x="2182" y="6012"/>
                    <a:pt x="2221" y="6011"/>
                    <a:pt x="2260" y="6008"/>
                  </a:cubicBezTo>
                  <a:cubicBezTo>
                    <a:pt x="3556" y="5925"/>
                    <a:pt x="4229" y="4760"/>
                    <a:pt x="4103" y="2817"/>
                  </a:cubicBezTo>
                  <a:cubicBezTo>
                    <a:pt x="3986" y="1024"/>
                    <a:pt x="3265" y="1"/>
                    <a:pt x="2110"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7"/>
            <p:cNvSpPr/>
            <p:nvPr/>
          </p:nvSpPr>
          <p:spPr>
            <a:xfrm>
              <a:off x="3575025" y="2932675"/>
              <a:ext cx="101975" cy="146450"/>
            </a:xfrm>
            <a:custGeom>
              <a:rect b="b" l="l" r="r" t="t"/>
              <a:pathLst>
                <a:path extrusionOk="0" h="5858" w="4079">
                  <a:moveTo>
                    <a:pt x="1959" y="596"/>
                  </a:moveTo>
                  <a:cubicBezTo>
                    <a:pt x="2709" y="596"/>
                    <a:pt x="3104" y="1476"/>
                    <a:pt x="3191" y="2828"/>
                  </a:cubicBezTo>
                  <a:cubicBezTo>
                    <a:pt x="3285" y="4272"/>
                    <a:pt x="2970" y="5210"/>
                    <a:pt x="2187" y="5260"/>
                  </a:cubicBezTo>
                  <a:cubicBezTo>
                    <a:pt x="2168" y="5262"/>
                    <a:pt x="2150" y="5262"/>
                    <a:pt x="2131" y="5262"/>
                  </a:cubicBezTo>
                  <a:cubicBezTo>
                    <a:pt x="1464" y="5262"/>
                    <a:pt x="983" y="4460"/>
                    <a:pt x="890" y="3030"/>
                  </a:cubicBezTo>
                  <a:cubicBezTo>
                    <a:pt x="790" y="1490"/>
                    <a:pt x="1223" y="641"/>
                    <a:pt x="1894" y="598"/>
                  </a:cubicBezTo>
                  <a:cubicBezTo>
                    <a:pt x="1916" y="597"/>
                    <a:pt x="1938" y="596"/>
                    <a:pt x="1959" y="596"/>
                  </a:cubicBezTo>
                  <a:close/>
                  <a:moveTo>
                    <a:pt x="2025" y="0"/>
                  </a:moveTo>
                  <a:cubicBezTo>
                    <a:pt x="1983" y="0"/>
                    <a:pt x="1941" y="2"/>
                    <a:pt x="1898" y="5"/>
                  </a:cubicBezTo>
                  <a:cubicBezTo>
                    <a:pt x="751" y="77"/>
                    <a:pt x="1" y="1175"/>
                    <a:pt x="123" y="3071"/>
                  </a:cubicBezTo>
                  <a:cubicBezTo>
                    <a:pt x="258" y="4877"/>
                    <a:pt x="1022" y="5858"/>
                    <a:pt x="2069" y="5858"/>
                  </a:cubicBezTo>
                  <a:cubicBezTo>
                    <a:pt x="2106" y="5858"/>
                    <a:pt x="2143" y="5857"/>
                    <a:pt x="2181" y="5854"/>
                  </a:cubicBezTo>
                  <a:cubicBezTo>
                    <a:pt x="3433" y="5774"/>
                    <a:pt x="4078" y="4667"/>
                    <a:pt x="3953" y="2744"/>
                  </a:cubicBezTo>
                  <a:cubicBezTo>
                    <a:pt x="3841" y="1009"/>
                    <a:pt x="3144" y="0"/>
                    <a:pt x="20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7"/>
            <p:cNvSpPr/>
            <p:nvPr/>
          </p:nvSpPr>
          <p:spPr>
            <a:xfrm>
              <a:off x="3574700" y="2930750"/>
              <a:ext cx="104200" cy="150275"/>
            </a:xfrm>
            <a:custGeom>
              <a:rect b="b" l="l" r="r" t="t"/>
              <a:pathLst>
                <a:path extrusionOk="0" h="6011" w="4168">
                  <a:moveTo>
                    <a:pt x="1970" y="748"/>
                  </a:moveTo>
                  <a:cubicBezTo>
                    <a:pt x="2854" y="748"/>
                    <a:pt x="3075" y="2096"/>
                    <a:pt x="3129" y="2910"/>
                  </a:cubicBezTo>
                  <a:cubicBezTo>
                    <a:pt x="3183" y="3762"/>
                    <a:pt x="3135" y="5201"/>
                    <a:pt x="2195" y="5262"/>
                  </a:cubicBezTo>
                  <a:cubicBezTo>
                    <a:pt x="2179" y="5263"/>
                    <a:pt x="2164" y="5263"/>
                    <a:pt x="2149" y="5263"/>
                  </a:cubicBezTo>
                  <a:cubicBezTo>
                    <a:pt x="1509" y="5263"/>
                    <a:pt x="1064" y="4446"/>
                    <a:pt x="977" y="3103"/>
                  </a:cubicBezTo>
                  <a:lnTo>
                    <a:pt x="977" y="3101"/>
                  </a:lnTo>
                  <a:cubicBezTo>
                    <a:pt x="930" y="2379"/>
                    <a:pt x="1002" y="1777"/>
                    <a:pt x="1186" y="1360"/>
                  </a:cubicBezTo>
                  <a:cubicBezTo>
                    <a:pt x="1351" y="981"/>
                    <a:pt x="1602" y="770"/>
                    <a:pt x="1912" y="751"/>
                  </a:cubicBezTo>
                  <a:cubicBezTo>
                    <a:pt x="1932" y="750"/>
                    <a:pt x="1951" y="748"/>
                    <a:pt x="1970" y="748"/>
                  </a:cubicBezTo>
                  <a:close/>
                  <a:moveTo>
                    <a:pt x="1971" y="597"/>
                  </a:moveTo>
                  <a:cubicBezTo>
                    <a:pt x="1949" y="597"/>
                    <a:pt x="1925" y="599"/>
                    <a:pt x="1902" y="600"/>
                  </a:cubicBezTo>
                  <a:cubicBezTo>
                    <a:pt x="1532" y="623"/>
                    <a:pt x="1236" y="865"/>
                    <a:pt x="1046" y="1299"/>
                  </a:cubicBezTo>
                  <a:cubicBezTo>
                    <a:pt x="854" y="1738"/>
                    <a:pt x="778" y="2364"/>
                    <a:pt x="826" y="3112"/>
                  </a:cubicBezTo>
                  <a:cubicBezTo>
                    <a:pt x="921" y="4561"/>
                    <a:pt x="1410" y="5416"/>
                    <a:pt x="2142" y="5416"/>
                  </a:cubicBezTo>
                  <a:cubicBezTo>
                    <a:pt x="2162" y="5416"/>
                    <a:pt x="2183" y="5414"/>
                    <a:pt x="2204" y="5413"/>
                  </a:cubicBezTo>
                  <a:cubicBezTo>
                    <a:pt x="2998" y="5361"/>
                    <a:pt x="3381" y="4469"/>
                    <a:pt x="3280" y="2901"/>
                  </a:cubicBezTo>
                  <a:cubicBezTo>
                    <a:pt x="3183" y="1411"/>
                    <a:pt x="2720" y="597"/>
                    <a:pt x="1971" y="597"/>
                  </a:cubicBezTo>
                  <a:close/>
                  <a:moveTo>
                    <a:pt x="2036" y="152"/>
                  </a:moveTo>
                  <a:cubicBezTo>
                    <a:pt x="3107" y="152"/>
                    <a:pt x="3781" y="1118"/>
                    <a:pt x="3892" y="2827"/>
                  </a:cubicBezTo>
                  <a:cubicBezTo>
                    <a:pt x="4012" y="4702"/>
                    <a:pt x="3407" y="5778"/>
                    <a:pt x="2188" y="5856"/>
                  </a:cubicBezTo>
                  <a:cubicBezTo>
                    <a:pt x="2155" y="5858"/>
                    <a:pt x="2121" y="5859"/>
                    <a:pt x="2089" y="5859"/>
                  </a:cubicBezTo>
                  <a:cubicBezTo>
                    <a:pt x="1041" y="5859"/>
                    <a:pt x="339" y="4860"/>
                    <a:pt x="212" y="3143"/>
                  </a:cubicBezTo>
                  <a:cubicBezTo>
                    <a:pt x="153" y="2248"/>
                    <a:pt x="292" y="1497"/>
                    <a:pt x="611" y="971"/>
                  </a:cubicBezTo>
                  <a:cubicBezTo>
                    <a:pt x="914" y="473"/>
                    <a:pt x="1364" y="192"/>
                    <a:pt x="1916" y="157"/>
                  </a:cubicBezTo>
                  <a:cubicBezTo>
                    <a:pt x="1957" y="153"/>
                    <a:pt x="1997" y="152"/>
                    <a:pt x="2036" y="152"/>
                  </a:cubicBezTo>
                  <a:close/>
                  <a:moveTo>
                    <a:pt x="2039" y="0"/>
                  </a:moveTo>
                  <a:cubicBezTo>
                    <a:pt x="1996" y="0"/>
                    <a:pt x="1952" y="2"/>
                    <a:pt x="1907" y="5"/>
                  </a:cubicBezTo>
                  <a:cubicBezTo>
                    <a:pt x="1303" y="44"/>
                    <a:pt x="811" y="351"/>
                    <a:pt x="482" y="892"/>
                  </a:cubicBezTo>
                  <a:cubicBezTo>
                    <a:pt x="146" y="1445"/>
                    <a:pt x="1" y="2228"/>
                    <a:pt x="61" y="3154"/>
                  </a:cubicBezTo>
                  <a:cubicBezTo>
                    <a:pt x="192" y="4930"/>
                    <a:pt x="963" y="6011"/>
                    <a:pt x="2083" y="6011"/>
                  </a:cubicBezTo>
                  <a:cubicBezTo>
                    <a:pt x="2121" y="6011"/>
                    <a:pt x="2160" y="6009"/>
                    <a:pt x="2199" y="6007"/>
                  </a:cubicBezTo>
                  <a:cubicBezTo>
                    <a:pt x="3496" y="5924"/>
                    <a:pt x="4168" y="4761"/>
                    <a:pt x="4042" y="2816"/>
                  </a:cubicBezTo>
                  <a:cubicBezTo>
                    <a:pt x="3926" y="1018"/>
                    <a:pt x="3197" y="0"/>
                    <a:pt x="203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7"/>
            <p:cNvSpPr/>
            <p:nvPr/>
          </p:nvSpPr>
          <p:spPr>
            <a:xfrm>
              <a:off x="3708275" y="2924050"/>
              <a:ext cx="101925" cy="146500"/>
            </a:xfrm>
            <a:custGeom>
              <a:rect b="b" l="l" r="r" t="t"/>
              <a:pathLst>
                <a:path extrusionOk="0" h="5860" w="4077">
                  <a:moveTo>
                    <a:pt x="1959" y="597"/>
                  </a:moveTo>
                  <a:cubicBezTo>
                    <a:pt x="2708" y="597"/>
                    <a:pt x="3103" y="1477"/>
                    <a:pt x="3190" y="2829"/>
                  </a:cubicBezTo>
                  <a:cubicBezTo>
                    <a:pt x="3284" y="4273"/>
                    <a:pt x="2969" y="5211"/>
                    <a:pt x="2186" y="5262"/>
                  </a:cubicBezTo>
                  <a:cubicBezTo>
                    <a:pt x="2168" y="5263"/>
                    <a:pt x="2150" y="5263"/>
                    <a:pt x="2132" y="5263"/>
                  </a:cubicBezTo>
                  <a:cubicBezTo>
                    <a:pt x="1464" y="5263"/>
                    <a:pt x="982" y="4461"/>
                    <a:pt x="889" y="3031"/>
                  </a:cubicBezTo>
                  <a:cubicBezTo>
                    <a:pt x="789" y="1492"/>
                    <a:pt x="1225" y="641"/>
                    <a:pt x="1894" y="600"/>
                  </a:cubicBezTo>
                  <a:cubicBezTo>
                    <a:pt x="1916" y="598"/>
                    <a:pt x="1938" y="597"/>
                    <a:pt x="1959" y="597"/>
                  </a:cubicBezTo>
                  <a:close/>
                  <a:moveTo>
                    <a:pt x="2023" y="0"/>
                  </a:moveTo>
                  <a:cubicBezTo>
                    <a:pt x="1982" y="0"/>
                    <a:pt x="1940" y="2"/>
                    <a:pt x="1898" y="4"/>
                  </a:cubicBezTo>
                  <a:cubicBezTo>
                    <a:pt x="750" y="79"/>
                    <a:pt x="1" y="1175"/>
                    <a:pt x="123" y="3071"/>
                  </a:cubicBezTo>
                  <a:cubicBezTo>
                    <a:pt x="257" y="4877"/>
                    <a:pt x="1022" y="5859"/>
                    <a:pt x="2069" y="5859"/>
                  </a:cubicBezTo>
                  <a:cubicBezTo>
                    <a:pt x="2106" y="5859"/>
                    <a:pt x="2143" y="5858"/>
                    <a:pt x="2181" y="5856"/>
                  </a:cubicBezTo>
                  <a:cubicBezTo>
                    <a:pt x="3432" y="5775"/>
                    <a:pt x="4077" y="4668"/>
                    <a:pt x="3953" y="2746"/>
                  </a:cubicBezTo>
                  <a:cubicBezTo>
                    <a:pt x="3841" y="1008"/>
                    <a:pt x="3142" y="0"/>
                    <a:pt x="20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7"/>
            <p:cNvSpPr/>
            <p:nvPr/>
          </p:nvSpPr>
          <p:spPr>
            <a:xfrm>
              <a:off x="3707950" y="2922175"/>
              <a:ext cx="104225" cy="150250"/>
            </a:xfrm>
            <a:custGeom>
              <a:rect b="b" l="l" r="r" t="t"/>
              <a:pathLst>
                <a:path extrusionOk="0" h="6010" w="4169">
                  <a:moveTo>
                    <a:pt x="1970" y="747"/>
                  </a:moveTo>
                  <a:cubicBezTo>
                    <a:pt x="2854" y="747"/>
                    <a:pt x="3076" y="2095"/>
                    <a:pt x="3128" y="2909"/>
                  </a:cubicBezTo>
                  <a:cubicBezTo>
                    <a:pt x="3174" y="3636"/>
                    <a:pt x="3117" y="4209"/>
                    <a:pt x="2958" y="4615"/>
                  </a:cubicBezTo>
                  <a:cubicBezTo>
                    <a:pt x="2801" y="5020"/>
                    <a:pt x="2543" y="5238"/>
                    <a:pt x="2194" y="5260"/>
                  </a:cubicBezTo>
                  <a:cubicBezTo>
                    <a:pt x="2178" y="5261"/>
                    <a:pt x="2161" y="5261"/>
                    <a:pt x="2145" y="5261"/>
                  </a:cubicBezTo>
                  <a:cubicBezTo>
                    <a:pt x="1512" y="5261"/>
                    <a:pt x="1064" y="4442"/>
                    <a:pt x="978" y="3101"/>
                  </a:cubicBezTo>
                  <a:cubicBezTo>
                    <a:pt x="931" y="2378"/>
                    <a:pt x="1002" y="1775"/>
                    <a:pt x="1185" y="1360"/>
                  </a:cubicBezTo>
                  <a:cubicBezTo>
                    <a:pt x="1351" y="979"/>
                    <a:pt x="1603" y="768"/>
                    <a:pt x="1911" y="749"/>
                  </a:cubicBezTo>
                  <a:cubicBezTo>
                    <a:pt x="1931" y="747"/>
                    <a:pt x="1950" y="747"/>
                    <a:pt x="1970" y="747"/>
                  </a:cubicBezTo>
                  <a:close/>
                  <a:moveTo>
                    <a:pt x="1961" y="596"/>
                  </a:moveTo>
                  <a:cubicBezTo>
                    <a:pt x="1942" y="596"/>
                    <a:pt x="1923" y="597"/>
                    <a:pt x="1903" y="598"/>
                  </a:cubicBezTo>
                  <a:cubicBezTo>
                    <a:pt x="1534" y="621"/>
                    <a:pt x="1238" y="863"/>
                    <a:pt x="1048" y="1298"/>
                  </a:cubicBezTo>
                  <a:cubicBezTo>
                    <a:pt x="855" y="1736"/>
                    <a:pt x="778" y="2364"/>
                    <a:pt x="826" y="3111"/>
                  </a:cubicBezTo>
                  <a:cubicBezTo>
                    <a:pt x="920" y="4560"/>
                    <a:pt x="1410" y="5413"/>
                    <a:pt x="2143" y="5414"/>
                  </a:cubicBezTo>
                  <a:lnTo>
                    <a:pt x="2143" y="5414"/>
                  </a:lnTo>
                  <a:cubicBezTo>
                    <a:pt x="2163" y="5414"/>
                    <a:pt x="2184" y="5413"/>
                    <a:pt x="2204" y="5412"/>
                  </a:cubicBezTo>
                  <a:cubicBezTo>
                    <a:pt x="2617" y="5386"/>
                    <a:pt x="2919" y="5136"/>
                    <a:pt x="3102" y="4671"/>
                  </a:cubicBezTo>
                  <a:cubicBezTo>
                    <a:pt x="3268" y="4244"/>
                    <a:pt x="3328" y="3649"/>
                    <a:pt x="3280" y="2900"/>
                  </a:cubicBezTo>
                  <a:cubicBezTo>
                    <a:pt x="3182" y="1402"/>
                    <a:pt x="2713" y="596"/>
                    <a:pt x="1961" y="596"/>
                  </a:cubicBezTo>
                  <a:close/>
                  <a:moveTo>
                    <a:pt x="2143" y="5414"/>
                  </a:moveTo>
                  <a:cubicBezTo>
                    <a:pt x="2142" y="5414"/>
                    <a:pt x="2142" y="5414"/>
                    <a:pt x="2142" y="5414"/>
                  </a:cubicBezTo>
                  <a:lnTo>
                    <a:pt x="2143" y="5414"/>
                  </a:lnTo>
                  <a:cubicBezTo>
                    <a:pt x="2143" y="5414"/>
                    <a:pt x="2143" y="5414"/>
                    <a:pt x="2143" y="5414"/>
                  </a:cubicBezTo>
                  <a:close/>
                  <a:moveTo>
                    <a:pt x="2039" y="151"/>
                  </a:moveTo>
                  <a:cubicBezTo>
                    <a:pt x="2547" y="151"/>
                    <a:pt x="2965" y="366"/>
                    <a:pt x="3283" y="790"/>
                  </a:cubicBezTo>
                  <a:cubicBezTo>
                    <a:pt x="3625" y="1250"/>
                    <a:pt x="3835" y="1953"/>
                    <a:pt x="3891" y="2825"/>
                  </a:cubicBezTo>
                  <a:cubicBezTo>
                    <a:pt x="4013" y="4700"/>
                    <a:pt x="3408" y="5777"/>
                    <a:pt x="2190" y="5855"/>
                  </a:cubicBezTo>
                  <a:cubicBezTo>
                    <a:pt x="2153" y="5857"/>
                    <a:pt x="2117" y="5859"/>
                    <a:pt x="2081" y="5859"/>
                  </a:cubicBezTo>
                  <a:cubicBezTo>
                    <a:pt x="1038" y="5859"/>
                    <a:pt x="339" y="4853"/>
                    <a:pt x="212" y="3142"/>
                  </a:cubicBezTo>
                  <a:cubicBezTo>
                    <a:pt x="155" y="2248"/>
                    <a:pt x="293" y="1496"/>
                    <a:pt x="613" y="969"/>
                  </a:cubicBezTo>
                  <a:cubicBezTo>
                    <a:pt x="914" y="473"/>
                    <a:pt x="1366" y="191"/>
                    <a:pt x="1918" y="155"/>
                  </a:cubicBezTo>
                  <a:cubicBezTo>
                    <a:pt x="1958" y="152"/>
                    <a:pt x="2000" y="151"/>
                    <a:pt x="2039" y="151"/>
                  </a:cubicBezTo>
                  <a:close/>
                  <a:moveTo>
                    <a:pt x="2008" y="0"/>
                  </a:moveTo>
                  <a:cubicBezTo>
                    <a:pt x="1975" y="0"/>
                    <a:pt x="1941" y="1"/>
                    <a:pt x="1907" y="3"/>
                  </a:cubicBezTo>
                  <a:cubicBezTo>
                    <a:pt x="1304" y="42"/>
                    <a:pt x="811" y="349"/>
                    <a:pt x="483" y="889"/>
                  </a:cubicBezTo>
                  <a:cubicBezTo>
                    <a:pt x="147" y="1444"/>
                    <a:pt x="1" y="2227"/>
                    <a:pt x="61" y="3153"/>
                  </a:cubicBezTo>
                  <a:cubicBezTo>
                    <a:pt x="194" y="4929"/>
                    <a:pt x="963" y="6010"/>
                    <a:pt x="2084" y="6010"/>
                  </a:cubicBezTo>
                  <a:cubicBezTo>
                    <a:pt x="2121" y="6010"/>
                    <a:pt x="2160" y="6009"/>
                    <a:pt x="2199" y="6006"/>
                  </a:cubicBezTo>
                  <a:cubicBezTo>
                    <a:pt x="3496" y="5921"/>
                    <a:pt x="4168" y="4758"/>
                    <a:pt x="4043" y="2815"/>
                  </a:cubicBezTo>
                  <a:cubicBezTo>
                    <a:pt x="3983" y="1901"/>
                    <a:pt x="3768" y="1189"/>
                    <a:pt x="3404" y="699"/>
                  </a:cubicBezTo>
                  <a:cubicBezTo>
                    <a:pt x="3055" y="232"/>
                    <a:pt x="2577" y="0"/>
                    <a:pt x="200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7"/>
            <p:cNvSpPr/>
            <p:nvPr/>
          </p:nvSpPr>
          <p:spPr>
            <a:xfrm>
              <a:off x="3977150" y="2906650"/>
              <a:ext cx="101975" cy="146500"/>
            </a:xfrm>
            <a:custGeom>
              <a:rect b="b" l="l" r="r" t="t"/>
              <a:pathLst>
                <a:path extrusionOk="0" h="5860" w="4079">
                  <a:moveTo>
                    <a:pt x="1959" y="598"/>
                  </a:moveTo>
                  <a:cubicBezTo>
                    <a:pt x="2709" y="598"/>
                    <a:pt x="3103" y="1477"/>
                    <a:pt x="3191" y="2830"/>
                  </a:cubicBezTo>
                  <a:cubicBezTo>
                    <a:pt x="3283" y="4274"/>
                    <a:pt x="2969" y="5211"/>
                    <a:pt x="2185" y="5262"/>
                  </a:cubicBezTo>
                  <a:cubicBezTo>
                    <a:pt x="2167" y="5263"/>
                    <a:pt x="2149" y="5264"/>
                    <a:pt x="2131" y="5264"/>
                  </a:cubicBezTo>
                  <a:cubicBezTo>
                    <a:pt x="1465" y="5264"/>
                    <a:pt x="981" y="4463"/>
                    <a:pt x="888" y="3031"/>
                  </a:cubicBezTo>
                  <a:cubicBezTo>
                    <a:pt x="791" y="1492"/>
                    <a:pt x="1224" y="643"/>
                    <a:pt x="1894" y="600"/>
                  </a:cubicBezTo>
                  <a:cubicBezTo>
                    <a:pt x="1916" y="599"/>
                    <a:pt x="1937" y="598"/>
                    <a:pt x="1959" y="598"/>
                  </a:cubicBezTo>
                  <a:close/>
                  <a:moveTo>
                    <a:pt x="2023" y="1"/>
                  </a:moveTo>
                  <a:cubicBezTo>
                    <a:pt x="1982" y="1"/>
                    <a:pt x="1941" y="2"/>
                    <a:pt x="1899" y="5"/>
                  </a:cubicBezTo>
                  <a:cubicBezTo>
                    <a:pt x="750" y="79"/>
                    <a:pt x="0" y="1176"/>
                    <a:pt x="122" y="3073"/>
                  </a:cubicBezTo>
                  <a:cubicBezTo>
                    <a:pt x="257" y="4877"/>
                    <a:pt x="1021" y="5860"/>
                    <a:pt x="2069" y="5860"/>
                  </a:cubicBezTo>
                  <a:cubicBezTo>
                    <a:pt x="2105" y="5860"/>
                    <a:pt x="2143" y="5859"/>
                    <a:pt x="2180" y="5856"/>
                  </a:cubicBezTo>
                  <a:cubicBezTo>
                    <a:pt x="3433" y="5775"/>
                    <a:pt x="4079" y="4668"/>
                    <a:pt x="3954" y="2746"/>
                  </a:cubicBezTo>
                  <a:cubicBezTo>
                    <a:pt x="3842" y="1009"/>
                    <a:pt x="3142" y="1"/>
                    <a:pt x="20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7"/>
            <p:cNvSpPr/>
            <p:nvPr/>
          </p:nvSpPr>
          <p:spPr>
            <a:xfrm>
              <a:off x="3975325" y="2904775"/>
              <a:ext cx="105700" cy="150275"/>
            </a:xfrm>
            <a:custGeom>
              <a:rect b="b" l="l" r="r" t="t"/>
              <a:pathLst>
                <a:path extrusionOk="0" h="6011" w="4228">
                  <a:moveTo>
                    <a:pt x="2027" y="749"/>
                  </a:moveTo>
                  <a:cubicBezTo>
                    <a:pt x="2908" y="749"/>
                    <a:pt x="3136" y="2094"/>
                    <a:pt x="3188" y="2910"/>
                  </a:cubicBezTo>
                  <a:cubicBezTo>
                    <a:pt x="3235" y="3637"/>
                    <a:pt x="3179" y="4210"/>
                    <a:pt x="3020" y="4616"/>
                  </a:cubicBezTo>
                  <a:cubicBezTo>
                    <a:pt x="2860" y="5022"/>
                    <a:pt x="2603" y="5238"/>
                    <a:pt x="2254" y="5262"/>
                  </a:cubicBezTo>
                  <a:cubicBezTo>
                    <a:pt x="2239" y="5263"/>
                    <a:pt x="2222" y="5263"/>
                    <a:pt x="2206" y="5263"/>
                  </a:cubicBezTo>
                  <a:cubicBezTo>
                    <a:pt x="1569" y="5263"/>
                    <a:pt x="1124" y="4443"/>
                    <a:pt x="1037" y="3103"/>
                  </a:cubicBezTo>
                  <a:lnTo>
                    <a:pt x="1037" y="3101"/>
                  </a:lnTo>
                  <a:cubicBezTo>
                    <a:pt x="990" y="2379"/>
                    <a:pt x="1061" y="1777"/>
                    <a:pt x="1245" y="1360"/>
                  </a:cubicBezTo>
                  <a:cubicBezTo>
                    <a:pt x="1410" y="981"/>
                    <a:pt x="1662" y="770"/>
                    <a:pt x="1972" y="751"/>
                  </a:cubicBezTo>
                  <a:cubicBezTo>
                    <a:pt x="1990" y="750"/>
                    <a:pt x="2009" y="749"/>
                    <a:pt x="2027" y="749"/>
                  </a:cubicBezTo>
                  <a:close/>
                  <a:moveTo>
                    <a:pt x="2030" y="597"/>
                  </a:moveTo>
                  <a:cubicBezTo>
                    <a:pt x="2007" y="597"/>
                    <a:pt x="1985" y="598"/>
                    <a:pt x="1961" y="600"/>
                  </a:cubicBezTo>
                  <a:cubicBezTo>
                    <a:pt x="1593" y="622"/>
                    <a:pt x="1297" y="865"/>
                    <a:pt x="1107" y="1299"/>
                  </a:cubicBezTo>
                  <a:cubicBezTo>
                    <a:pt x="914" y="1738"/>
                    <a:pt x="837" y="2364"/>
                    <a:pt x="886" y="3112"/>
                  </a:cubicBezTo>
                  <a:cubicBezTo>
                    <a:pt x="981" y="4561"/>
                    <a:pt x="1469" y="5414"/>
                    <a:pt x="2201" y="5414"/>
                  </a:cubicBezTo>
                  <a:cubicBezTo>
                    <a:pt x="2222" y="5414"/>
                    <a:pt x="2243" y="5414"/>
                    <a:pt x="2263" y="5413"/>
                  </a:cubicBezTo>
                  <a:cubicBezTo>
                    <a:pt x="2676" y="5387"/>
                    <a:pt x="2978" y="5137"/>
                    <a:pt x="3161" y="4672"/>
                  </a:cubicBezTo>
                  <a:cubicBezTo>
                    <a:pt x="3327" y="4246"/>
                    <a:pt x="3387" y="3650"/>
                    <a:pt x="3339" y="2901"/>
                  </a:cubicBezTo>
                  <a:cubicBezTo>
                    <a:pt x="3243" y="1411"/>
                    <a:pt x="2779" y="597"/>
                    <a:pt x="2030" y="597"/>
                  </a:cubicBezTo>
                  <a:close/>
                  <a:moveTo>
                    <a:pt x="2095" y="152"/>
                  </a:moveTo>
                  <a:cubicBezTo>
                    <a:pt x="3167" y="152"/>
                    <a:pt x="3841" y="1118"/>
                    <a:pt x="3951" y="2826"/>
                  </a:cubicBezTo>
                  <a:cubicBezTo>
                    <a:pt x="4072" y="4702"/>
                    <a:pt x="3468" y="5777"/>
                    <a:pt x="2249" y="5856"/>
                  </a:cubicBezTo>
                  <a:cubicBezTo>
                    <a:pt x="2213" y="5858"/>
                    <a:pt x="2175" y="5859"/>
                    <a:pt x="2140" y="5859"/>
                  </a:cubicBezTo>
                  <a:cubicBezTo>
                    <a:pt x="1094" y="5859"/>
                    <a:pt x="399" y="4854"/>
                    <a:pt x="271" y="3143"/>
                  </a:cubicBezTo>
                  <a:cubicBezTo>
                    <a:pt x="156" y="1377"/>
                    <a:pt x="810" y="231"/>
                    <a:pt x="1976" y="156"/>
                  </a:cubicBezTo>
                  <a:cubicBezTo>
                    <a:pt x="2016" y="153"/>
                    <a:pt x="2056" y="152"/>
                    <a:pt x="2095" y="152"/>
                  </a:cubicBezTo>
                  <a:close/>
                  <a:moveTo>
                    <a:pt x="2091" y="1"/>
                  </a:moveTo>
                  <a:cubicBezTo>
                    <a:pt x="2050" y="1"/>
                    <a:pt x="2009" y="2"/>
                    <a:pt x="1967" y="4"/>
                  </a:cubicBezTo>
                  <a:cubicBezTo>
                    <a:pt x="707" y="85"/>
                    <a:pt x="0" y="1292"/>
                    <a:pt x="120" y="3153"/>
                  </a:cubicBezTo>
                  <a:cubicBezTo>
                    <a:pt x="253" y="4930"/>
                    <a:pt x="1022" y="6011"/>
                    <a:pt x="2142" y="6011"/>
                  </a:cubicBezTo>
                  <a:cubicBezTo>
                    <a:pt x="2181" y="6011"/>
                    <a:pt x="2219" y="6009"/>
                    <a:pt x="2258" y="6007"/>
                  </a:cubicBezTo>
                  <a:cubicBezTo>
                    <a:pt x="3557" y="5923"/>
                    <a:pt x="4227" y="4760"/>
                    <a:pt x="4102" y="2816"/>
                  </a:cubicBezTo>
                  <a:cubicBezTo>
                    <a:pt x="3987" y="1012"/>
                    <a:pt x="3255" y="1"/>
                    <a:pt x="209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7"/>
            <p:cNvSpPr/>
            <p:nvPr/>
          </p:nvSpPr>
          <p:spPr>
            <a:xfrm>
              <a:off x="4110350" y="2898075"/>
              <a:ext cx="102000" cy="146475"/>
            </a:xfrm>
            <a:custGeom>
              <a:rect b="b" l="l" r="r" t="t"/>
              <a:pathLst>
                <a:path extrusionOk="0" h="5859" w="4080">
                  <a:moveTo>
                    <a:pt x="1961" y="596"/>
                  </a:moveTo>
                  <a:cubicBezTo>
                    <a:pt x="2710" y="596"/>
                    <a:pt x="3104" y="1475"/>
                    <a:pt x="3191" y="2829"/>
                  </a:cubicBezTo>
                  <a:cubicBezTo>
                    <a:pt x="3285" y="4272"/>
                    <a:pt x="2970" y="5209"/>
                    <a:pt x="2187" y="5260"/>
                  </a:cubicBezTo>
                  <a:cubicBezTo>
                    <a:pt x="2169" y="5261"/>
                    <a:pt x="2150" y="5262"/>
                    <a:pt x="2132" y="5262"/>
                  </a:cubicBezTo>
                  <a:cubicBezTo>
                    <a:pt x="1465" y="5262"/>
                    <a:pt x="983" y="4460"/>
                    <a:pt x="890" y="3029"/>
                  </a:cubicBezTo>
                  <a:cubicBezTo>
                    <a:pt x="791" y="1490"/>
                    <a:pt x="1225" y="641"/>
                    <a:pt x="1896" y="598"/>
                  </a:cubicBezTo>
                  <a:cubicBezTo>
                    <a:pt x="1918" y="597"/>
                    <a:pt x="1939" y="596"/>
                    <a:pt x="1961" y="596"/>
                  </a:cubicBezTo>
                  <a:close/>
                  <a:moveTo>
                    <a:pt x="2024" y="0"/>
                  </a:moveTo>
                  <a:cubicBezTo>
                    <a:pt x="1983" y="0"/>
                    <a:pt x="1942" y="1"/>
                    <a:pt x="1900" y="4"/>
                  </a:cubicBezTo>
                  <a:cubicBezTo>
                    <a:pt x="751" y="78"/>
                    <a:pt x="1" y="1175"/>
                    <a:pt x="123" y="3071"/>
                  </a:cubicBezTo>
                  <a:cubicBezTo>
                    <a:pt x="258" y="4877"/>
                    <a:pt x="1024" y="5859"/>
                    <a:pt x="2073" y="5859"/>
                  </a:cubicBezTo>
                  <a:cubicBezTo>
                    <a:pt x="2109" y="5859"/>
                    <a:pt x="2145" y="5858"/>
                    <a:pt x="2182" y="5855"/>
                  </a:cubicBezTo>
                  <a:cubicBezTo>
                    <a:pt x="3434" y="5775"/>
                    <a:pt x="4080" y="4666"/>
                    <a:pt x="3955" y="2744"/>
                  </a:cubicBezTo>
                  <a:cubicBezTo>
                    <a:pt x="3843" y="1008"/>
                    <a:pt x="3143" y="0"/>
                    <a:pt x="20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7"/>
            <p:cNvSpPr/>
            <p:nvPr/>
          </p:nvSpPr>
          <p:spPr>
            <a:xfrm>
              <a:off x="4108525" y="2896150"/>
              <a:ext cx="105750" cy="150300"/>
            </a:xfrm>
            <a:custGeom>
              <a:rect b="b" l="l" r="r" t="t"/>
              <a:pathLst>
                <a:path extrusionOk="0" h="6012" w="4230">
                  <a:moveTo>
                    <a:pt x="2031" y="749"/>
                  </a:moveTo>
                  <a:cubicBezTo>
                    <a:pt x="2915" y="749"/>
                    <a:pt x="3137" y="2096"/>
                    <a:pt x="3190" y="2911"/>
                  </a:cubicBezTo>
                  <a:cubicBezTo>
                    <a:pt x="3245" y="3763"/>
                    <a:pt x="3197" y="5202"/>
                    <a:pt x="2257" y="5263"/>
                  </a:cubicBezTo>
                  <a:cubicBezTo>
                    <a:pt x="2240" y="5264"/>
                    <a:pt x="2224" y="5264"/>
                    <a:pt x="2207" y="5264"/>
                  </a:cubicBezTo>
                  <a:cubicBezTo>
                    <a:pt x="1572" y="5264"/>
                    <a:pt x="1126" y="4444"/>
                    <a:pt x="1039" y="3102"/>
                  </a:cubicBezTo>
                  <a:cubicBezTo>
                    <a:pt x="992" y="2380"/>
                    <a:pt x="1064" y="1777"/>
                    <a:pt x="1247" y="1360"/>
                  </a:cubicBezTo>
                  <a:cubicBezTo>
                    <a:pt x="1413" y="982"/>
                    <a:pt x="1664" y="770"/>
                    <a:pt x="1974" y="751"/>
                  </a:cubicBezTo>
                  <a:cubicBezTo>
                    <a:pt x="1993" y="751"/>
                    <a:pt x="2013" y="749"/>
                    <a:pt x="2031" y="749"/>
                  </a:cubicBezTo>
                  <a:close/>
                  <a:moveTo>
                    <a:pt x="2033" y="597"/>
                  </a:moveTo>
                  <a:cubicBezTo>
                    <a:pt x="2009" y="597"/>
                    <a:pt x="1987" y="598"/>
                    <a:pt x="1964" y="599"/>
                  </a:cubicBezTo>
                  <a:cubicBezTo>
                    <a:pt x="1594" y="623"/>
                    <a:pt x="1298" y="865"/>
                    <a:pt x="1108" y="1299"/>
                  </a:cubicBezTo>
                  <a:cubicBezTo>
                    <a:pt x="915" y="1738"/>
                    <a:pt x="840" y="2364"/>
                    <a:pt x="888" y="3112"/>
                  </a:cubicBezTo>
                  <a:cubicBezTo>
                    <a:pt x="982" y="4561"/>
                    <a:pt x="1471" y="5415"/>
                    <a:pt x="2203" y="5415"/>
                  </a:cubicBezTo>
                  <a:cubicBezTo>
                    <a:pt x="2224" y="5415"/>
                    <a:pt x="2245" y="5414"/>
                    <a:pt x="2266" y="5413"/>
                  </a:cubicBezTo>
                  <a:cubicBezTo>
                    <a:pt x="3060" y="5362"/>
                    <a:pt x="3442" y="4470"/>
                    <a:pt x="3340" y="2901"/>
                  </a:cubicBezTo>
                  <a:cubicBezTo>
                    <a:pt x="3244" y="1411"/>
                    <a:pt x="2780" y="597"/>
                    <a:pt x="2033" y="597"/>
                  </a:cubicBezTo>
                  <a:close/>
                  <a:moveTo>
                    <a:pt x="2096" y="153"/>
                  </a:moveTo>
                  <a:cubicBezTo>
                    <a:pt x="3168" y="153"/>
                    <a:pt x="3841" y="1118"/>
                    <a:pt x="3952" y="2826"/>
                  </a:cubicBezTo>
                  <a:cubicBezTo>
                    <a:pt x="4073" y="4702"/>
                    <a:pt x="3469" y="5777"/>
                    <a:pt x="2250" y="5857"/>
                  </a:cubicBezTo>
                  <a:cubicBezTo>
                    <a:pt x="2212" y="5859"/>
                    <a:pt x="2174" y="5861"/>
                    <a:pt x="2136" y="5861"/>
                  </a:cubicBezTo>
                  <a:cubicBezTo>
                    <a:pt x="1090" y="5861"/>
                    <a:pt x="399" y="4851"/>
                    <a:pt x="272" y="3143"/>
                  </a:cubicBezTo>
                  <a:cubicBezTo>
                    <a:pt x="159" y="1376"/>
                    <a:pt x="811" y="232"/>
                    <a:pt x="1977" y="157"/>
                  </a:cubicBezTo>
                  <a:cubicBezTo>
                    <a:pt x="2017" y="153"/>
                    <a:pt x="2057" y="153"/>
                    <a:pt x="2096" y="153"/>
                  </a:cubicBezTo>
                  <a:close/>
                  <a:moveTo>
                    <a:pt x="2098" y="0"/>
                  </a:moveTo>
                  <a:cubicBezTo>
                    <a:pt x="2055" y="0"/>
                    <a:pt x="2012" y="2"/>
                    <a:pt x="1967" y="4"/>
                  </a:cubicBezTo>
                  <a:cubicBezTo>
                    <a:pt x="708" y="86"/>
                    <a:pt x="1" y="1292"/>
                    <a:pt x="121" y="3153"/>
                  </a:cubicBezTo>
                  <a:cubicBezTo>
                    <a:pt x="254" y="4930"/>
                    <a:pt x="1025" y="6012"/>
                    <a:pt x="2146" y="6012"/>
                  </a:cubicBezTo>
                  <a:cubicBezTo>
                    <a:pt x="2184" y="6012"/>
                    <a:pt x="2221" y="6010"/>
                    <a:pt x="2260" y="6007"/>
                  </a:cubicBezTo>
                  <a:cubicBezTo>
                    <a:pt x="3558" y="5924"/>
                    <a:pt x="4229" y="4760"/>
                    <a:pt x="4104" y="2816"/>
                  </a:cubicBezTo>
                  <a:cubicBezTo>
                    <a:pt x="3988" y="1015"/>
                    <a:pt x="3263" y="0"/>
                    <a:pt x="209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7"/>
            <p:cNvSpPr/>
            <p:nvPr/>
          </p:nvSpPr>
          <p:spPr>
            <a:xfrm>
              <a:off x="4243625" y="2889450"/>
              <a:ext cx="101950" cy="146475"/>
            </a:xfrm>
            <a:custGeom>
              <a:rect b="b" l="l" r="r" t="t"/>
              <a:pathLst>
                <a:path extrusionOk="0" h="5859" w="4078">
                  <a:moveTo>
                    <a:pt x="1960" y="597"/>
                  </a:moveTo>
                  <a:cubicBezTo>
                    <a:pt x="2708" y="597"/>
                    <a:pt x="3103" y="1477"/>
                    <a:pt x="3192" y="2829"/>
                  </a:cubicBezTo>
                  <a:cubicBezTo>
                    <a:pt x="3284" y="4273"/>
                    <a:pt x="2969" y="5211"/>
                    <a:pt x="2187" y="5261"/>
                  </a:cubicBezTo>
                  <a:cubicBezTo>
                    <a:pt x="2168" y="5263"/>
                    <a:pt x="2150" y="5263"/>
                    <a:pt x="2132" y="5263"/>
                  </a:cubicBezTo>
                  <a:cubicBezTo>
                    <a:pt x="1464" y="5263"/>
                    <a:pt x="982" y="4461"/>
                    <a:pt x="890" y="3031"/>
                  </a:cubicBezTo>
                  <a:cubicBezTo>
                    <a:pt x="789" y="1491"/>
                    <a:pt x="1224" y="642"/>
                    <a:pt x="1895" y="599"/>
                  </a:cubicBezTo>
                  <a:cubicBezTo>
                    <a:pt x="1917" y="598"/>
                    <a:pt x="1939" y="597"/>
                    <a:pt x="1960" y="597"/>
                  </a:cubicBezTo>
                  <a:close/>
                  <a:moveTo>
                    <a:pt x="2023" y="0"/>
                  </a:moveTo>
                  <a:cubicBezTo>
                    <a:pt x="1982" y="0"/>
                    <a:pt x="1941" y="1"/>
                    <a:pt x="1899" y="4"/>
                  </a:cubicBezTo>
                  <a:cubicBezTo>
                    <a:pt x="750" y="78"/>
                    <a:pt x="0" y="1175"/>
                    <a:pt x="124" y="3072"/>
                  </a:cubicBezTo>
                  <a:cubicBezTo>
                    <a:pt x="257" y="4876"/>
                    <a:pt x="1023" y="5859"/>
                    <a:pt x="2070" y="5859"/>
                  </a:cubicBezTo>
                  <a:cubicBezTo>
                    <a:pt x="2107" y="5859"/>
                    <a:pt x="2144" y="5858"/>
                    <a:pt x="2181" y="5855"/>
                  </a:cubicBezTo>
                  <a:cubicBezTo>
                    <a:pt x="3434" y="5774"/>
                    <a:pt x="4078" y="4668"/>
                    <a:pt x="3954" y="2745"/>
                  </a:cubicBezTo>
                  <a:cubicBezTo>
                    <a:pt x="3842" y="1009"/>
                    <a:pt x="3142" y="0"/>
                    <a:pt x="20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7"/>
            <p:cNvSpPr/>
            <p:nvPr/>
          </p:nvSpPr>
          <p:spPr>
            <a:xfrm>
              <a:off x="4243300" y="2887575"/>
              <a:ext cx="104225" cy="150250"/>
            </a:xfrm>
            <a:custGeom>
              <a:rect b="b" l="l" r="r" t="t"/>
              <a:pathLst>
                <a:path extrusionOk="0" h="6010" w="4169">
                  <a:moveTo>
                    <a:pt x="1968" y="747"/>
                  </a:moveTo>
                  <a:cubicBezTo>
                    <a:pt x="2846" y="747"/>
                    <a:pt x="3077" y="2094"/>
                    <a:pt x="3129" y="2909"/>
                  </a:cubicBezTo>
                  <a:cubicBezTo>
                    <a:pt x="3176" y="3636"/>
                    <a:pt x="3119" y="4209"/>
                    <a:pt x="2960" y="4615"/>
                  </a:cubicBezTo>
                  <a:cubicBezTo>
                    <a:pt x="2801" y="5021"/>
                    <a:pt x="2543" y="5237"/>
                    <a:pt x="2196" y="5260"/>
                  </a:cubicBezTo>
                  <a:cubicBezTo>
                    <a:pt x="2179" y="5262"/>
                    <a:pt x="2163" y="5262"/>
                    <a:pt x="2146" y="5262"/>
                  </a:cubicBezTo>
                  <a:cubicBezTo>
                    <a:pt x="1511" y="5262"/>
                    <a:pt x="1065" y="4442"/>
                    <a:pt x="978" y="3100"/>
                  </a:cubicBezTo>
                  <a:cubicBezTo>
                    <a:pt x="887" y="1693"/>
                    <a:pt x="1245" y="791"/>
                    <a:pt x="1912" y="748"/>
                  </a:cubicBezTo>
                  <a:cubicBezTo>
                    <a:pt x="1931" y="747"/>
                    <a:pt x="1950" y="747"/>
                    <a:pt x="1968" y="747"/>
                  </a:cubicBezTo>
                  <a:close/>
                  <a:moveTo>
                    <a:pt x="1970" y="596"/>
                  </a:moveTo>
                  <a:cubicBezTo>
                    <a:pt x="1948" y="596"/>
                    <a:pt x="1926" y="596"/>
                    <a:pt x="1903" y="597"/>
                  </a:cubicBezTo>
                  <a:cubicBezTo>
                    <a:pt x="1142" y="647"/>
                    <a:pt x="731" y="1611"/>
                    <a:pt x="827" y="3111"/>
                  </a:cubicBezTo>
                  <a:cubicBezTo>
                    <a:pt x="921" y="4560"/>
                    <a:pt x="1410" y="5413"/>
                    <a:pt x="2142" y="5413"/>
                  </a:cubicBezTo>
                  <a:cubicBezTo>
                    <a:pt x="2163" y="5413"/>
                    <a:pt x="2184" y="5413"/>
                    <a:pt x="2205" y="5412"/>
                  </a:cubicBezTo>
                  <a:cubicBezTo>
                    <a:pt x="2618" y="5385"/>
                    <a:pt x="2919" y="5136"/>
                    <a:pt x="3101" y="4671"/>
                  </a:cubicBezTo>
                  <a:cubicBezTo>
                    <a:pt x="3268" y="4244"/>
                    <a:pt x="3329" y="3649"/>
                    <a:pt x="3281" y="2900"/>
                  </a:cubicBezTo>
                  <a:cubicBezTo>
                    <a:pt x="3183" y="1410"/>
                    <a:pt x="2719" y="596"/>
                    <a:pt x="1970" y="596"/>
                  </a:cubicBezTo>
                  <a:close/>
                  <a:moveTo>
                    <a:pt x="2039" y="151"/>
                  </a:moveTo>
                  <a:cubicBezTo>
                    <a:pt x="2549" y="151"/>
                    <a:pt x="2965" y="366"/>
                    <a:pt x="3282" y="790"/>
                  </a:cubicBezTo>
                  <a:cubicBezTo>
                    <a:pt x="3624" y="1250"/>
                    <a:pt x="3835" y="1953"/>
                    <a:pt x="3891" y="2824"/>
                  </a:cubicBezTo>
                  <a:cubicBezTo>
                    <a:pt x="4012" y="4700"/>
                    <a:pt x="3408" y="5775"/>
                    <a:pt x="2189" y="5855"/>
                  </a:cubicBezTo>
                  <a:cubicBezTo>
                    <a:pt x="2152" y="5857"/>
                    <a:pt x="2114" y="5858"/>
                    <a:pt x="2078" y="5858"/>
                  </a:cubicBezTo>
                  <a:cubicBezTo>
                    <a:pt x="1039" y="5858"/>
                    <a:pt x="338" y="4851"/>
                    <a:pt x="212" y="3142"/>
                  </a:cubicBezTo>
                  <a:cubicBezTo>
                    <a:pt x="154" y="2247"/>
                    <a:pt x="292" y="1496"/>
                    <a:pt x="612" y="969"/>
                  </a:cubicBezTo>
                  <a:cubicBezTo>
                    <a:pt x="913" y="472"/>
                    <a:pt x="1365" y="191"/>
                    <a:pt x="1917" y="155"/>
                  </a:cubicBezTo>
                  <a:cubicBezTo>
                    <a:pt x="1957" y="152"/>
                    <a:pt x="1999" y="151"/>
                    <a:pt x="2039" y="151"/>
                  </a:cubicBezTo>
                  <a:close/>
                  <a:moveTo>
                    <a:pt x="2015" y="1"/>
                  </a:moveTo>
                  <a:cubicBezTo>
                    <a:pt x="1980" y="1"/>
                    <a:pt x="1944" y="2"/>
                    <a:pt x="1908" y="4"/>
                  </a:cubicBezTo>
                  <a:cubicBezTo>
                    <a:pt x="1304" y="43"/>
                    <a:pt x="811" y="349"/>
                    <a:pt x="483" y="890"/>
                  </a:cubicBezTo>
                  <a:cubicBezTo>
                    <a:pt x="147" y="1444"/>
                    <a:pt x="0" y="2227"/>
                    <a:pt x="60" y="3152"/>
                  </a:cubicBezTo>
                  <a:cubicBezTo>
                    <a:pt x="193" y="4929"/>
                    <a:pt x="962" y="6010"/>
                    <a:pt x="2084" y="6010"/>
                  </a:cubicBezTo>
                  <a:cubicBezTo>
                    <a:pt x="2122" y="6010"/>
                    <a:pt x="2159" y="6008"/>
                    <a:pt x="2198" y="6006"/>
                  </a:cubicBezTo>
                  <a:cubicBezTo>
                    <a:pt x="3497" y="5922"/>
                    <a:pt x="4169" y="4759"/>
                    <a:pt x="4042" y="2815"/>
                  </a:cubicBezTo>
                  <a:cubicBezTo>
                    <a:pt x="3984" y="1901"/>
                    <a:pt x="3768" y="1190"/>
                    <a:pt x="3403" y="700"/>
                  </a:cubicBezTo>
                  <a:cubicBezTo>
                    <a:pt x="3056" y="234"/>
                    <a:pt x="2576" y="1"/>
                    <a:pt x="201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7"/>
            <p:cNvSpPr/>
            <p:nvPr/>
          </p:nvSpPr>
          <p:spPr>
            <a:xfrm>
              <a:off x="4376875" y="2880850"/>
              <a:ext cx="101950" cy="146500"/>
            </a:xfrm>
            <a:custGeom>
              <a:rect b="b" l="l" r="r" t="t"/>
              <a:pathLst>
                <a:path extrusionOk="0" h="5860" w="4078">
                  <a:moveTo>
                    <a:pt x="1959" y="597"/>
                  </a:moveTo>
                  <a:cubicBezTo>
                    <a:pt x="2708" y="597"/>
                    <a:pt x="3104" y="1477"/>
                    <a:pt x="3191" y="2829"/>
                  </a:cubicBezTo>
                  <a:cubicBezTo>
                    <a:pt x="3283" y="4273"/>
                    <a:pt x="2968" y="5211"/>
                    <a:pt x="2186" y="5262"/>
                  </a:cubicBezTo>
                  <a:cubicBezTo>
                    <a:pt x="2167" y="5263"/>
                    <a:pt x="2149" y="5263"/>
                    <a:pt x="2131" y="5263"/>
                  </a:cubicBezTo>
                  <a:cubicBezTo>
                    <a:pt x="1464" y="5263"/>
                    <a:pt x="981" y="4461"/>
                    <a:pt x="888" y="3031"/>
                  </a:cubicBezTo>
                  <a:cubicBezTo>
                    <a:pt x="790" y="1490"/>
                    <a:pt x="1223" y="641"/>
                    <a:pt x="1894" y="599"/>
                  </a:cubicBezTo>
                  <a:cubicBezTo>
                    <a:pt x="1916" y="598"/>
                    <a:pt x="1938" y="597"/>
                    <a:pt x="1959" y="597"/>
                  </a:cubicBezTo>
                  <a:close/>
                  <a:moveTo>
                    <a:pt x="2024" y="0"/>
                  </a:moveTo>
                  <a:cubicBezTo>
                    <a:pt x="1983" y="0"/>
                    <a:pt x="1940" y="1"/>
                    <a:pt x="1898" y="4"/>
                  </a:cubicBezTo>
                  <a:cubicBezTo>
                    <a:pt x="750" y="79"/>
                    <a:pt x="0" y="1175"/>
                    <a:pt x="123" y="3071"/>
                  </a:cubicBezTo>
                  <a:cubicBezTo>
                    <a:pt x="257" y="4877"/>
                    <a:pt x="1022" y="5859"/>
                    <a:pt x="2069" y="5859"/>
                  </a:cubicBezTo>
                  <a:cubicBezTo>
                    <a:pt x="2106" y="5859"/>
                    <a:pt x="2143" y="5858"/>
                    <a:pt x="2180" y="5855"/>
                  </a:cubicBezTo>
                  <a:cubicBezTo>
                    <a:pt x="3433" y="5775"/>
                    <a:pt x="4078" y="4668"/>
                    <a:pt x="3954" y="2744"/>
                  </a:cubicBezTo>
                  <a:cubicBezTo>
                    <a:pt x="3841" y="1009"/>
                    <a:pt x="3143" y="0"/>
                    <a:pt x="202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7"/>
            <p:cNvSpPr/>
            <p:nvPr/>
          </p:nvSpPr>
          <p:spPr>
            <a:xfrm>
              <a:off x="4375025" y="2878925"/>
              <a:ext cx="105700" cy="150300"/>
            </a:xfrm>
            <a:custGeom>
              <a:rect b="b" l="l" r="r" t="t"/>
              <a:pathLst>
                <a:path extrusionOk="0" h="6012" w="4228">
                  <a:moveTo>
                    <a:pt x="2037" y="748"/>
                  </a:moveTo>
                  <a:cubicBezTo>
                    <a:pt x="2912" y="748"/>
                    <a:pt x="3137" y="2097"/>
                    <a:pt x="3189" y="2910"/>
                  </a:cubicBezTo>
                  <a:cubicBezTo>
                    <a:pt x="3236" y="3636"/>
                    <a:pt x="3180" y="4211"/>
                    <a:pt x="3020" y="4616"/>
                  </a:cubicBezTo>
                  <a:cubicBezTo>
                    <a:pt x="2861" y="5022"/>
                    <a:pt x="2603" y="5240"/>
                    <a:pt x="2256" y="5262"/>
                  </a:cubicBezTo>
                  <a:cubicBezTo>
                    <a:pt x="2239" y="5263"/>
                    <a:pt x="2223" y="5263"/>
                    <a:pt x="2206" y="5263"/>
                  </a:cubicBezTo>
                  <a:cubicBezTo>
                    <a:pt x="1571" y="5263"/>
                    <a:pt x="1125" y="4443"/>
                    <a:pt x="1038" y="3103"/>
                  </a:cubicBezTo>
                  <a:cubicBezTo>
                    <a:pt x="992" y="2379"/>
                    <a:pt x="1064" y="1777"/>
                    <a:pt x="1246" y="1360"/>
                  </a:cubicBezTo>
                  <a:cubicBezTo>
                    <a:pt x="1413" y="981"/>
                    <a:pt x="1663" y="770"/>
                    <a:pt x="1973" y="751"/>
                  </a:cubicBezTo>
                  <a:cubicBezTo>
                    <a:pt x="1995" y="749"/>
                    <a:pt x="2016" y="748"/>
                    <a:pt x="2037" y="748"/>
                  </a:cubicBezTo>
                  <a:close/>
                  <a:moveTo>
                    <a:pt x="2032" y="598"/>
                  </a:moveTo>
                  <a:cubicBezTo>
                    <a:pt x="2008" y="598"/>
                    <a:pt x="1986" y="598"/>
                    <a:pt x="1963" y="600"/>
                  </a:cubicBezTo>
                  <a:cubicBezTo>
                    <a:pt x="1593" y="623"/>
                    <a:pt x="1297" y="865"/>
                    <a:pt x="1107" y="1299"/>
                  </a:cubicBezTo>
                  <a:cubicBezTo>
                    <a:pt x="914" y="1738"/>
                    <a:pt x="839" y="2365"/>
                    <a:pt x="887" y="3112"/>
                  </a:cubicBezTo>
                  <a:cubicBezTo>
                    <a:pt x="982" y="4562"/>
                    <a:pt x="1470" y="5415"/>
                    <a:pt x="2202" y="5415"/>
                  </a:cubicBezTo>
                  <a:cubicBezTo>
                    <a:pt x="2223" y="5415"/>
                    <a:pt x="2244" y="5414"/>
                    <a:pt x="2265" y="5414"/>
                  </a:cubicBezTo>
                  <a:cubicBezTo>
                    <a:pt x="2678" y="5387"/>
                    <a:pt x="2978" y="5138"/>
                    <a:pt x="3162" y="4672"/>
                  </a:cubicBezTo>
                  <a:cubicBezTo>
                    <a:pt x="3329" y="4246"/>
                    <a:pt x="3389" y="3650"/>
                    <a:pt x="3340" y="2901"/>
                  </a:cubicBezTo>
                  <a:cubicBezTo>
                    <a:pt x="3244" y="1412"/>
                    <a:pt x="2780" y="598"/>
                    <a:pt x="2032" y="598"/>
                  </a:cubicBezTo>
                  <a:close/>
                  <a:moveTo>
                    <a:pt x="2097" y="152"/>
                  </a:moveTo>
                  <a:cubicBezTo>
                    <a:pt x="3167" y="152"/>
                    <a:pt x="3841" y="1119"/>
                    <a:pt x="3951" y="2826"/>
                  </a:cubicBezTo>
                  <a:cubicBezTo>
                    <a:pt x="4074" y="4702"/>
                    <a:pt x="3468" y="5777"/>
                    <a:pt x="2250" y="5857"/>
                  </a:cubicBezTo>
                  <a:cubicBezTo>
                    <a:pt x="2213" y="5858"/>
                    <a:pt x="2176" y="5859"/>
                    <a:pt x="2141" y="5859"/>
                  </a:cubicBezTo>
                  <a:cubicBezTo>
                    <a:pt x="1094" y="5859"/>
                    <a:pt x="400" y="4855"/>
                    <a:pt x="272" y="3143"/>
                  </a:cubicBezTo>
                  <a:cubicBezTo>
                    <a:pt x="158" y="1377"/>
                    <a:pt x="811" y="232"/>
                    <a:pt x="1977" y="157"/>
                  </a:cubicBezTo>
                  <a:cubicBezTo>
                    <a:pt x="2017" y="153"/>
                    <a:pt x="2056" y="152"/>
                    <a:pt x="2097" y="152"/>
                  </a:cubicBezTo>
                  <a:close/>
                  <a:moveTo>
                    <a:pt x="2101" y="1"/>
                  </a:moveTo>
                  <a:cubicBezTo>
                    <a:pt x="2056" y="1"/>
                    <a:pt x="2012" y="2"/>
                    <a:pt x="1968" y="4"/>
                  </a:cubicBezTo>
                  <a:cubicBezTo>
                    <a:pt x="709" y="87"/>
                    <a:pt x="0" y="1294"/>
                    <a:pt x="121" y="3155"/>
                  </a:cubicBezTo>
                  <a:cubicBezTo>
                    <a:pt x="253" y="4931"/>
                    <a:pt x="1024" y="6012"/>
                    <a:pt x="2144" y="6012"/>
                  </a:cubicBezTo>
                  <a:cubicBezTo>
                    <a:pt x="2181" y="6012"/>
                    <a:pt x="2220" y="6011"/>
                    <a:pt x="2258" y="6008"/>
                  </a:cubicBezTo>
                  <a:cubicBezTo>
                    <a:pt x="3555" y="5923"/>
                    <a:pt x="4227" y="4760"/>
                    <a:pt x="4102" y="2817"/>
                  </a:cubicBezTo>
                  <a:cubicBezTo>
                    <a:pt x="3986" y="1018"/>
                    <a:pt x="3260" y="1"/>
                    <a:pt x="210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7"/>
            <p:cNvSpPr/>
            <p:nvPr/>
          </p:nvSpPr>
          <p:spPr>
            <a:xfrm>
              <a:off x="4645725" y="2863450"/>
              <a:ext cx="101950" cy="146500"/>
            </a:xfrm>
            <a:custGeom>
              <a:rect b="b" l="l" r="r" t="t"/>
              <a:pathLst>
                <a:path extrusionOk="0" h="5860" w="4078">
                  <a:moveTo>
                    <a:pt x="1960" y="597"/>
                  </a:moveTo>
                  <a:cubicBezTo>
                    <a:pt x="2710" y="597"/>
                    <a:pt x="3105" y="1476"/>
                    <a:pt x="3192" y="2830"/>
                  </a:cubicBezTo>
                  <a:cubicBezTo>
                    <a:pt x="3285" y="4272"/>
                    <a:pt x="2970" y="5210"/>
                    <a:pt x="2187" y="5261"/>
                  </a:cubicBezTo>
                  <a:cubicBezTo>
                    <a:pt x="2168" y="5262"/>
                    <a:pt x="2150" y="5263"/>
                    <a:pt x="2132" y="5263"/>
                  </a:cubicBezTo>
                  <a:cubicBezTo>
                    <a:pt x="1466" y="5263"/>
                    <a:pt x="982" y="4461"/>
                    <a:pt x="890" y="3031"/>
                  </a:cubicBezTo>
                  <a:cubicBezTo>
                    <a:pt x="790" y="1491"/>
                    <a:pt x="1225" y="642"/>
                    <a:pt x="1895" y="599"/>
                  </a:cubicBezTo>
                  <a:cubicBezTo>
                    <a:pt x="1917" y="597"/>
                    <a:pt x="1939" y="597"/>
                    <a:pt x="1960" y="597"/>
                  </a:cubicBezTo>
                  <a:close/>
                  <a:moveTo>
                    <a:pt x="2024" y="1"/>
                  </a:moveTo>
                  <a:cubicBezTo>
                    <a:pt x="1983" y="1"/>
                    <a:pt x="1941" y="2"/>
                    <a:pt x="1899" y="5"/>
                  </a:cubicBezTo>
                  <a:cubicBezTo>
                    <a:pt x="751" y="79"/>
                    <a:pt x="1" y="1176"/>
                    <a:pt x="123" y="3072"/>
                  </a:cubicBezTo>
                  <a:cubicBezTo>
                    <a:pt x="258" y="4878"/>
                    <a:pt x="1024" y="5860"/>
                    <a:pt x="2072" y="5860"/>
                  </a:cubicBezTo>
                  <a:cubicBezTo>
                    <a:pt x="2108" y="5860"/>
                    <a:pt x="2145" y="5858"/>
                    <a:pt x="2182" y="5856"/>
                  </a:cubicBezTo>
                  <a:cubicBezTo>
                    <a:pt x="3435" y="5775"/>
                    <a:pt x="4078" y="4667"/>
                    <a:pt x="3954" y="2745"/>
                  </a:cubicBezTo>
                  <a:cubicBezTo>
                    <a:pt x="3842" y="1009"/>
                    <a:pt x="3143" y="1"/>
                    <a:pt x="202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7"/>
            <p:cNvSpPr/>
            <p:nvPr/>
          </p:nvSpPr>
          <p:spPr>
            <a:xfrm>
              <a:off x="4643900" y="2861550"/>
              <a:ext cx="105700" cy="150300"/>
            </a:xfrm>
            <a:custGeom>
              <a:rect b="b" l="l" r="r" t="t"/>
              <a:pathLst>
                <a:path extrusionOk="0" h="6012" w="4228">
                  <a:moveTo>
                    <a:pt x="2031" y="749"/>
                  </a:moveTo>
                  <a:cubicBezTo>
                    <a:pt x="2915" y="749"/>
                    <a:pt x="3136" y="2097"/>
                    <a:pt x="3190" y="2911"/>
                  </a:cubicBezTo>
                  <a:cubicBezTo>
                    <a:pt x="3245" y="3762"/>
                    <a:pt x="3196" y="5201"/>
                    <a:pt x="2256" y="5263"/>
                  </a:cubicBezTo>
                  <a:cubicBezTo>
                    <a:pt x="2239" y="5264"/>
                    <a:pt x="2224" y="5264"/>
                    <a:pt x="2207" y="5264"/>
                  </a:cubicBezTo>
                  <a:cubicBezTo>
                    <a:pt x="1571" y="5264"/>
                    <a:pt x="1126" y="4443"/>
                    <a:pt x="1038" y="3103"/>
                  </a:cubicBezTo>
                  <a:lnTo>
                    <a:pt x="1038" y="3102"/>
                  </a:lnTo>
                  <a:cubicBezTo>
                    <a:pt x="992" y="2379"/>
                    <a:pt x="1063" y="1778"/>
                    <a:pt x="1247" y="1361"/>
                  </a:cubicBezTo>
                  <a:cubicBezTo>
                    <a:pt x="1412" y="982"/>
                    <a:pt x="1664" y="771"/>
                    <a:pt x="1972" y="752"/>
                  </a:cubicBezTo>
                  <a:cubicBezTo>
                    <a:pt x="1993" y="750"/>
                    <a:pt x="2013" y="749"/>
                    <a:pt x="2031" y="749"/>
                  </a:cubicBezTo>
                  <a:close/>
                  <a:moveTo>
                    <a:pt x="2032" y="597"/>
                  </a:moveTo>
                  <a:cubicBezTo>
                    <a:pt x="2009" y="597"/>
                    <a:pt x="1987" y="598"/>
                    <a:pt x="1963" y="599"/>
                  </a:cubicBezTo>
                  <a:cubicBezTo>
                    <a:pt x="1593" y="623"/>
                    <a:pt x="1298" y="865"/>
                    <a:pt x="1108" y="1299"/>
                  </a:cubicBezTo>
                  <a:cubicBezTo>
                    <a:pt x="915" y="1737"/>
                    <a:pt x="839" y="2364"/>
                    <a:pt x="887" y="3111"/>
                  </a:cubicBezTo>
                  <a:cubicBezTo>
                    <a:pt x="981" y="4562"/>
                    <a:pt x="1471" y="5415"/>
                    <a:pt x="2203" y="5415"/>
                  </a:cubicBezTo>
                  <a:cubicBezTo>
                    <a:pt x="2224" y="5415"/>
                    <a:pt x="2244" y="5415"/>
                    <a:pt x="2264" y="5414"/>
                  </a:cubicBezTo>
                  <a:cubicBezTo>
                    <a:pt x="3060" y="5362"/>
                    <a:pt x="3441" y="4470"/>
                    <a:pt x="3341" y="2900"/>
                  </a:cubicBezTo>
                  <a:cubicBezTo>
                    <a:pt x="3243" y="1410"/>
                    <a:pt x="2780" y="597"/>
                    <a:pt x="2032" y="597"/>
                  </a:cubicBezTo>
                  <a:close/>
                  <a:moveTo>
                    <a:pt x="2097" y="153"/>
                  </a:moveTo>
                  <a:cubicBezTo>
                    <a:pt x="3168" y="153"/>
                    <a:pt x="3841" y="1117"/>
                    <a:pt x="3952" y="2826"/>
                  </a:cubicBezTo>
                  <a:cubicBezTo>
                    <a:pt x="4073" y="4701"/>
                    <a:pt x="3469" y="5777"/>
                    <a:pt x="2250" y="5856"/>
                  </a:cubicBezTo>
                  <a:cubicBezTo>
                    <a:pt x="2213" y="5859"/>
                    <a:pt x="2177" y="5860"/>
                    <a:pt x="2142" y="5860"/>
                  </a:cubicBezTo>
                  <a:cubicBezTo>
                    <a:pt x="1094" y="5860"/>
                    <a:pt x="399" y="4855"/>
                    <a:pt x="273" y="3144"/>
                  </a:cubicBezTo>
                  <a:cubicBezTo>
                    <a:pt x="158" y="1377"/>
                    <a:pt x="811" y="232"/>
                    <a:pt x="1977" y="156"/>
                  </a:cubicBezTo>
                  <a:cubicBezTo>
                    <a:pt x="2018" y="153"/>
                    <a:pt x="2057" y="153"/>
                    <a:pt x="2097" y="153"/>
                  </a:cubicBezTo>
                  <a:close/>
                  <a:moveTo>
                    <a:pt x="2100" y="0"/>
                  </a:moveTo>
                  <a:cubicBezTo>
                    <a:pt x="2057" y="0"/>
                    <a:pt x="2011" y="1"/>
                    <a:pt x="1967" y="4"/>
                  </a:cubicBezTo>
                  <a:cubicBezTo>
                    <a:pt x="708" y="86"/>
                    <a:pt x="1" y="1293"/>
                    <a:pt x="120" y="3153"/>
                  </a:cubicBezTo>
                  <a:cubicBezTo>
                    <a:pt x="253" y="4931"/>
                    <a:pt x="1024" y="6011"/>
                    <a:pt x="2144" y="6011"/>
                  </a:cubicBezTo>
                  <a:cubicBezTo>
                    <a:pt x="2182" y="6011"/>
                    <a:pt x="2221" y="6010"/>
                    <a:pt x="2259" y="6008"/>
                  </a:cubicBezTo>
                  <a:cubicBezTo>
                    <a:pt x="3556" y="5924"/>
                    <a:pt x="4228" y="4760"/>
                    <a:pt x="4103" y="2817"/>
                  </a:cubicBezTo>
                  <a:cubicBezTo>
                    <a:pt x="3987" y="1017"/>
                    <a:pt x="3259" y="0"/>
                    <a:pt x="210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7"/>
            <p:cNvSpPr/>
            <p:nvPr/>
          </p:nvSpPr>
          <p:spPr>
            <a:xfrm>
              <a:off x="4778975" y="2854825"/>
              <a:ext cx="102000" cy="146500"/>
            </a:xfrm>
            <a:custGeom>
              <a:rect b="b" l="l" r="r" t="t"/>
              <a:pathLst>
                <a:path extrusionOk="0" h="5860" w="4080">
                  <a:moveTo>
                    <a:pt x="1959" y="598"/>
                  </a:moveTo>
                  <a:cubicBezTo>
                    <a:pt x="2709" y="598"/>
                    <a:pt x="3104" y="1476"/>
                    <a:pt x="3191" y="2829"/>
                  </a:cubicBezTo>
                  <a:cubicBezTo>
                    <a:pt x="3285" y="4274"/>
                    <a:pt x="2970" y="5211"/>
                    <a:pt x="2187" y="5262"/>
                  </a:cubicBezTo>
                  <a:cubicBezTo>
                    <a:pt x="2169" y="5263"/>
                    <a:pt x="2150" y="5264"/>
                    <a:pt x="2132" y="5264"/>
                  </a:cubicBezTo>
                  <a:cubicBezTo>
                    <a:pt x="1465" y="5264"/>
                    <a:pt x="983" y="4462"/>
                    <a:pt x="890" y="3031"/>
                  </a:cubicBezTo>
                  <a:cubicBezTo>
                    <a:pt x="790" y="1492"/>
                    <a:pt x="1225" y="643"/>
                    <a:pt x="1894" y="600"/>
                  </a:cubicBezTo>
                  <a:cubicBezTo>
                    <a:pt x="1916" y="598"/>
                    <a:pt x="1938" y="598"/>
                    <a:pt x="1959" y="598"/>
                  </a:cubicBezTo>
                  <a:close/>
                  <a:moveTo>
                    <a:pt x="2024" y="1"/>
                  </a:moveTo>
                  <a:cubicBezTo>
                    <a:pt x="1983" y="1"/>
                    <a:pt x="1941" y="2"/>
                    <a:pt x="1899" y="5"/>
                  </a:cubicBezTo>
                  <a:cubicBezTo>
                    <a:pt x="751" y="79"/>
                    <a:pt x="1" y="1176"/>
                    <a:pt x="123" y="3073"/>
                  </a:cubicBezTo>
                  <a:cubicBezTo>
                    <a:pt x="258" y="4877"/>
                    <a:pt x="1022" y="5860"/>
                    <a:pt x="2069" y="5860"/>
                  </a:cubicBezTo>
                  <a:cubicBezTo>
                    <a:pt x="2106" y="5860"/>
                    <a:pt x="2143" y="5858"/>
                    <a:pt x="2181" y="5856"/>
                  </a:cubicBezTo>
                  <a:cubicBezTo>
                    <a:pt x="3433" y="5775"/>
                    <a:pt x="4079" y="4668"/>
                    <a:pt x="3954" y="2746"/>
                  </a:cubicBezTo>
                  <a:cubicBezTo>
                    <a:pt x="3843" y="1010"/>
                    <a:pt x="3143" y="1"/>
                    <a:pt x="202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7"/>
            <p:cNvSpPr/>
            <p:nvPr/>
          </p:nvSpPr>
          <p:spPr>
            <a:xfrm>
              <a:off x="4778650" y="2852950"/>
              <a:ext cx="104250" cy="150275"/>
            </a:xfrm>
            <a:custGeom>
              <a:rect b="b" l="l" r="r" t="t"/>
              <a:pathLst>
                <a:path extrusionOk="0" h="6011" w="4170">
                  <a:moveTo>
                    <a:pt x="1972" y="748"/>
                  </a:moveTo>
                  <a:cubicBezTo>
                    <a:pt x="2855" y="748"/>
                    <a:pt x="3078" y="2096"/>
                    <a:pt x="3130" y="2910"/>
                  </a:cubicBezTo>
                  <a:cubicBezTo>
                    <a:pt x="3185" y="3761"/>
                    <a:pt x="3137" y="5200"/>
                    <a:pt x="2196" y="5262"/>
                  </a:cubicBezTo>
                  <a:cubicBezTo>
                    <a:pt x="2179" y="5263"/>
                    <a:pt x="2164" y="5263"/>
                    <a:pt x="2147" y="5263"/>
                  </a:cubicBezTo>
                  <a:cubicBezTo>
                    <a:pt x="1511" y="5263"/>
                    <a:pt x="1066" y="4442"/>
                    <a:pt x="979" y="3101"/>
                  </a:cubicBezTo>
                  <a:cubicBezTo>
                    <a:pt x="932" y="2378"/>
                    <a:pt x="1003" y="1775"/>
                    <a:pt x="1187" y="1360"/>
                  </a:cubicBezTo>
                  <a:cubicBezTo>
                    <a:pt x="1352" y="981"/>
                    <a:pt x="1604" y="770"/>
                    <a:pt x="1914" y="750"/>
                  </a:cubicBezTo>
                  <a:cubicBezTo>
                    <a:pt x="1933" y="749"/>
                    <a:pt x="1953" y="748"/>
                    <a:pt x="1972" y="748"/>
                  </a:cubicBezTo>
                  <a:close/>
                  <a:moveTo>
                    <a:pt x="1972" y="597"/>
                  </a:moveTo>
                  <a:cubicBezTo>
                    <a:pt x="1949" y="597"/>
                    <a:pt x="1927" y="597"/>
                    <a:pt x="1903" y="598"/>
                  </a:cubicBezTo>
                  <a:cubicBezTo>
                    <a:pt x="1535" y="623"/>
                    <a:pt x="1238" y="865"/>
                    <a:pt x="1048" y="1299"/>
                  </a:cubicBezTo>
                  <a:cubicBezTo>
                    <a:pt x="856" y="1736"/>
                    <a:pt x="779" y="2364"/>
                    <a:pt x="828" y="3111"/>
                  </a:cubicBezTo>
                  <a:cubicBezTo>
                    <a:pt x="921" y="4561"/>
                    <a:pt x="1411" y="5415"/>
                    <a:pt x="2143" y="5415"/>
                  </a:cubicBezTo>
                  <a:cubicBezTo>
                    <a:pt x="2164" y="5415"/>
                    <a:pt x="2183" y="5414"/>
                    <a:pt x="2205" y="5413"/>
                  </a:cubicBezTo>
                  <a:cubicBezTo>
                    <a:pt x="3000" y="5360"/>
                    <a:pt x="3381" y="4468"/>
                    <a:pt x="3281" y="2900"/>
                  </a:cubicBezTo>
                  <a:cubicBezTo>
                    <a:pt x="3183" y="1411"/>
                    <a:pt x="2720" y="597"/>
                    <a:pt x="1972" y="597"/>
                  </a:cubicBezTo>
                  <a:close/>
                  <a:moveTo>
                    <a:pt x="2037" y="151"/>
                  </a:moveTo>
                  <a:cubicBezTo>
                    <a:pt x="3108" y="152"/>
                    <a:pt x="3781" y="1118"/>
                    <a:pt x="3893" y="2825"/>
                  </a:cubicBezTo>
                  <a:cubicBezTo>
                    <a:pt x="4013" y="4700"/>
                    <a:pt x="3410" y="5777"/>
                    <a:pt x="2190" y="5855"/>
                  </a:cubicBezTo>
                  <a:cubicBezTo>
                    <a:pt x="2153" y="5858"/>
                    <a:pt x="2117" y="5859"/>
                    <a:pt x="2082" y="5859"/>
                  </a:cubicBezTo>
                  <a:cubicBezTo>
                    <a:pt x="1035" y="5859"/>
                    <a:pt x="339" y="4854"/>
                    <a:pt x="213" y="3143"/>
                  </a:cubicBezTo>
                  <a:cubicBezTo>
                    <a:pt x="154" y="2248"/>
                    <a:pt x="294" y="1497"/>
                    <a:pt x="613" y="969"/>
                  </a:cubicBezTo>
                  <a:cubicBezTo>
                    <a:pt x="915" y="473"/>
                    <a:pt x="1365" y="192"/>
                    <a:pt x="1918" y="155"/>
                  </a:cubicBezTo>
                  <a:cubicBezTo>
                    <a:pt x="1958" y="153"/>
                    <a:pt x="1997" y="151"/>
                    <a:pt x="2037" y="151"/>
                  </a:cubicBezTo>
                  <a:close/>
                  <a:moveTo>
                    <a:pt x="2033" y="0"/>
                  </a:moveTo>
                  <a:cubicBezTo>
                    <a:pt x="1991" y="0"/>
                    <a:pt x="1950" y="2"/>
                    <a:pt x="1907" y="4"/>
                  </a:cubicBezTo>
                  <a:cubicBezTo>
                    <a:pt x="1303" y="43"/>
                    <a:pt x="811" y="349"/>
                    <a:pt x="483" y="891"/>
                  </a:cubicBezTo>
                  <a:cubicBezTo>
                    <a:pt x="148" y="1445"/>
                    <a:pt x="1" y="2227"/>
                    <a:pt x="61" y="3152"/>
                  </a:cubicBezTo>
                  <a:cubicBezTo>
                    <a:pt x="193" y="4929"/>
                    <a:pt x="964" y="6010"/>
                    <a:pt x="2084" y="6010"/>
                  </a:cubicBezTo>
                  <a:cubicBezTo>
                    <a:pt x="2122" y="6010"/>
                    <a:pt x="2161" y="6009"/>
                    <a:pt x="2199" y="6006"/>
                  </a:cubicBezTo>
                  <a:cubicBezTo>
                    <a:pt x="3497" y="5923"/>
                    <a:pt x="4169" y="4760"/>
                    <a:pt x="4043" y="2816"/>
                  </a:cubicBezTo>
                  <a:cubicBezTo>
                    <a:pt x="3927" y="1012"/>
                    <a:pt x="3203" y="0"/>
                    <a:pt x="203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7"/>
            <p:cNvSpPr/>
            <p:nvPr/>
          </p:nvSpPr>
          <p:spPr>
            <a:xfrm>
              <a:off x="4912225" y="2846225"/>
              <a:ext cx="101975" cy="146500"/>
            </a:xfrm>
            <a:custGeom>
              <a:rect b="b" l="l" r="r" t="t"/>
              <a:pathLst>
                <a:path extrusionOk="0" h="5860" w="4079">
                  <a:moveTo>
                    <a:pt x="1958" y="597"/>
                  </a:moveTo>
                  <a:cubicBezTo>
                    <a:pt x="2708" y="597"/>
                    <a:pt x="3103" y="1477"/>
                    <a:pt x="3191" y="2830"/>
                  </a:cubicBezTo>
                  <a:cubicBezTo>
                    <a:pt x="3284" y="4274"/>
                    <a:pt x="2969" y="5211"/>
                    <a:pt x="2186" y="5261"/>
                  </a:cubicBezTo>
                  <a:cubicBezTo>
                    <a:pt x="2167" y="5262"/>
                    <a:pt x="2149" y="5263"/>
                    <a:pt x="2131" y="5263"/>
                  </a:cubicBezTo>
                  <a:cubicBezTo>
                    <a:pt x="1464" y="5263"/>
                    <a:pt x="982" y="4461"/>
                    <a:pt x="889" y="3031"/>
                  </a:cubicBezTo>
                  <a:cubicBezTo>
                    <a:pt x="790" y="1491"/>
                    <a:pt x="1224" y="643"/>
                    <a:pt x="1894" y="599"/>
                  </a:cubicBezTo>
                  <a:cubicBezTo>
                    <a:pt x="1916" y="597"/>
                    <a:pt x="1937" y="597"/>
                    <a:pt x="1958" y="597"/>
                  </a:cubicBezTo>
                  <a:close/>
                  <a:moveTo>
                    <a:pt x="2025" y="1"/>
                  </a:moveTo>
                  <a:cubicBezTo>
                    <a:pt x="1983" y="1"/>
                    <a:pt x="1941" y="2"/>
                    <a:pt x="1898" y="5"/>
                  </a:cubicBezTo>
                  <a:cubicBezTo>
                    <a:pt x="751" y="79"/>
                    <a:pt x="1" y="1176"/>
                    <a:pt x="123" y="3072"/>
                  </a:cubicBezTo>
                  <a:cubicBezTo>
                    <a:pt x="257" y="4877"/>
                    <a:pt x="1022" y="5860"/>
                    <a:pt x="2070" y="5860"/>
                  </a:cubicBezTo>
                  <a:cubicBezTo>
                    <a:pt x="2106" y="5860"/>
                    <a:pt x="2143" y="5859"/>
                    <a:pt x="2181" y="5856"/>
                  </a:cubicBezTo>
                  <a:cubicBezTo>
                    <a:pt x="3434" y="5775"/>
                    <a:pt x="4078" y="4668"/>
                    <a:pt x="3955" y="2745"/>
                  </a:cubicBezTo>
                  <a:cubicBezTo>
                    <a:pt x="3842" y="1010"/>
                    <a:pt x="3143" y="1"/>
                    <a:pt x="202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p:nvPr/>
          </p:nvSpPr>
          <p:spPr>
            <a:xfrm>
              <a:off x="4911900" y="2844325"/>
              <a:ext cx="104250" cy="150300"/>
            </a:xfrm>
            <a:custGeom>
              <a:rect b="b" l="l" r="r" t="t"/>
              <a:pathLst>
                <a:path extrusionOk="0" h="6012" w="4170">
                  <a:moveTo>
                    <a:pt x="1968" y="749"/>
                  </a:moveTo>
                  <a:cubicBezTo>
                    <a:pt x="2853" y="749"/>
                    <a:pt x="3077" y="2095"/>
                    <a:pt x="3129" y="2911"/>
                  </a:cubicBezTo>
                  <a:cubicBezTo>
                    <a:pt x="3176" y="3636"/>
                    <a:pt x="3120" y="4210"/>
                    <a:pt x="2961" y="4617"/>
                  </a:cubicBezTo>
                  <a:cubicBezTo>
                    <a:pt x="2801" y="5022"/>
                    <a:pt x="2544" y="5239"/>
                    <a:pt x="2195" y="5261"/>
                  </a:cubicBezTo>
                  <a:cubicBezTo>
                    <a:pt x="2180" y="5264"/>
                    <a:pt x="2163" y="5264"/>
                    <a:pt x="2147" y="5264"/>
                  </a:cubicBezTo>
                  <a:cubicBezTo>
                    <a:pt x="1510" y="5264"/>
                    <a:pt x="1065" y="4444"/>
                    <a:pt x="978" y="3102"/>
                  </a:cubicBezTo>
                  <a:lnTo>
                    <a:pt x="979" y="3102"/>
                  </a:lnTo>
                  <a:cubicBezTo>
                    <a:pt x="888" y="1694"/>
                    <a:pt x="1246" y="793"/>
                    <a:pt x="1913" y="750"/>
                  </a:cubicBezTo>
                  <a:cubicBezTo>
                    <a:pt x="1931" y="749"/>
                    <a:pt x="1950" y="749"/>
                    <a:pt x="1968" y="749"/>
                  </a:cubicBezTo>
                  <a:close/>
                  <a:moveTo>
                    <a:pt x="1962" y="598"/>
                  </a:moveTo>
                  <a:cubicBezTo>
                    <a:pt x="1942" y="598"/>
                    <a:pt x="1922" y="598"/>
                    <a:pt x="1902" y="599"/>
                  </a:cubicBezTo>
                  <a:cubicBezTo>
                    <a:pt x="1142" y="649"/>
                    <a:pt x="730" y="1611"/>
                    <a:pt x="827" y="3111"/>
                  </a:cubicBezTo>
                  <a:cubicBezTo>
                    <a:pt x="922" y="4562"/>
                    <a:pt x="1410" y="5415"/>
                    <a:pt x="2142" y="5415"/>
                  </a:cubicBezTo>
                  <a:lnTo>
                    <a:pt x="2143" y="5415"/>
                  </a:lnTo>
                  <a:cubicBezTo>
                    <a:pt x="2163" y="5415"/>
                    <a:pt x="2183" y="5414"/>
                    <a:pt x="2204" y="5412"/>
                  </a:cubicBezTo>
                  <a:cubicBezTo>
                    <a:pt x="2617" y="5386"/>
                    <a:pt x="2918" y="5136"/>
                    <a:pt x="3100" y="4671"/>
                  </a:cubicBezTo>
                  <a:cubicBezTo>
                    <a:pt x="3267" y="4246"/>
                    <a:pt x="3328" y="3649"/>
                    <a:pt x="3280" y="2900"/>
                  </a:cubicBezTo>
                  <a:cubicBezTo>
                    <a:pt x="3182" y="1405"/>
                    <a:pt x="2719" y="598"/>
                    <a:pt x="1962" y="598"/>
                  </a:cubicBezTo>
                  <a:close/>
                  <a:moveTo>
                    <a:pt x="2039" y="153"/>
                  </a:moveTo>
                  <a:cubicBezTo>
                    <a:pt x="2547" y="153"/>
                    <a:pt x="2965" y="367"/>
                    <a:pt x="3283" y="791"/>
                  </a:cubicBezTo>
                  <a:cubicBezTo>
                    <a:pt x="3625" y="1252"/>
                    <a:pt x="3835" y="1955"/>
                    <a:pt x="3891" y="2826"/>
                  </a:cubicBezTo>
                  <a:cubicBezTo>
                    <a:pt x="4013" y="4701"/>
                    <a:pt x="3408" y="5777"/>
                    <a:pt x="2190" y="5857"/>
                  </a:cubicBezTo>
                  <a:cubicBezTo>
                    <a:pt x="2154" y="5859"/>
                    <a:pt x="2116" y="5859"/>
                    <a:pt x="2081" y="5859"/>
                  </a:cubicBezTo>
                  <a:cubicBezTo>
                    <a:pt x="1034" y="5859"/>
                    <a:pt x="338" y="4855"/>
                    <a:pt x="212" y="3144"/>
                  </a:cubicBezTo>
                  <a:cubicBezTo>
                    <a:pt x="153" y="2249"/>
                    <a:pt x="293" y="1498"/>
                    <a:pt x="612" y="970"/>
                  </a:cubicBezTo>
                  <a:cubicBezTo>
                    <a:pt x="912" y="474"/>
                    <a:pt x="1364" y="192"/>
                    <a:pt x="1917" y="157"/>
                  </a:cubicBezTo>
                  <a:cubicBezTo>
                    <a:pt x="1957" y="154"/>
                    <a:pt x="1999" y="153"/>
                    <a:pt x="2039" y="153"/>
                  </a:cubicBezTo>
                  <a:close/>
                  <a:moveTo>
                    <a:pt x="2021" y="1"/>
                  </a:moveTo>
                  <a:cubicBezTo>
                    <a:pt x="1983" y="1"/>
                    <a:pt x="1945" y="2"/>
                    <a:pt x="1907" y="4"/>
                  </a:cubicBezTo>
                  <a:cubicBezTo>
                    <a:pt x="1303" y="43"/>
                    <a:pt x="812" y="351"/>
                    <a:pt x="483" y="891"/>
                  </a:cubicBezTo>
                  <a:cubicBezTo>
                    <a:pt x="147" y="1444"/>
                    <a:pt x="1" y="2227"/>
                    <a:pt x="59" y="3154"/>
                  </a:cubicBezTo>
                  <a:cubicBezTo>
                    <a:pt x="192" y="4931"/>
                    <a:pt x="963" y="6012"/>
                    <a:pt x="2083" y="6012"/>
                  </a:cubicBezTo>
                  <a:cubicBezTo>
                    <a:pt x="2121" y="6012"/>
                    <a:pt x="2160" y="6010"/>
                    <a:pt x="2200" y="6008"/>
                  </a:cubicBezTo>
                  <a:cubicBezTo>
                    <a:pt x="3497" y="5924"/>
                    <a:pt x="4169" y="4761"/>
                    <a:pt x="4044" y="2817"/>
                  </a:cubicBezTo>
                  <a:cubicBezTo>
                    <a:pt x="3985" y="1902"/>
                    <a:pt x="3770" y="1191"/>
                    <a:pt x="3404" y="701"/>
                  </a:cubicBezTo>
                  <a:cubicBezTo>
                    <a:pt x="3057" y="237"/>
                    <a:pt x="2578" y="1"/>
                    <a:pt x="202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7"/>
            <p:cNvSpPr/>
            <p:nvPr/>
          </p:nvSpPr>
          <p:spPr>
            <a:xfrm>
              <a:off x="5045450" y="2837600"/>
              <a:ext cx="102000" cy="146500"/>
            </a:xfrm>
            <a:custGeom>
              <a:rect b="b" l="l" r="r" t="t"/>
              <a:pathLst>
                <a:path extrusionOk="0" h="5860" w="4080">
                  <a:moveTo>
                    <a:pt x="1961" y="598"/>
                  </a:moveTo>
                  <a:cubicBezTo>
                    <a:pt x="2710" y="598"/>
                    <a:pt x="3104" y="1476"/>
                    <a:pt x="3193" y="2830"/>
                  </a:cubicBezTo>
                  <a:cubicBezTo>
                    <a:pt x="3285" y="4274"/>
                    <a:pt x="2970" y="5210"/>
                    <a:pt x="2187" y="5261"/>
                  </a:cubicBezTo>
                  <a:cubicBezTo>
                    <a:pt x="2169" y="5262"/>
                    <a:pt x="2150" y="5263"/>
                    <a:pt x="2132" y="5263"/>
                  </a:cubicBezTo>
                  <a:cubicBezTo>
                    <a:pt x="1465" y="5263"/>
                    <a:pt x="983" y="4462"/>
                    <a:pt x="890" y="3031"/>
                  </a:cubicBezTo>
                  <a:cubicBezTo>
                    <a:pt x="791" y="1492"/>
                    <a:pt x="1225" y="643"/>
                    <a:pt x="1896" y="600"/>
                  </a:cubicBezTo>
                  <a:cubicBezTo>
                    <a:pt x="1918" y="599"/>
                    <a:pt x="1939" y="598"/>
                    <a:pt x="1961" y="598"/>
                  </a:cubicBezTo>
                  <a:close/>
                  <a:moveTo>
                    <a:pt x="2024" y="1"/>
                  </a:moveTo>
                  <a:cubicBezTo>
                    <a:pt x="1983" y="1"/>
                    <a:pt x="1942" y="2"/>
                    <a:pt x="1900" y="5"/>
                  </a:cubicBezTo>
                  <a:cubicBezTo>
                    <a:pt x="752" y="79"/>
                    <a:pt x="1" y="1176"/>
                    <a:pt x="123" y="3073"/>
                  </a:cubicBezTo>
                  <a:cubicBezTo>
                    <a:pt x="258" y="4877"/>
                    <a:pt x="1023" y="5860"/>
                    <a:pt x="2071" y="5860"/>
                  </a:cubicBezTo>
                  <a:cubicBezTo>
                    <a:pt x="2108" y="5860"/>
                    <a:pt x="2145" y="5858"/>
                    <a:pt x="2182" y="5856"/>
                  </a:cubicBezTo>
                  <a:cubicBezTo>
                    <a:pt x="3435" y="5775"/>
                    <a:pt x="4080" y="4668"/>
                    <a:pt x="3956" y="2746"/>
                  </a:cubicBezTo>
                  <a:cubicBezTo>
                    <a:pt x="3843" y="1009"/>
                    <a:pt x="3143" y="1"/>
                    <a:pt x="202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7"/>
            <p:cNvSpPr/>
            <p:nvPr/>
          </p:nvSpPr>
          <p:spPr>
            <a:xfrm>
              <a:off x="5043625" y="2835725"/>
              <a:ext cx="105725" cy="150275"/>
            </a:xfrm>
            <a:custGeom>
              <a:rect b="b" l="l" r="r" t="t"/>
              <a:pathLst>
                <a:path extrusionOk="0" h="6011" w="4229">
                  <a:moveTo>
                    <a:pt x="2031" y="748"/>
                  </a:moveTo>
                  <a:cubicBezTo>
                    <a:pt x="2915" y="748"/>
                    <a:pt x="3137" y="2096"/>
                    <a:pt x="3189" y="2910"/>
                  </a:cubicBezTo>
                  <a:cubicBezTo>
                    <a:pt x="3245" y="3761"/>
                    <a:pt x="3195" y="5200"/>
                    <a:pt x="2255" y="5262"/>
                  </a:cubicBezTo>
                  <a:cubicBezTo>
                    <a:pt x="2239" y="5263"/>
                    <a:pt x="2223" y="5263"/>
                    <a:pt x="2207" y="5263"/>
                  </a:cubicBezTo>
                  <a:cubicBezTo>
                    <a:pt x="1570" y="5263"/>
                    <a:pt x="1125" y="4442"/>
                    <a:pt x="1039" y="3101"/>
                  </a:cubicBezTo>
                  <a:cubicBezTo>
                    <a:pt x="992" y="2378"/>
                    <a:pt x="1064" y="1775"/>
                    <a:pt x="1246" y="1360"/>
                  </a:cubicBezTo>
                  <a:cubicBezTo>
                    <a:pt x="1413" y="981"/>
                    <a:pt x="1664" y="770"/>
                    <a:pt x="1973" y="751"/>
                  </a:cubicBezTo>
                  <a:cubicBezTo>
                    <a:pt x="1993" y="749"/>
                    <a:pt x="2013" y="748"/>
                    <a:pt x="2031" y="748"/>
                  </a:cubicBezTo>
                  <a:close/>
                  <a:moveTo>
                    <a:pt x="2032" y="596"/>
                  </a:moveTo>
                  <a:cubicBezTo>
                    <a:pt x="2009" y="596"/>
                    <a:pt x="1986" y="597"/>
                    <a:pt x="1963" y="598"/>
                  </a:cubicBezTo>
                  <a:cubicBezTo>
                    <a:pt x="1594" y="623"/>
                    <a:pt x="1298" y="865"/>
                    <a:pt x="1107" y="1299"/>
                  </a:cubicBezTo>
                  <a:cubicBezTo>
                    <a:pt x="915" y="1736"/>
                    <a:pt x="838" y="2364"/>
                    <a:pt x="886" y="3112"/>
                  </a:cubicBezTo>
                  <a:cubicBezTo>
                    <a:pt x="981" y="4561"/>
                    <a:pt x="1470" y="5414"/>
                    <a:pt x="2203" y="5414"/>
                  </a:cubicBezTo>
                  <a:cubicBezTo>
                    <a:pt x="2224" y="5414"/>
                    <a:pt x="2246" y="5414"/>
                    <a:pt x="2264" y="5413"/>
                  </a:cubicBezTo>
                  <a:cubicBezTo>
                    <a:pt x="3059" y="5361"/>
                    <a:pt x="3441" y="4469"/>
                    <a:pt x="3341" y="2901"/>
                  </a:cubicBezTo>
                  <a:cubicBezTo>
                    <a:pt x="3244" y="1409"/>
                    <a:pt x="2780" y="596"/>
                    <a:pt x="2032" y="596"/>
                  </a:cubicBezTo>
                  <a:close/>
                  <a:moveTo>
                    <a:pt x="2098" y="151"/>
                  </a:moveTo>
                  <a:cubicBezTo>
                    <a:pt x="3168" y="151"/>
                    <a:pt x="3841" y="1118"/>
                    <a:pt x="3952" y="2825"/>
                  </a:cubicBezTo>
                  <a:cubicBezTo>
                    <a:pt x="4073" y="4702"/>
                    <a:pt x="3469" y="5777"/>
                    <a:pt x="2250" y="5855"/>
                  </a:cubicBezTo>
                  <a:cubicBezTo>
                    <a:pt x="2211" y="5858"/>
                    <a:pt x="2172" y="5860"/>
                    <a:pt x="2134" y="5860"/>
                  </a:cubicBezTo>
                  <a:cubicBezTo>
                    <a:pt x="1086" y="5860"/>
                    <a:pt x="399" y="4850"/>
                    <a:pt x="272" y="3143"/>
                  </a:cubicBezTo>
                  <a:cubicBezTo>
                    <a:pt x="157" y="1377"/>
                    <a:pt x="811" y="231"/>
                    <a:pt x="1976" y="155"/>
                  </a:cubicBezTo>
                  <a:cubicBezTo>
                    <a:pt x="2017" y="153"/>
                    <a:pt x="2057" y="151"/>
                    <a:pt x="2096" y="151"/>
                  </a:cubicBezTo>
                  <a:close/>
                  <a:moveTo>
                    <a:pt x="2101" y="0"/>
                  </a:moveTo>
                  <a:cubicBezTo>
                    <a:pt x="2057" y="0"/>
                    <a:pt x="2013" y="2"/>
                    <a:pt x="1969" y="4"/>
                  </a:cubicBezTo>
                  <a:cubicBezTo>
                    <a:pt x="709" y="86"/>
                    <a:pt x="1" y="1292"/>
                    <a:pt x="121" y="3153"/>
                  </a:cubicBezTo>
                  <a:cubicBezTo>
                    <a:pt x="254" y="4930"/>
                    <a:pt x="1024" y="6010"/>
                    <a:pt x="2146" y="6010"/>
                  </a:cubicBezTo>
                  <a:cubicBezTo>
                    <a:pt x="2183" y="6010"/>
                    <a:pt x="2221" y="6009"/>
                    <a:pt x="2259" y="6008"/>
                  </a:cubicBezTo>
                  <a:cubicBezTo>
                    <a:pt x="3556" y="5923"/>
                    <a:pt x="4228" y="4760"/>
                    <a:pt x="4103" y="2816"/>
                  </a:cubicBezTo>
                  <a:cubicBezTo>
                    <a:pt x="3987" y="1018"/>
                    <a:pt x="3260" y="0"/>
                    <a:pt x="210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7"/>
            <p:cNvSpPr/>
            <p:nvPr/>
          </p:nvSpPr>
          <p:spPr>
            <a:xfrm>
              <a:off x="4768175" y="3187725"/>
              <a:ext cx="345975" cy="345975"/>
            </a:xfrm>
            <a:custGeom>
              <a:rect b="b" l="l" r="r" t="t"/>
              <a:pathLst>
                <a:path extrusionOk="0" h="13839" w="13839">
                  <a:moveTo>
                    <a:pt x="6919" y="1"/>
                  </a:moveTo>
                  <a:cubicBezTo>
                    <a:pt x="5083" y="1"/>
                    <a:pt x="3324" y="730"/>
                    <a:pt x="2027" y="2027"/>
                  </a:cubicBezTo>
                  <a:cubicBezTo>
                    <a:pt x="728" y="3325"/>
                    <a:pt x="0" y="5085"/>
                    <a:pt x="0" y="6920"/>
                  </a:cubicBezTo>
                  <a:cubicBezTo>
                    <a:pt x="0" y="8754"/>
                    <a:pt x="728" y="10514"/>
                    <a:pt x="2027" y="11812"/>
                  </a:cubicBezTo>
                  <a:cubicBezTo>
                    <a:pt x="3324" y="13109"/>
                    <a:pt x="5083" y="13839"/>
                    <a:pt x="6919" y="13839"/>
                  </a:cubicBezTo>
                  <a:cubicBezTo>
                    <a:pt x="8754" y="13839"/>
                    <a:pt x="10514" y="13109"/>
                    <a:pt x="11811" y="11812"/>
                  </a:cubicBezTo>
                  <a:cubicBezTo>
                    <a:pt x="13109" y="10514"/>
                    <a:pt x="13838" y="8754"/>
                    <a:pt x="13838" y="6920"/>
                  </a:cubicBezTo>
                  <a:cubicBezTo>
                    <a:pt x="13838" y="5085"/>
                    <a:pt x="13109" y="3325"/>
                    <a:pt x="11811" y="2027"/>
                  </a:cubicBezTo>
                  <a:cubicBezTo>
                    <a:pt x="10514" y="730"/>
                    <a:pt x="8754" y="1"/>
                    <a:pt x="6919"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7"/>
            <p:cNvSpPr/>
            <p:nvPr/>
          </p:nvSpPr>
          <p:spPr>
            <a:xfrm>
              <a:off x="4757850" y="3180150"/>
              <a:ext cx="366575" cy="361125"/>
            </a:xfrm>
            <a:custGeom>
              <a:rect b="b" l="l" r="r" t="t"/>
              <a:pathLst>
                <a:path extrusionOk="0" h="14445" w="14663">
                  <a:moveTo>
                    <a:pt x="7341" y="606"/>
                  </a:moveTo>
                  <a:cubicBezTo>
                    <a:pt x="8948" y="606"/>
                    <a:pt x="10481" y="1183"/>
                    <a:pt x="11699" y="2252"/>
                  </a:cubicBezTo>
                  <a:cubicBezTo>
                    <a:pt x="13026" y="3419"/>
                    <a:pt x="13820" y="5032"/>
                    <a:pt x="13934" y="6797"/>
                  </a:cubicBezTo>
                  <a:cubicBezTo>
                    <a:pt x="14048" y="8560"/>
                    <a:pt x="13467" y="10262"/>
                    <a:pt x="12302" y="11589"/>
                  </a:cubicBezTo>
                  <a:cubicBezTo>
                    <a:pt x="11136" y="12917"/>
                    <a:pt x="9521" y="13709"/>
                    <a:pt x="7758" y="13825"/>
                  </a:cubicBezTo>
                  <a:cubicBezTo>
                    <a:pt x="7612" y="13835"/>
                    <a:pt x="7466" y="13839"/>
                    <a:pt x="7321" y="13839"/>
                  </a:cubicBezTo>
                  <a:cubicBezTo>
                    <a:pt x="5715" y="13839"/>
                    <a:pt x="4181" y="13262"/>
                    <a:pt x="2965" y="12193"/>
                  </a:cubicBezTo>
                  <a:cubicBezTo>
                    <a:pt x="1637" y="11027"/>
                    <a:pt x="844" y="9413"/>
                    <a:pt x="730" y="7650"/>
                  </a:cubicBezTo>
                  <a:cubicBezTo>
                    <a:pt x="615" y="5885"/>
                    <a:pt x="1196" y="4183"/>
                    <a:pt x="2362" y="2856"/>
                  </a:cubicBezTo>
                  <a:cubicBezTo>
                    <a:pt x="3527" y="1528"/>
                    <a:pt x="5142" y="735"/>
                    <a:pt x="6905" y="620"/>
                  </a:cubicBezTo>
                  <a:cubicBezTo>
                    <a:pt x="7051" y="611"/>
                    <a:pt x="7197" y="606"/>
                    <a:pt x="7341" y="606"/>
                  </a:cubicBezTo>
                  <a:close/>
                  <a:moveTo>
                    <a:pt x="7344" y="0"/>
                  </a:moveTo>
                  <a:cubicBezTo>
                    <a:pt x="7185" y="0"/>
                    <a:pt x="7026" y="5"/>
                    <a:pt x="6866" y="16"/>
                  </a:cubicBezTo>
                  <a:cubicBezTo>
                    <a:pt x="4941" y="141"/>
                    <a:pt x="3179" y="1007"/>
                    <a:pt x="1906" y="2456"/>
                  </a:cubicBezTo>
                  <a:cubicBezTo>
                    <a:pt x="633" y="3906"/>
                    <a:pt x="1" y="5763"/>
                    <a:pt x="126" y="7689"/>
                  </a:cubicBezTo>
                  <a:cubicBezTo>
                    <a:pt x="249" y="9614"/>
                    <a:pt x="1117" y="11374"/>
                    <a:pt x="2565" y="12648"/>
                  </a:cubicBezTo>
                  <a:cubicBezTo>
                    <a:pt x="3894" y="13816"/>
                    <a:pt x="5568" y="14445"/>
                    <a:pt x="7321" y="14445"/>
                  </a:cubicBezTo>
                  <a:cubicBezTo>
                    <a:pt x="7479" y="14445"/>
                    <a:pt x="7638" y="14440"/>
                    <a:pt x="7797" y="14429"/>
                  </a:cubicBezTo>
                  <a:cubicBezTo>
                    <a:pt x="9723" y="14304"/>
                    <a:pt x="11484" y="13438"/>
                    <a:pt x="12758" y="11989"/>
                  </a:cubicBezTo>
                  <a:cubicBezTo>
                    <a:pt x="14031" y="10539"/>
                    <a:pt x="14663" y="8682"/>
                    <a:pt x="14539" y="6758"/>
                  </a:cubicBezTo>
                  <a:cubicBezTo>
                    <a:pt x="14414" y="4832"/>
                    <a:pt x="13547" y="3070"/>
                    <a:pt x="12099" y="1797"/>
                  </a:cubicBezTo>
                  <a:cubicBezTo>
                    <a:pt x="10770" y="629"/>
                    <a:pt x="9097" y="0"/>
                    <a:pt x="734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7"/>
            <p:cNvSpPr/>
            <p:nvPr/>
          </p:nvSpPr>
          <p:spPr>
            <a:xfrm>
              <a:off x="5002650" y="3172550"/>
              <a:ext cx="345975" cy="345975"/>
            </a:xfrm>
            <a:custGeom>
              <a:rect b="b" l="l" r="r" t="t"/>
              <a:pathLst>
                <a:path extrusionOk="0" h="13839" w="13839">
                  <a:moveTo>
                    <a:pt x="6919" y="1"/>
                  </a:moveTo>
                  <a:cubicBezTo>
                    <a:pt x="5084" y="1"/>
                    <a:pt x="3325" y="730"/>
                    <a:pt x="2027" y="2028"/>
                  </a:cubicBezTo>
                  <a:cubicBezTo>
                    <a:pt x="730" y="3325"/>
                    <a:pt x="0" y="5085"/>
                    <a:pt x="0" y="6920"/>
                  </a:cubicBezTo>
                  <a:cubicBezTo>
                    <a:pt x="0" y="8756"/>
                    <a:pt x="730" y="10515"/>
                    <a:pt x="2027" y="11812"/>
                  </a:cubicBezTo>
                  <a:cubicBezTo>
                    <a:pt x="3325" y="13111"/>
                    <a:pt x="5084" y="13839"/>
                    <a:pt x="6919" y="13839"/>
                  </a:cubicBezTo>
                  <a:cubicBezTo>
                    <a:pt x="8754" y="13839"/>
                    <a:pt x="10515" y="13111"/>
                    <a:pt x="11812" y="11812"/>
                  </a:cubicBezTo>
                  <a:cubicBezTo>
                    <a:pt x="13110" y="10515"/>
                    <a:pt x="13838" y="8756"/>
                    <a:pt x="13838" y="6920"/>
                  </a:cubicBezTo>
                  <a:cubicBezTo>
                    <a:pt x="13838" y="5085"/>
                    <a:pt x="13110" y="3325"/>
                    <a:pt x="11812" y="2028"/>
                  </a:cubicBezTo>
                  <a:cubicBezTo>
                    <a:pt x="10515" y="730"/>
                    <a:pt x="8754" y="1"/>
                    <a:pt x="691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7"/>
            <p:cNvSpPr/>
            <p:nvPr/>
          </p:nvSpPr>
          <p:spPr>
            <a:xfrm>
              <a:off x="4989025" y="3165025"/>
              <a:ext cx="373200" cy="361100"/>
            </a:xfrm>
            <a:custGeom>
              <a:rect b="b" l="l" r="r" t="t"/>
              <a:pathLst>
                <a:path extrusionOk="0" h="14444" w="14928">
                  <a:moveTo>
                    <a:pt x="7475" y="605"/>
                  </a:moveTo>
                  <a:cubicBezTo>
                    <a:pt x="9080" y="605"/>
                    <a:pt x="10614" y="1181"/>
                    <a:pt x="11831" y="2251"/>
                  </a:cubicBezTo>
                  <a:cubicBezTo>
                    <a:pt x="13159" y="3418"/>
                    <a:pt x="13954" y="5030"/>
                    <a:pt x="14067" y="6795"/>
                  </a:cubicBezTo>
                  <a:cubicBezTo>
                    <a:pt x="14181" y="8558"/>
                    <a:pt x="13601" y="10260"/>
                    <a:pt x="12435" y="11589"/>
                  </a:cubicBezTo>
                  <a:cubicBezTo>
                    <a:pt x="11268" y="12916"/>
                    <a:pt x="9655" y="13710"/>
                    <a:pt x="7891" y="13823"/>
                  </a:cubicBezTo>
                  <a:cubicBezTo>
                    <a:pt x="7745" y="13833"/>
                    <a:pt x="7600" y="13837"/>
                    <a:pt x="7455" y="13837"/>
                  </a:cubicBezTo>
                  <a:cubicBezTo>
                    <a:pt x="3984" y="13837"/>
                    <a:pt x="1088" y="11144"/>
                    <a:pt x="862" y="7648"/>
                  </a:cubicBezTo>
                  <a:cubicBezTo>
                    <a:pt x="627" y="4008"/>
                    <a:pt x="3397" y="854"/>
                    <a:pt x="7038" y="620"/>
                  </a:cubicBezTo>
                  <a:cubicBezTo>
                    <a:pt x="7184" y="609"/>
                    <a:pt x="7330" y="605"/>
                    <a:pt x="7475" y="605"/>
                  </a:cubicBezTo>
                  <a:close/>
                  <a:moveTo>
                    <a:pt x="7470" y="0"/>
                  </a:moveTo>
                  <a:cubicBezTo>
                    <a:pt x="7314" y="0"/>
                    <a:pt x="7157" y="5"/>
                    <a:pt x="6999" y="15"/>
                  </a:cubicBezTo>
                  <a:cubicBezTo>
                    <a:pt x="3025" y="272"/>
                    <a:pt x="1" y="3714"/>
                    <a:pt x="258" y="7688"/>
                  </a:cubicBezTo>
                  <a:cubicBezTo>
                    <a:pt x="504" y="11504"/>
                    <a:pt x="3688" y="14443"/>
                    <a:pt x="7460" y="14443"/>
                  </a:cubicBezTo>
                  <a:cubicBezTo>
                    <a:pt x="7615" y="14443"/>
                    <a:pt x="7773" y="14438"/>
                    <a:pt x="7931" y="14429"/>
                  </a:cubicBezTo>
                  <a:cubicBezTo>
                    <a:pt x="11904" y="14171"/>
                    <a:pt x="14928" y="10730"/>
                    <a:pt x="14671" y="6756"/>
                  </a:cubicBezTo>
                  <a:cubicBezTo>
                    <a:pt x="14547" y="4831"/>
                    <a:pt x="13680" y="3069"/>
                    <a:pt x="12231" y="1795"/>
                  </a:cubicBezTo>
                  <a:cubicBezTo>
                    <a:pt x="10900" y="627"/>
                    <a:pt x="9226" y="0"/>
                    <a:pt x="747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7"/>
            <p:cNvSpPr/>
            <p:nvPr/>
          </p:nvSpPr>
          <p:spPr>
            <a:xfrm>
              <a:off x="5943925" y="2896700"/>
              <a:ext cx="793500" cy="793500"/>
            </a:xfrm>
            <a:custGeom>
              <a:rect b="b" l="l" r="r" t="t"/>
              <a:pathLst>
                <a:path extrusionOk="0" h="31740" w="31740">
                  <a:moveTo>
                    <a:pt x="15870" y="1"/>
                  </a:moveTo>
                  <a:cubicBezTo>
                    <a:pt x="11661" y="1"/>
                    <a:pt x="7624" y="1671"/>
                    <a:pt x="4648" y="4648"/>
                  </a:cubicBezTo>
                  <a:cubicBezTo>
                    <a:pt x="1673" y="7624"/>
                    <a:pt x="1" y="11661"/>
                    <a:pt x="1" y="15870"/>
                  </a:cubicBezTo>
                  <a:cubicBezTo>
                    <a:pt x="1" y="20079"/>
                    <a:pt x="1673" y="24115"/>
                    <a:pt x="4648" y="27090"/>
                  </a:cubicBezTo>
                  <a:cubicBezTo>
                    <a:pt x="7624" y="30067"/>
                    <a:pt x="11661" y="31740"/>
                    <a:pt x="15870" y="31740"/>
                  </a:cubicBezTo>
                  <a:cubicBezTo>
                    <a:pt x="20079" y="31740"/>
                    <a:pt x="24115" y="30067"/>
                    <a:pt x="27091" y="27090"/>
                  </a:cubicBezTo>
                  <a:cubicBezTo>
                    <a:pt x="30068" y="24115"/>
                    <a:pt x="31740" y="20079"/>
                    <a:pt x="31740" y="15870"/>
                  </a:cubicBezTo>
                  <a:cubicBezTo>
                    <a:pt x="31740" y="11661"/>
                    <a:pt x="30068" y="7624"/>
                    <a:pt x="27091" y="4648"/>
                  </a:cubicBezTo>
                  <a:cubicBezTo>
                    <a:pt x="24115" y="1671"/>
                    <a:pt x="20079" y="1"/>
                    <a:pt x="15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27"/>
            <p:cNvSpPr/>
            <p:nvPr/>
          </p:nvSpPr>
          <p:spPr>
            <a:xfrm>
              <a:off x="5922300" y="2888925"/>
              <a:ext cx="879600" cy="808725"/>
            </a:xfrm>
            <a:custGeom>
              <a:rect b="b" l="l" r="r" t="t"/>
              <a:pathLst>
                <a:path extrusionOk="0" h="32349" w="35184">
                  <a:moveTo>
                    <a:pt x="16764" y="609"/>
                  </a:moveTo>
                  <a:cubicBezTo>
                    <a:pt x="19603" y="609"/>
                    <a:pt x="22395" y="1390"/>
                    <a:pt x="24876" y="2912"/>
                  </a:cubicBezTo>
                  <a:cubicBezTo>
                    <a:pt x="32192" y="7401"/>
                    <a:pt x="34493" y="17005"/>
                    <a:pt x="30004" y="24322"/>
                  </a:cubicBezTo>
                  <a:cubicBezTo>
                    <a:pt x="27069" y="29104"/>
                    <a:pt x="21948" y="31742"/>
                    <a:pt x="16710" y="31742"/>
                  </a:cubicBezTo>
                  <a:cubicBezTo>
                    <a:pt x="13935" y="31742"/>
                    <a:pt x="11128" y="31002"/>
                    <a:pt x="8595" y="29449"/>
                  </a:cubicBezTo>
                  <a:cubicBezTo>
                    <a:pt x="5050" y="27275"/>
                    <a:pt x="2565" y="23850"/>
                    <a:pt x="1598" y="19807"/>
                  </a:cubicBezTo>
                  <a:cubicBezTo>
                    <a:pt x="629" y="15763"/>
                    <a:pt x="1293" y="11585"/>
                    <a:pt x="3466" y="8041"/>
                  </a:cubicBezTo>
                  <a:cubicBezTo>
                    <a:pt x="5641" y="4496"/>
                    <a:pt x="9065" y="2011"/>
                    <a:pt x="13110" y="1042"/>
                  </a:cubicBezTo>
                  <a:cubicBezTo>
                    <a:pt x="14306" y="754"/>
                    <a:pt x="15533" y="609"/>
                    <a:pt x="16764" y="609"/>
                  </a:cubicBezTo>
                  <a:close/>
                  <a:moveTo>
                    <a:pt x="16764" y="1"/>
                  </a:moveTo>
                  <a:cubicBezTo>
                    <a:pt x="15500" y="1"/>
                    <a:pt x="14228" y="150"/>
                    <a:pt x="12968" y="452"/>
                  </a:cubicBezTo>
                  <a:cubicBezTo>
                    <a:pt x="8767" y="1459"/>
                    <a:pt x="5210" y="4039"/>
                    <a:pt x="2951" y="7723"/>
                  </a:cubicBezTo>
                  <a:cubicBezTo>
                    <a:pt x="691" y="11406"/>
                    <a:pt x="1" y="15746"/>
                    <a:pt x="1008" y="19947"/>
                  </a:cubicBezTo>
                  <a:cubicBezTo>
                    <a:pt x="2013" y="24148"/>
                    <a:pt x="4595" y="27706"/>
                    <a:pt x="8277" y="29964"/>
                  </a:cubicBezTo>
                  <a:cubicBezTo>
                    <a:pt x="10810" y="31523"/>
                    <a:pt x="13726" y="32349"/>
                    <a:pt x="16701" y="32349"/>
                  </a:cubicBezTo>
                  <a:cubicBezTo>
                    <a:pt x="16703" y="32349"/>
                    <a:pt x="16705" y="32349"/>
                    <a:pt x="16708" y="32349"/>
                  </a:cubicBezTo>
                  <a:cubicBezTo>
                    <a:pt x="22150" y="32349"/>
                    <a:pt x="27471" y="29608"/>
                    <a:pt x="30520" y="24637"/>
                  </a:cubicBezTo>
                  <a:cubicBezTo>
                    <a:pt x="35183" y="17037"/>
                    <a:pt x="32792" y="7059"/>
                    <a:pt x="25192" y="2395"/>
                  </a:cubicBezTo>
                  <a:cubicBezTo>
                    <a:pt x="22614" y="814"/>
                    <a:pt x="19713" y="1"/>
                    <a:pt x="167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7"/>
            <p:cNvSpPr/>
            <p:nvPr/>
          </p:nvSpPr>
          <p:spPr>
            <a:xfrm>
              <a:off x="5943925" y="2843625"/>
              <a:ext cx="793500" cy="793500"/>
            </a:xfrm>
            <a:custGeom>
              <a:rect b="b" l="l" r="r" t="t"/>
              <a:pathLst>
                <a:path extrusionOk="0" h="31740" w="31740">
                  <a:moveTo>
                    <a:pt x="15870" y="1"/>
                  </a:moveTo>
                  <a:cubicBezTo>
                    <a:pt x="11661" y="1"/>
                    <a:pt x="7624" y="1673"/>
                    <a:pt x="4648" y="4649"/>
                  </a:cubicBezTo>
                  <a:cubicBezTo>
                    <a:pt x="1673" y="7624"/>
                    <a:pt x="1" y="11661"/>
                    <a:pt x="1" y="15870"/>
                  </a:cubicBezTo>
                  <a:cubicBezTo>
                    <a:pt x="1" y="20079"/>
                    <a:pt x="1673" y="24115"/>
                    <a:pt x="4648" y="27091"/>
                  </a:cubicBezTo>
                  <a:cubicBezTo>
                    <a:pt x="7624" y="30068"/>
                    <a:pt x="11661" y="31740"/>
                    <a:pt x="15870" y="31740"/>
                  </a:cubicBezTo>
                  <a:cubicBezTo>
                    <a:pt x="20079" y="31740"/>
                    <a:pt x="24115" y="30068"/>
                    <a:pt x="27091" y="27091"/>
                  </a:cubicBezTo>
                  <a:cubicBezTo>
                    <a:pt x="30068" y="24115"/>
                    <a:pt x="31740" y="20079"/>
                    <a:pt x="31740" y="15870"/>
                  </a:cubicBezTo>
                  <a:cubicBezTo>
                    <a:pt x="31740" y="11661"/>
                    <a:pt x="30068" y="7624"/>
                    <a:pt x="27091" y="4649"/>
                  </a:cubicBezTo>
                  <a:cubicBezTo>
                    <a:pt x="24115" y="1673"/>
                    <a:pt x="20079" y="1"/>
                    <a:pt x="15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7"/>
            <p:cNvSpPr/>
            <p:nvPr/>
          </p:nvSpPr>
          <p:spPr>
            <a:xfrm>
              <a:off x="5922175" y="2836000"/>
              <a:ext cx="866525" cy="808725"/>
            </a:xfrm>
            <a:custGeom>
              <a:rect b="b" l="l" r="r" t="t"/>
              <a:pathLst>
                <a:path extrusionOk="0" h="32349" w="34661">
                  <a:moveTo>
                    <a:pt x="16736" y="605"/>
                  </a:moveTo>
                  <a:lnTo>
                    <a:pt x="16736" y="607"/>
                  </a:lnTo>
                  <a:cubicBezTo>
                    <a:pt x="23620" y="607"/>
                    <a:pt x="29932" y="5214"/>
                    <a:pt x="31783" y="12173"/>
                  </a:cubicBezTo>
                  <a:cubicBezTo>
                    <a:pt x="33990" y="20468"/>
                    <a:pt x="29036" y="29012"/>
                    <a:pt x="20741" y="31218"/>
                  </a:cubicBezTo>
                  <a:cubicBezTo>
                    <a:pt x="19406" y="31573"/>
                    <a:pt x="18064" y="31743"/>
                    <a:pt x="16743" y="31743"/>
                  </a:cubicBezTo>
                  <a:cubicBezTo>
                    <a:pt x="9861" y="31743"/>
                    <a:pt x="3547" y="27135"/>
                    <a:pt x="1696" y="20175"/>
                  </a:cubicBezTo>
                  <a:cubicBezTo>
                    <a:pt x="627" y="16157"/>
                    <a:pt x="1188" y="11964"/>
                    <a:pt x="3273" y="8366"/>
                  </a:cubicBezTo>
                  <a:cubicBezTo>
                    <a:pt x="5358" y="4769"/>
                    <a:pt x="8721" y="2199"/>
                    <a:pt x="12738" y="1130"/>
                  </a:cubicBezTo>
                  <a:cubicBezTo>
                    <a:pt x="14043" y="783"/>
                    <a:pt x="15387" y="607"/>
                    <a:pt x="16736" y="605"/>
                  </a:cubicBezTo>
                  <a:close/>
                  <a:moveTo>
                    <a:pt x="16735" y="1"/>
                  </a:moveTo>
                  <a:cubicBezTo>
                    <a:pt x="15363" y="1"/>
                    <a:pt x="13969" y="177"/>
                    <a:pt x="12582" y="546"/>
                  </a:cubicBezTo>
                  <a:cubicBezTo>
                    <a:pt x="8408" y="1656"/>
                    <a:pt x="4915" y="4325"/>
                    <a:pt x="2749" y="8062"/>
                  </a:cubicBezTo>
                  <a:cubicBezTo>
                    <a:pt x="583" y="11800"/>
                    <a:pt x="1" y="16157"/>
                    <a:pt x="1110" y="20332"/>
                  </a:cubicBezTo>
                  <a:cubicBezTo>
                    <a:pt x="3034" y="27562"/>
                    <a:pt x="9592" y="32348"/>
                    <a:pt x="16744" y="32348"/>
                  </a:cubicBezTo>
                  <a:cubicBezTo>
                    <a:pt x="18145" y="32348"/>
                    <a:pt x="19541" y="32165"/>
                    <a:pt x="20897" y="31804"/>
                  </a:cubicBezTo>
                  <a:cubicBezTo>
                    <a:pt x="29515" y="29512"/>
                    <a:pt x="34661" y="20636"/>
                    <a:pt x="32369" y="12017"/>
                  </a:cubicBezTo>
                  <a:cubicBezTo>
                    <a:pt x="30446" y="4787"/>
                    <a:pt x="23888" y="1"/>
                    <a:pt x="167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
            <p:cNvSpPr/>
            <p:nvPr/>
          </p:nvSpPr>
          <p:spPr>
            <a:xfrm>
              <a:off x="6578875" y="3001600"/>
              <a:ext cx="85400" cy="143850"/>
            </a:xfrm>
            <a:custGeom>
              <a:rect b="b" l="l" r="r" t="t"/>
              <a:pathLst>
                <a:path extrusionOk="0" h="5754" w="3416">
                  <a:moveTo>
                    <a:pt x="1" y="1"/>
                  </a:moveTo>
                  <a:lnTo>
                    <a:pt x="3415" y="5754"/>
                  </a:lnTo>
                  <a:cubicBezTo>
                    <a:pt x="2781" y="3579"/>
                    <a:pt x="1607" y="1600"/>
                    <a:pt x="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7"/>
            <p:cNvSpPr/>
            <p:nvPr/>
          </p:nvSpPr>
          <p:spPr>
            <a:xfrm>
              <a:off x="6570550" y="2994025"/>
              <a:ext cx="102150" cy="159000"/>
            </a:xfrm>
            <a:custGeom>
              <a:rect b="b" l="l" r="r" t="t"/>
              <a:pathLst>
                <a:path extrusionOk="0" h="6360" w="4086">
                  <a:moveTo>
                    <a:pt x="333" y="1"/>
                  </a:moveTo>
                  <a:cubicBezTo>
                    <a:pt x="255" y="1"/>
                    <a:pt x="178" y="31"/>
                    <a:pt x="119" y="90"/>
                  </a:cubicBezTo>
                  <a:cubicBezTo>
                    <a:pt x="0" y="208"/>
                    <a:pt x="2" y="400"/>
                    <a:pt x="120" y="518"/>
                  </a:cubicBezTo>
                  <a:cubicBezTo>
                    <a:pt x="1687" y="2082"/>
                    <a:pt x="2836" y="4016"/>
                    <a:pt x="3458" y="6142"/>
                  </a:cubicBezTo>
                  <a:cubicBezTo>
                    <a:pt x="3496" y="6271"/>
                    <a:pt x="3614" y="6359"/>
                    <a:pt x="3748" y="6359"/>
                  </a:cubicBezTo>
                  <a:cubicBezTo>
                    <a:pt x="3777" y="6359"/>
                    <a:pt x="3806" y="6355"/>
                    <a:pt x="3834" y="6346"/>
                  </a:cubicBezTo>
                  <a:cubicBezTo>
                    <a:pt x="3995" y="6299"/>
                    <a:pt x="4086" y="6131"/>
                    <a:pt x="4039" y="5971"/>
                  </a:cubicBezTo>
                  <a:cubicBezTo>
                    <a:pt x="3388" y="3748"/>
                    <a:pt x="2187" y="1726"/>
                    <a:pt x="547" y="89"/>
                  </a:cubicBezTo>
                  <a:cubicBezTo>
                    <a:pt x="488" y="30"/>
                    <a:pt x="411" y="1"/>
                    <a:pt x="3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7"/>
            <p:cNvSpPr/>
            <p:nvPr/>
          </p:nvSpPr>
          <p:spPr>
            <a:xfrm>
              <a:off x="6378075" y="3204875"/>
              <a:ext cx="315400" cy="370700"/>
            </a:xfrm>
            <a:custGeom>
              <a:rect b="b" l="l" r="r" t="t"/>
              <a:pathLst>
                <a:path extrusionOk="0" h="14828" w="12616">
                  <a:moveTo>
                    <a:pt x="11920" y="1"/>
                  </a:moveTo>
                  <a:lnTo>
                    <a:pt x="0" y="14827"/>
                  </a:lnTo>
                  <a:cubicBezTo>
                    <a:pt x="665" y="14752"/>
                    <a:pt x="1324" y="14628"/>
                    <a:pt x="1971" y="14456"/>
                  </a:cubicBezTo>
                  <a:cubicBezTo>
                    <a:pt x="8489" y="12723"/>
                    <a:pt x="12616" y="6504"/>
                    <a:pt x="1192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7"/>
            <p:cNvSpPr/>
            <p:nvPr/>
          </p:nvSpPr>
          <p:spPr>
            <a:xfrm>
              <a:off x="6370325" y="3197325"/>
              <a:ext cx="331225" cy="385825"/>
            </a:xfrm>
            <a:custGeom>
              <a:rect b="b" l="l" r="r" t="t"/>
              <a:pathLst>
                <a:path extrusionOk="0" h="15433" w="13249">
                  <a:moveTo>
                    <a:pt x="12231" y="0"/>
                  </a:moveTo>
                  <a:cubicBezTo>
                    <a:pt x="12220" y="0"/>
                    <a:pt x="12209" y="1"/>
                    <a:pt x="12198" y="2"/>
                  </a:cubicBezTo>
                  <a:cubicBezTo>
                    <a:pt x="12032" y="19"/>
                    <a:pt x="11911" y="169"/>
                    <a:pt x="11929" y="335"/>
                  </a:cubicBezTo>
                  <a:cubicBezTo>
                    <a:pt x="12614" y="6732"/>
                    <a:pt x="8433" y="12809"/>
                    <a:pt x="2204" y="14465"/>
                  </a:cubicBezTo>
                  <a:cubicBezTo>
                    <a:pt x="1571" y="14633"/>
                    <a:pt x="928" y="14756"/>
                    <a:pt x="277" y="14828"/>
                  </a:cubicBezTo>
                  <a:cubicBezTo>
                    <a:pt x="118" y="14847"/>
                    <a:pt x="0" y="14986"/>
                    <a:pt x="8" y="15146"/>
                  </a:cubicBezTo>
                  <a:cubicBezTo>
                    <a:pt x="17" y="15306"/>
                    <a:pt x="149" y="15431"/>
                    <a:pt x="309" y="15433"/>
                  </a:cubicBezTo>
                  <a:cubicBezTo>
                    <a:pt x="321" y="15433"/>
                    <a:pt x="333" y="15433"/>
                    <a:pt x="344" y="15431"/>
                  </a:cubicBezTo>
                  <a:cubicBezTo>
                    <a:pt x="1024" y="15355"/>
                    <a:pt x="1699" y="15227"/>
                    <a:pt x="2360" y="15051"/>
                  </a:cubicBezTo>
                  <a:cubicBezTo>
                    <a:pt x="8875" y="13317"/>
                    <a:pt x="13249" y="6963"/>
                    <a:pt x="12532" y="270"/>
                  </a:cubicBezTo>
                  <a:cubicBezTo>
                    <a:pt x="12515" y="115"/>
                    <a:pt x="12384" y="0"/>
                    <a:pt x="1223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7"/>
            <p:cNvSpPr/>
            <p:nvPr/>
          </p:nvSpPr>
          <p:spPr>
            <a:xfrm>
              <a:off x="5966875" y="2903050"/>
              <a:ext cx="563125" cy="674650"/>
            </a:xfrm>
            <a:custGeom>
              <a:rect b="b" l="l" r="r" t="t"/>
              <a:pathLst>
                <a:path extrusionOk="0" h="26986" w="22525">
                  <a:moveTo>
                    <a:pt x="14961" y="1"/>
                  </a:moveTo>
                  <a:cubicBezTo>
                    <a:pt x="13813" y="1"/>
                    <a:pt x="12646" y="149"/>
                    <a:pt x="11484" y="458"/>
                  </a:cubicBezTo>
                  <a:cubicBezTo>
                    <a:pt x="4285" y="2372"/>
                    <a:pt x="1" y="9761"/>
                    <a:pt x="1916" y="16960"/>
                  </a:cubicBezTo>
                  <a:cubicBezTo>
                    <a:pt x="3522" y="22998"/>
                    <a:pt x="8976" y="26985"/>
                    <a:pt x="14943" y="26985"/>
                  </a:cubicBezTo>
                  <a:cubicBezTo>
                    <a:pt x="14963" y="26985"/>
                    <a:pt x="14984" y="26985"/>
                    <a:pt x="15004" y="26985"/>
                  </a:cubicBezTo>
                  <a:lnTo>
                    <a:pt x="22525" y="2330"/>
                  </a:lnTo>
                  <a:cubicBezTo>
                    <a:pt x="20326" y="840"/>
                    <a:pt x="17697" y="1"/>
                    <a:pt x="1496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7"/>
            <p:cNvSpPr/>
            <p:nvPr/>
          </p:nvSpPr>
          <p:spPr>
            <a:xfrm>
              <a:off x="5975350" y="2895575"/>
              <a:ext cx="563275" cy="689700"/>
            </a:xfrm>
            <a:custGeom>
              <a:rect b="b" l="l" r="r" t="t"/>
              <a:pathLst>
                <a:path extrusionOk="0" h="27588" w="22531">
                  <a:moveTo>
                    <a:pt x="14612" y="0"/>
                  </a:moveTo>
                  <a:cubicBezTo>
                    <a:pt x="13427" y="0"/>
                    <a:pt x="12236" y="153"/>
                    <a:pt x="11068" y="464"/>
                  </a:cubicBezTo>
                  <a:cubicBezTo>
                    <a:pt x="7508" y="1410"/>
                    <a:pt x="4530" y="3687"/>
                    <a:pt x="2682" y="6873"/>
                  </a:cubicBezTo>
                  <a:cubicBezTo>
                    <a:pt x="834" y="10061"/>
                    <a:pt x="336" y="13777"/>
                    <a:pt x="1284" y="17337"/>
                  </a:cubicBezTo>
                  <a:cubicBezTo>
                    <a:pt x="2891" y="23381"/>
                    <a:pt x="8362" y="27587"/>
                    <a:pt x="14604" y="27587"/>
                  </a:cubicBezTo>
                  <a:cubicBezTo>
                    <a:pt x="14605" y="27587"/>
                    <a:pt x="14606" y="27587"/>
                    <a:pt x="14607" y="27587"/>
                  </a:cubicBezTo>
                  <a:cubicBezTo>
                    <a:pt x="14793" y="27587"/>
                    <a:pt x="14967" y="27469"/>
                    <a:pt x="14967" y="27283"/>
                  </a:cubicBezTo>
                  <a:cubicBezTo>
                    <a:pt x="14967" y="27115"/>
                    <a:pt x="14832" y="26980"/>
                    <a:pt x="14666" y="26980"/>
                  </a:cubicBezTo>
                  <a:cubicBezTo>
                    <a:pt x="14665" y="26980"/>
                    <a:pt x="14665" y="26980"/>
                    <a:pt x="14664" y="26981"/>
                  </a:cubicBezTo>
                  <a:cubicBezTo>
                    <a:pt x="14659" y="26983"/>
                    <a:pt x="14653" y="26983"/>
                    <a:pt x="14646" y="26983"/>
                  </a:cubicBezTo>
                  <a:cubicBezTo>
                    <a:pt x="14633" y="26983"/>
                    <a:pt x="14617" y="26981"/>
                    <a:pt x="14603" y="26981"/>
                  </a:cubicBezTo>
                  <a:cubicBezTo>
                    <a:pt x="8637" y="26981"/>
                    <a:pt x="3406" y="22959"/>
                    <a:pt x="1869" y="17181"/>
                  </a:cubicBezTo>
                  <a:cubicBezTo>
                    <a:pt x="0" y="10155"/>
                    <a:pt x="4196" y="2917"/>
                    <a:pt x="11223" y="1048"/>
                  </a:cubicBezTo>
                  <a:cubicBezTo>
                    <a:pt x="12340" y="751"/>
                    <a:pt x="13479" y="605"/>
                    <a:pt x="14612" y="605"/>
                  </a:cubicBezTo>
                  <a:cubicBezTo>
                    <a:pt x="17226" y="605"/>
                    <a:pt x="19810" y="1383"/>
                    <a:pt x="22017" y="2879"/>
                  </a:cubicBezTo>
                  <a:cubicBezTo>
                    <a:pt x="22068" y="2915"/>
                    <a:pt x="22127" y="2931"/>
                    <a:pt x="22186" y="2931"/>
                  </a:cubicBezTo>
                  <a:cubicBezTo>
                    <a:pt x="22283" y="2931"/>
                    <a:pt x="22379" y="2885"/>
                    <a:pt x="22437" y="2799"/>
                  </a:cubicBezTo>
                  <a:cubicBezTo>
                    <a:pt x="22531" y="2661"/>
                    <a:pt x="22494" y="2472"/>
                    <a:pt x="22355" y="2378"/>
                  </a:cubicBezTo>
                  <a:cubicBezTo>
                    <a:pt x="20048" y="814"/>
                    <a:pt x="17346" y="0"/>
                    <a:pt x="146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7"/>
            <p:cNvSpPr/>
            <p:nvPr/>
          </p:nvSpPr>
          <p:spPr>
            <a:xfrm>
              <a:off x="6162950" y="2996450"/>
              <a:ext cx="328225" cy="505750"/>
            </a:xfrm>
            <a:custGeom>
              <a:rect b="b" l="l" r="r" t="t"/>
              <a:pathLst>
                <a:path extrusionOk="0" h="20230" w="13129">
                  <a:moveTo>
                    <a:pt x="4133" y="0"/>
                  </a:moveTo>
                  <a:cubicBezTo>
                    <a:pt x="4060" y="0"/>
                    <a:pt x="3988" y="9"/>
                    <a:pt x="3916" y="27"/>
                  </a:cubicBezTo>
                  <a:cubicBezTo>
                    <a:pt x="3692" y="81"/>
                    <a:pt x="3510" y="212"/>
                    <a:pt x="3368" y="420"/>
                  </a:cubicBezTo>
                  <a:cubicBezTo>
                    <a:pt x="3227" y="627"/>
                    <a:pt x="3194" y="875"/>
                    <a:pt x="3271" y="1165"/>
                  </a:cubicBezTo>
                  <a:lnTo>
                    <a:pt x="3982" y="3833"/>
                  </a:lnTo>
                  <a:lnTo>
                    <a:pt x="3982" y="3833"/>
                  </a:lnTo>
                  <a:cubicBezTo>
                    <a:pt x="2782" y="4222"/>
                    <a:pt x="1847" y="4780"/>
                    <a:pt x="1176" y="5508"/>
                  </a:cubicBezTo>
                  <a:cubicBezTo>
                    <a:pt x="281" y="6477"/>
                    <a:pt x="0" y="7585"/>
                    <a:pt x="331" y="8831"/>
                  </a:cubicBezTo>
                  <a:cubicBezTo>
                    <a:pt x="468" y="9345"/>
                    <a:pt x="652" y="9773"/>
                    <a:pt x="886" y="10118"/>
                  </a:cubicBezTo>
                  <a:cubicBezTo>
                    <a:pt x="1120" y="10462"/>
                    <a:pt x="1378" y="10737"/>
                    <a:pt x="1660" y="10941"/>
                  </a:cubicBezTo>
                  <a:cubicBezTo>
                    <a:pt x="1943" y="11144"/>
                    <a:pt x="2318" y="11301"/>
                    <a:pt x="2787" y="11410"/>
                  </a:cubicBezTo>
                  <a:cubicBezTo>
                    <a:pt x="3234" y="11515"/>
                    <a:pt x="3688" y="11587"/>
                    <a:pt x="4146" y="11624"/>
                  </a:cubicBezTo>
                  <a:cubicBezTo>
                    <a:pt x="4585" y="11657"/>
                    <a:pt x="5162" y="11681"/>
                    <a:pt x="5878" y="11691"/>
                  </a:cubicBezTo>
                  <a:lnTo>
                    <a:pt x="7772" y="11695"/>
                  </a:lnTo>
                  <a:cubicBezTo>
                    <a:pt x="7808" y="11694"/>
                    <a:pt x="7843" y="11694"/>
                    <a:pt x="7878" y="11694"/>
                  </a:cubicBezTo>
                  <a:cubicBezTo>
                    <a:pt x="8348" y="11694"/>
                    <a:pt x="8732" y="11759"/>
                    <a:pt x="9031" y="11888"/>
                  </a:cubicBezTo>
                  <a:cubicBezTo>
                    <a:pt x="9352" y="12027"/>
                    <a:pt x="9542" y="12207"/>
                    <a:pt x="9600" y="12430"/>
                  </a:cubicBezTo>
                  <a:cubicBezTo>
                    <a:pt x="9676" y="12711"/>
                    <a:pt x="9649" y="12967"/>
                    <a:pt x="9517" y="13199"/>
                  </a:cubicBezTo>
                  <a:cubicBezTo>
                    <a:pt x="9387" y="13431"/>
                    <a:pt x="9198" y="13616"/>
                    <a:pt x="8952" y="13754"/>
                  </a:cubicBezTo>
                  <a:cubicBezTo>
                    <a:pt x="8689" y="13901"/>
                    <a:pt x="8415" y="14026"/>
                    <a:pt x="8133" y="14130"/>
                  </a:cubicBezTo>
                  <a:cubicBezTo>
                    <a:pt x="7855" y="14236"/>
                    <a:pt x="7566" y="14310"/>
                    <a:pt x="7273" y="14352"/>
                  </a:cubicBezTo>
                  <a:cubicBezTo>
                    <a:pt x="6892" y="14436"/>
                    <a:pt x="6504" y="14479"/>
                    <a:pt x="6114" y="14482"/>
                  </a:cubicBezTo>
                  <a:cubicBezTo>
                    <a:pt x="6101" y="14482"/>
                    <a:pt x="6089" y="14482"/>
                    <a:pt x="6076" y="14482"/>
                  </a:cubicBezTo>
                  <a:cubicBezTo>
                    <a:pt x="5710" y="14482"/>
                    <a:pt x="5423" y="14464"/>
                    <a:pt x="5214" y="14426"/>
                  </a:cubicBezTo>
                  <a:cubicBezTo>
                    <a:pt x="4998" y="14388"/>
                    <a:pt x="4742" y="14332"/>
                    <a:pt x="4443" y="14261"/>
                  </a:cubicBezTo>
                  <a:cubicBezTo>
                    <a:pt x="4145" y="14189"/>
                    <a:pt x="3963" y="14149"/>
                    <a:pt x="3896" y="14140"/>
                  </a:cubicBezTo>
                  <a:cubicBezTo>
                    <a:pt x="3747" y="14110"/>
                    <a:pt x="3606" y="14096"/>
                    <a:pt x="3474" y="14096"/>
                  </a:cubicBezTo>
                  <a:cubicBezTo>
                    <a:pt x="3290" y="14096"/>
                    <a:pt x="3122" y="14124"/>
                    <a:pt x="2969" y="14180"/>
                  </a:cubicBezTo>
                  <a:cubicBezTo>
                    <a:pt x="2706" y="14278"/>
                    <a:pt x="2513" y="14443"/>
                    <a:pt x="2388" y="14677"/>
                  </a:cubicBezTo>
                  <a:cubicBezTo>
                    <a:pt x="2265" y="14904"/>
                    <a:pt x="2193" y="15155"/>
                    <a:pt x="2179" y="15412"/>
                  </a:cubicBezTo>
                  <a:cubicBezTo>
                    <a:pt x="2163" y="15667"/>
                    <a:pt x="2228" y="15913"/>
                    <a:pt x="2374" y="16149"/>
                  </a:cubicBezTo>
                  <a:cubicBezTo>
                    <a:pt x="2519" y="16385"/>
                    <a:pt x="2730" y="16558"/>
                    <a:pt x="3006" y="16667"/>
                  </a:cubicBezTo>
                  <a:cubicBezTo>
                    <a:pt x="3961" y="17015"/>
                    <a:pt x="4958" y="17189"/>
                    <a:pt x="5995" y="17189"/>
                  </a:cubicBezTo>
                  <a:cubicBezTo>
                    <a:pt x="6568" y="17189"/>
                    <a:pt x="7153" y="17136"/>
                    <a:pt x="7751" y="17029"/>
                  </a:cubicBezTo>
                  <a:lnTo>
                    <a:pt x="7751" y="17029"/>
                  </a:lnTo>
                  <a:lnTo>
                    <a:pt x="8414" y="19521"/>
                  </a:lnTo>
                  <a:cubicBezTo>
                    <a:pt x="8517" y="19906"/>
                    <a:pt x="8734" y="20134"/>
                    <a:pt x="9069" y="20204"/>
                  </a:cubicBezTo>
                  <a:cubicBezTo>
                    <a:pt x="9146" y="20221"/>
                    <a:pt x="9222" y="20229"/>
                    <a:pt x="9295" y="20229"/>
                  </a:cubicBezTo>
                  <a:cubicBezTo>
                    <a:pt x="9538" y="20229"/>
                    <a:pt x="9759" y="20137"/>
                    <a:pt x="9956" y="19954"/>
                  </a:cubicBezTo>
                  <a:cubicBezTo>
                    <a:pt x="10212" y="19717"/>
                    <a:pt x="10293" y="19415"/>
                    <a:pt x="10196" y="19048"/>
                  </a:cubicBezTo>
                  <a:lnTo>
                    <a:pt x="9535" y="16565"/>
                  </a:lnTo>
                  <a:lnTo>
                    <a:pt x="9535" y="16565"/>
                  </a:lnTo>
                  <a:cubicBezTo>
                    <a:pt x="10126" y="16351"/>
                    <a:pt x="10654" y="16086"/>
                    <a:pt x="11120" y="15770"/>
                  </a:cubicBezTo>
                  <a:cubicBezTo>
                    <a:pt x="11895" y="15243"/>
                    <a:pt x="12446" y="14580"/>
                    <a:pt x="12773" y="13780"/>
                  </a:cubicBezTo>
                  <a:cubicBezTo>
                    <a:pt x="13100" y="12981"/>
                    <a:pt x="13128" y="12108"/>
                    <a:pt x="12859" y="11165"/>
                  </a:cubicBezTo>
                  <a:cubicBezTo>
                    <a:pt x="12693" y="10578"/>
                    <a:pt x="12455" y="10095"/>
                    <a:pt x="12144" y="9716"/>
                  </a:cubicBezTo>
                  <a:cubicBezTo>
                    <a:pt x="11832" y="9337"/>
                    <a:pt x="11440" y="9050"/>
                    <a:pt x="10969" y="8856"/>
                  </a:cubicBezTo>
                  <a:cubicBezTo>
                    <a:pt x="10486" y="8658"/>
                    <a:pt x="9978" y="8528"/>
                    <a:pt x="9460" y="8468"/>
                  </a:cubicBezTo>
                  <a:cubicBezTo>
                    <a:pt x="8947" y="8407"/>
                    <a:pt x="8328" y="8377"/>
                    <a:pt x="7600" y="8377"/>
                  </a:cubicBezTo>
                  <a:cubicBezTo>
                    <a:pt x="7570" y="8377"/>
                    <a:pt x="7540" y="8377"/>
                    <a:pt x="7509" y="8377"/>
                  </a:cubicBezTo>
                  <a:lnTo>
                    <a:pt x="5638" y="8408"/>
                  </a:lnTo>
                  <a:cubicBezTo>
                    <a:pt x="5556" y="8411"/>
                    <a:pt x="5477" y="8413"/>
                    <a:pt x="5402" y="8413"/>
                  </a:cubicBezTo>
                  <a:cubicBezTo>
                    <a:pt x="4966" y="8413"/>
                    <a:pt x="4632" y="8365"/>
                    <a:pt x="4400" y="8271"/>
                  </a:cubicBezTo>
                  <a:cubicBezTo>
                    <a:pt x="4128" y="8161"/>
                    <a:pt x="3952" y="7951"/>
                    <a:pt x="3870" y="7644"/>
                  </a:cubicBezTo>
                  <a:cubicBezTo>
                    <a:pt x="3803" y="7387"/>
                    <a:pt x="3889" y="7145"/>
                    <a:pt x="4130" y="6916"/>
                  </a:cubicBezTo>
                  <a:cubicBezTo>
                    <a:pt x="4370" y="6688"/>
                    <a:pt x="4662" y="6521"/>
                    <a:pt x="5005" y="6416"/>
                  </a:cubicBezTo>
                  <a:cubicBezTo>
                    <a:pt x="5347" y="6312"/>
                    <a:pt x="5674" y="6227"/>
                    <a:pt x="5987" y="6162"/>
                  </a:cubicBezTo>
                  <a:cubicBezTo>
                    <a:pt x="6547" y="6077"/>
                    <a:pt x="7114" y="6035"/>
                    <a:pt x="7680" y="6035"/>
                  </a:cubicBezTo>
                  <a:cubicBezTo>
                    <a:pt x="8037" y="6035"/>
                    <a:pt x="8394" y="6052"/>
                    <a:pt x="8750" y="6085"/>
                  </a:cubicBezTo>
                  <a:cubicBezTo>
                    <a:pt x="8805" y="6088"/>
                    <a:pt x="8858" y="6090"/>
                    <a:pt x="8910" y="6090"/>
                  </a:cubicBezTo>
                  <a:cubicBezTo>
                    <a:pt x="9204" y="6090"/>
                    <a:pt x="9459" y="6034"/>
                    <a:pt x="9673" y="5922"/>
                  </a:cubicBezTo>
                  <a:cubicBezTo>
                    <a:pt x="9926" y="5791"/>
                    <a:pt x="10090" y="5599"/>
                    <a:pt x="10166" y="5347"/>
                  </a:cubicBezTo>
                  <a:cubicBezTo>
                    <a:pt x="10238" y="5102"/>
                    <a:pt x="10257" y="4844"/>
                    <a:pt x="10218" y="4591"/>
                  </a:cubicBezTo>
                  <a:cubicBezTo>
                    <a:pt x="10179" y="4341"/>
                    <a:pt x="10051" y="4108"/>
                    <a:pt x="9833" y="3891"/>
                  </a:cubicBezTo>
                  <a:cubicBezTo>
                    <a:pt x="9615" y="3674"/>
                    <a:pt x="9339" y="3538"/>
                    <a:pt x="9004" y="3480"/>
                  </a:cubicBezTo>
                  <a:cubicBezTo>
                    <a:pt x="8572" y="3404"/>
                    <a:pt x="8219" y="3350"/>
                    <a:pt x="7946" y="3323"/>
                  </a:cubicBezTo>
                  <a:cubicBezTo>
                    <a:pt x="7778" y="3306"/>
                    <a:pt x="7566" y="3297"/>
                    <a:pt x="7312" y="3297"/>
                  </a:cubicBezTo>
                  <a:cubicBezTo>
                    <a:pt x="7156" y="3297"/>
                    <a:pt x="6985" y="3300"/>
                    <a:pt x="6797" y="3307"/>
                  </a:cubicBezTo>
                  <a:cubicBezTo>
                    <a:pt x="6449" y="3320"/>
                    <a:pt x="6104" y="3354"/>
                    <a:pt x="5761" y="3409"/>
                  </a:cubicBezTo>
                  <a:lnTo>
                    <a:pt x="5761" y="3409"/>
                  </a:lnTo>
                  <a:lnTo>
                    <a:pt x="5040" y="695"/>
                  </a:lnTo>
                  <a:cubicBezTo>
                    <a:pt x="4967" y="421"/>
                    <a:pt x="4817" y="229"/>
                    <a:pt x="4591" y="115"/>
                  </a:cubicBezTo>
                  <a:cubicBezTo>
                    <a:pt x="4436" y="39"/>
                    <a:pt x="4284" y="0"/>
                    <a:pt x="413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7"/>
            <p:cNvSpPr/>
            <p:nvPr/>
          </p:nvSpPr>
          <p:spPr>
            <a:xfrm>
              <a:off x="6005025" y="3454750"/>
              <a:ext cx="15375" cy="65550"/>
            </a:xfrm>
            <a:custGeom>
              <a:rect b="b" l="l" r="r" t="t"/>
              <a:pathLst>
                <a:path extrusionOk="0" h="2622" w="615">
                  <a:moveTo>
                    <a:pt x="308" y="1"/>
                  </a:moveTo>
                  <a:cubicBezTo>
                    <a:pt x="138" y="1"/>
                    <a:pt x="1" y="140"/>
                    <a:pt x="5" y="311"/>
                  </a:cubicBezTo>
                  <a:lnTo>
                    <a:pt x="5" y="2319"/>
                  </a:lnTo>
                  <a:cubicBezTo>
                    <a:pt x="5" y="2486"/>
                    <a:pt x="140" y="2621"/>
                    <a:pt x="308" y="2621"/>
                  </a:cubicBezTo>
                  <a:cubicBezTo>
                    <a:pt x="475" y="2621"/>
                    <a:pt x="610" y="2486"/>
                    <a:pt x="610" y="2319"/>
                  </a:cubicBezTo>
                  <a:lnTo>
                    <a:pt x="610" y="311"/>
                  </a:lnTo>
                  <a:cubicBezTo>
                    <a:pt x="614" y="140"/>
                    <a:pt x="478" y="1"/>
                    <a:pt x="30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7"/>
            <p:cNvSpPr/>
            <p:nvPr/>
          </p:nvSpPr>
          <p:spPr>
            <a:xfrm>
              <a:off x="6040500" y="3504950"/>
              <a:ext cx="15350" cy="68525"/>
            </a:xfrm>
            <a:custGeom>
              <a:rect b="b" l="l" r="r" t="t"/>
              <a:pathLst>
                <a:path extrusionOk="0" h="2741" w="614">
                  <a:moveTo>
                    <a:pt x="308" y="1"/>
                  </a:moveTo>
                  <a:cubicBezTo>
                    <a:pt x="137" y="1"/>
                    <a:pt x="0" y="140"/>
                    <a:pt x="4" y="311"/>
                  </a:cubicBezTo>
                  <a:lnTo>
                    <a:pt x="4" y="2438"/>
                  </a:lnTo>
                  <a:cubicBezTo>
                    <a:pt x="4" y="2606"/>
                    <a:pt x="140" y="2741"/>
                    <a:pt x="308" y="2741"/>
                  </a:cubicBezTo>
                  <a:cubicBezTo>
                    <a:pt x="474" y="2741"/>
                    <a:pt x="610" y="2606"/>
                    <a:pt x="610" y="2438"/>
                  </a:cubicBezTo>
                  <a:lnTo>
                    <a:pt x="610" y="311"/>
                  </a:lnTo>
                  <a:cubicBezTo>
                    <a:pt x="614" y="140"/>
                    <a:pt x="477" y="1"/>
                    <a:pt x="30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7"/>
            <p:cNvSpPr/>
            <p:nvPr/>
          </p:nvSpPr>
          <p:spPr>
            <a:xfrm>
              <a:off x="6111400" y="3564025"/>
              <a:ext cx="15350" cy="65600"/>
            </a:xfrm>
            <a:custGeom>
              <a:rect b="b" l="l" r="r" t="t"/>
              <a:pathLst>
                <a:path extrusionOk="0" h="2624" w="614">
                  <a:moveTo>
                    <a:pt x="307" y="0"/>
                  </a:moveTo>
                  <a:cubicBezTo>
                    <a:pt x="137" y="0"/>
                    <a:pt x="1" y="141"/>
                    <a:pt x="4" y="312"/>
                  </a:cubicBezTo>
                  <a:lnTo>
                    <a:pt x="4" y="2320"/>
                  </a:lnTo>
                  <a:cubicBezTo>
                    <a:pt x="4" y="2488"/>
                    <a:pt x="140" y="2623"/>
                    <a:pt x="307" y="2623"/>
                  </a:cubicBezTo>
                  <a:cubicBezTo>
                    <a:pt x="475" y="2623"/>
                    <a:pt x="610" y="2488"/>
                    <a:pt x="610" y="2320"/>
                  </a:cubicBezTo>
                  <a:lnTo>
                    <a:pt x="610" y="312"/>
                  </a:lnTo>
                  <a:cubicBezTo>
                    <a:pt x="614" y="141"/>
                    <a:pt x="477" y="0"/>
                    <a:pt x="30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7"/>
            <p:cNvSpPr/>
            <p:nvPr/>
          </p:nvSpPr>
          <p:spPr>
            <a:xfrm>
              <a:off x="6211900" y="3614450"/>
              <a:ext cx="15200" cy="59475"/>
            </a:xfrm>
            <a:custGeom>
              <a:rect b="b" l="l" r="r" t="t"/>
              <a:pathLst>
                <a:path extrusionOk="0" h="2379" w="608">
                  <a:moveTo>
                    <a:pt x="304" y="0"/>
                  </a:moveTo>
                  <a:cubicBezTo>
                    <a:pt x="137" y="0"/>
                    <a:pt x="2" y="136"/>
                    <a:pt x="2" y="303"/>
                  </a:cubicBezTo>
                  <a:lnTo>
                    <a:pt x="2" y="2075"/>
                  </a:lnTo>
                  <a:cubicBezTo>
                    <a:pt x="1" y="2243"/>
                    <a:pt x="137" y="2378"/>
                    <a:pt x="304" y="2378"/>
                  </a:cubicBezTo>
                  <a:cubicBezTo>
                    <a:pt x="472" y="2378"/>
                    <a:pt x="607" y="2243"/>
                    <a:pt x="607" y="2075"/>
                  </a:cubicBezTo>
                  <a:lnTo>
                    <a:pt x="607" y="303"/>
                  </a:lnTo>
                  <a:cubicBezTo>
                    <a:pt x="607" y="136"/>
                    <a:pt x="472" y="0"/>
                    <a:pt x="3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p:nvPr/>
          </p:nvSpPr>
          <p:spPr>
            <a:xfrm>
              <a:off x="6321125" y="3634925"/>
              <a:ext cx="15375" cy="36025"/>
            </a:xfrm>
            <a:custGeom>
              <a:rect b="b" l="l" r="r" t="t"/>
              <a:pathLst>
                <a:path extrusionOk="0" h="1441" w="615">
                  <a:moveTo>
                    <a:pt x="307" y="1"/>
                  </a:moveTo>
                  <a:cubicBezTo>
                    <a:pt x="137" y="1"/>
                    <a:pt x="1" y="141"/>
                    <a:pt x="5" y="311"/>
                  </a:cubicBezTo>
                  <a:lnTo>
                    <a:pt x="5" y="1139"/>
                  </a:lnTo>
                  <a:cubicBezTo>
                    <a:pt x="5" y="1306"/>
                    <a:pt x="140" y="1441"/>
                    <a:pt x="308" y="1441"/>
                  </a:cubicBezTo>
                  <a:cubicBezTo>
                    <a:pt x="475" y="1441"/>
                    <a:pt x="610" y="1306"/>
                    <a:pt x="610" y="1139"/>
                  </a:cubicBezTo>
                  <a:lnTo>
                    <a:pt x="610" y="311"/>
                  </a:lnTo>
                  <a:cubicBezTo>
                    <a:pt x="614" y="141"/>
                    <a:pt x="477" y="1"/>
                    <a:pt x="3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p:nvPr/>
          </p:nvSpPr>
          <p:spPr>
            <a:xfrm>
              <a:off x="6536875" y="3593950"/>
              <a:ext cx="15175" cy="47475"/>
            </a:xfrm>
            <a:custGeom>
              <a:rect b="b" l="l" r="r" t="t"/>
              <a:pathLst>
                <a:path extrusionOk="0" h="1899" w="607">
                  <a:moveTo>
                    <a:pt x="303" y="0"/>
                  </a:moveTo>
                  <a:cubicBezTo>
                    <a:pt x="139" y="0"/>
                    <a:pt x="5" y="132"/>
                    <a:pt x="1" y="296"/>
                  </a:cubicBezTo>
                  <a:lnTo>
                    <a:pt x="1" y="1595"/>
                  </a:lnTo>
                  <a:cubicBezTo>
                    <a:pt x="1" y="1763"/>
                    <a:pt x="136" y="1899"/>
                    <a:pt x="304" y="1899"/>
                  </a:cubicBezTo>
                  <a:cubicBezTo>
                    <a:pt x="471" y="1899"/>
                    <a:pt x="606" y="1762"/>
                    <a:pt x="606" y="1595"/>
                  </a:cubicBezTo>
                  <a:lnTo>
                    <a:pt x="606" y="296"/>
                  </a:lnTo>
                  <a:cubicBezTo>
                    <a:pt x="603" y="132"/>
                    <a:pt x="468" y="0"/>
                    <a:pt x="3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7"/>
            <p:cNvSpPr/>
            <p:nvPr/>
          </p:nvSpPr>
          <p:spPr>
            <a:xfrm>
              <a:off x="6584125" y="3543550"/>
              <a:ext cx="15175" cy="65400"/>
            </a:xfrm>
            <a:custGeom>
              <a:rect b="b" l="l" r="r" t="t"/>
              <a:pathLst>
                <a:path extrusionOk="0" h="2616" w="607">
                  <a:moveTo>
                    <a:pt x="304" y="0"/>
                  </a:moveTo>
                  <a:cubicBezTo>
                    <a:pt x="136" y="0"/>
                    <a:pt x="1" y="136"/>
                    <a:pt x="1" y="302"/>
                  </a:cubicBezTo>
                  <a:lnTo>
                    <a:pt x="1" y="2312"/>
                  </a:lnTo>
                  <a:cubicBezTo>
                    <a:pt x="1" y="2480"/>
                    <a:pt x="136" y="2615"/>
                    <a:pt x="304" y="2615"/>
                  </a:cubicBezTo>
                  <a:cubicBezTo>
                    <a:pt x="471" y="2615"/>
                    <a:pt x="606" y="2480"/>
                    <a:pt x="606" y="2312"/>
                  </a:cubicBezTo>
                  <a:lnTo>
                    <a:pt x="606" y="302"/>
                  </a:lnTo>
                  <a:cubicBezTo>
                    <a:pt x="606" y="136"/>
                    <a:pt x="471" y="0"/>
                    <a:pt x="3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7"/>
            <p:cNvSpPr/>
            <p:nvPr/>
          </p:nvSpPr>
          <p:spPr>
            <a:xfrm>
              <a:off x="5377250" y="3222475"/>
              <a:ext cx="793500" cy="793500"/>
            </a:xfrm>
            <a:custGeom>
              <a:rect b="b" l="l" r="r" t="t"/>
              <a:pathLst>
                <a:path extrusionOk="0" h="31740" w="31740">
                  <a:moveTo>
                    <a:pt x="15870" y="0"/>
                  </a:moveTo>
                  <a:cubicBezTo>
                    <a:pt x="11661" y="0"/>
                    <a:pt x="7625" y="1672"/>
                    <a:pt x="4649" y="4648"/>
                  </a:cubicBezTo>
                  <a:cubicBezTo>
                    <a:pt x="1672" y="7625"/>
                    <a:pt x="0" y="11661"/>
                    <a:pt x="0" y="15870"/>
                  </a:cubicBezTo>
                  <a:cubicBezTo>
                    <a:pt x="0" y="20079"/>
                    <a:pt x="1672" y="24116"/>
                    <a:pt x="4649" y="27091"/>
                  </a:cubicBezTo>
                  <a:cubicBezTo>
                    <a:pt x="7625" y="30067"/>
                    <a:pt x="11661" y="31739"/>
                    <a:pt x="15870" y="31739"/>
                  </a:cubicBezTo>
                  <a:cubicBezTo>
                    <a:pt x="20079" y="31739"/>
                    <a:pt x="24116" y="30067"/>
                    <a:pt x="27091" y="27091"/>
                  </a:cubicBezTo>
                  <a:cubicBezTo>
                    <a:pt x="30068" y="24116"/>
                    <a:pt x="31739" y="20079"/>
                    <a:pt x="31739" y="15870"/>
                  </a:cubicBezTo>
                  <a:cubicBezTo>
                    <a:pt x="31739" y="11661"/>
                    <a:pt x="30068" y="7625"/>
                    <a:pt x="27091" y="4648"/>
                  </a:cubicBezTo>
                  <a:cubicBezTo>
                    <a:pt x="24116" y="1672"/>
                    <a:pt x="20079" y="0"/>
                    <a:pt x="158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7"/>
            <p:cNvSpPr/>
            <p:nvPr/>
          </p:nvSpPr>
          <p:spPr>
            <a:xfrm>
              <a:off x="5355650" y="3214725"/>
              <a:ext cx="879600" cy="808725"/>
            </a:xfrm>
            <a:custGeom>
              <a:rect b="b" l="l" r="r" t="t"/>
              <a:pathLst>
                <a:path extrusionOk="0" h="32349" w="35184">
                  <a:moveTo>
                    <a:pt x="16762" y="607"/>
                  </a:moveTo>
                  <a:cubicBezTo>
                    <a:pt x="19601" y="607"/>
                    <a:pt x="22393" y="1390"/>
                    <a:pt x="24876" y="2912"/>
                  </a:cubicBezTo>
                  <a:cubicBezTo>
                    <a:pt x="32190" y="7401"/>
                    <a:pt x="34493" y="17005"/>
                    <a:pt x="30003" y="24321"/>
                  </a:cubicBezTo>
                  <a:cubicBezTo>
                    <a:pt x="27067" y="29104"/>
                    <a:pt x="21946" y="31742"/>
                    <a:pt x="16707" y="31742"/>
                  </a:cubicBezTo>
                  <a:cubicBezTo>
                    <a:pt x="13933" y="31742"/>
                    <a:pt x="11126" y="31002"/>
                    <a:pt x="8593" y="29448"/>
                  </a:cubicBezTo>
                  <a:cubicBezTo>
                    <a:pt x="5050" y="27274"/>
                    <a:pt x="2564" y="23850"/>
                    <a:pt x="1596" y="19806"/>
                  </a:cubicBezTo>
                  <a:cubicBezTo>
                    <a:pt x="627" y="15763"/>
                    <a:pt x="1291" y="11584"/>
                    <a:pt x="3466" y="8039"/>
                  </a:cubicBezTo>
                  <a:cubicBezTo>
                    <a:pt x="5640" y="4496"/>
                    <a:pt x="9065" y="2010"/>
                    <a:pt x="13108" y="1042"/>
                  </a:cubicBezTo>
                  <a:cubicBezTo>
                    <a:pt x="14305" y="754"/>
                    <a:pt x="15532" y="608"/>
                    <a:pt x="16762" y="607"/>
                  </a:cubicBezTo>
                  <a:close/>
                  <a:moveTo>
                    <a:pt x="16765" y="1"/>
                  </a:moveTo>
                  <a:cubicBezTo>
                    <a:pt x="15501" y="1"/>
                    <a:pt x="14228" y="150"/>
                    <a:pt x="12968" y="452"/>
                  </a:cubicBezTo>
                  <a:cubicBezTo>
                    <a:pt x="8766" y="1459"/>
                    <a:pt x="5209" y="4040"/>
                    <a:pt x="2951" y="7723"/>
                  </a:cubicBezTo>
                  <a:cubicBezTo>
                    <a:pt x="691" y="11405"/>
                    <a:pt x="1" y="15746"/>
                    <a:pt x="1006" y="19947"/>
                  </a:cubicBezTo>
                  <a:cubicBezTo>
                    <a:pt x="2013" y="24148"/>
                    <a:pt x="4595" y="27706"/>
                    <a:pt x="8277" y="29965"/>
                  </a:cubicBezTo>
                  <a:cubicBezTo>
                    <a:pt x="10810" y="31523"/>
                    <a:pt x="13726" y="32349"/>
                    <a:pt x="16701" y="32349"/>
                  </a:cubicBezTo>
                  <a:cubicBezTo>
                    <a:pt x="16703" y="32349"/>
                    <a:pt x="16705" y="32349"/>
                    <a:pt x="16708" y="32349"/>
                  </a:cubicBezTo>
                  <a:cubicBezTo>
                    <a:pt x="22150" y="32349"/>
                    <a:pt x="27471" y="29607"/>
                    <a:pt x="30520" y="24638"/>
                  </a:cubicBezTo>
                  <a:cubicBezTo>
                    <a:pt x="35183" y="17037"/>
                    <a:pt x="32792" y="7059"/>
                    <a:pt x="25192" y="2395"/>
                  </a:cubicBezTo>
                  <a:cubicBezTo>
                    <a:pt x="22614" y="813"/>
                    <a:pt x="19714" y="1"/>
                    <a:pt x="167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7"/>
            <p:cNvSpPr/>
            <p:nvPr/>
          </p:nvSpPr>
          <p:spPr>
            <a:xfrm>
              <a:off x="5377250" y="3169400"/>
              <a:ext cx="793500" cy="793500"/>
            </a:xfrm>
            <a:custGeom>
              <a:rect b="b" l="l" r="r" t="t"/>
              <a:pathLst>
                <a:path extrusionOk="0" h="31740" w="31740">
                  <a:moveTo>
                    <a:pt x="15870" y="0"/>
                  </a:moveTo>
                  <a:cubicBezTo>
                    <a:pt x="11662" y="0"/>
                    <a:pt x="7625" y="1673"/>
                    <a:pt x="4649" y="4648"/>
                  </a:cubicBezTo>
                  <a:cubicBezTo>
                    <a:pt x="1672" y="7625"/>
                    <a:pt x="0" y="11661"/>
                    <a:pt x="0" y="15870"/>
                  </a:cubicBezTo>
                  <a:cubicBezTo>
                    <a:pt x="0" y="20079"/>
                    <a:pt x="1672" y="24116"/>
                    <a:pt x="4649" y="27092"/>
                  </a:cubicBezTo>
                  <a:cubicBezTo>
                    <a:pt x="7625" y="30067"/>
                    <a:pt x="11662" y="31739"/>
                    <a:pt x="15870" y="31739"/>
                  </a:cubicBezTo>
                  <a:cubicBezTo>
                    <a:pt x="20079" y="31739"/>
                    <a:pt x="24116" y="30067"/>
                    <a:pt x="27091" y="27092"/>
                  </a:cubicBezTo>
                  <a:cubicBezTo>
                    <a:pt x="30068" y="24116"/>
                    <a:pt x="31739" y="20079"/>
                    <a:pt x="31739" y="15870"/>
                  </a:cubicBezTo>
                  <a:cubicBezTo>
                    <a:pt x="31739" y="11661"/>
                    <a:pt x="30068" y="7625"/>
                    <a:pt x="27091" y="4648"/>
                  </a:cubicBezTo>
                  <a:cubicBezTo>
                    <a:pt x="24116" y="1673"/>
                    <a:pt x="20079" y="0"/>
                    <a:pt x="158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7"/>
            <p:cNvSpPr/>
            <p:nvPr/>
          </p:nvSpPr>
          <p:spPr>
            <a:xfrm>
              <a:off x="5355650" y="3161900"/>
              <a:ext cx="879600" cy="808750"/>
            </a:xfrm>
            <a:custGeom>
              <a:rect b="b" l="l" r="r" t="t"/>
              <a:pathLst>
                <a:path extrusionOk="0" h="32350" w="35184">
                  <a:moveTo>
                    <a:pt x="16767" y="608"/>
                  </a:moveTo>
                  <a:cubicBezTo>
                    <a:pt x="19629" y="608"/>
                    <a:pt x="22437" y="1402"/>
                    <a:pt x="24876" y="2902"/>
                  </a:cubicBezTo>
                  <a:cubicBezTo>
                    <a:pt x="32190" y="7391"/>
                    <a:pt x="34492" y="16996"/>
                    <a:pt x="30003" y="24310"/>
                  </a:cubicBezTo>
                  <a:cubicBezTo>
                    <a:pt x="27828" y="27855"/>
                    <a:pt x="24404" y="30339"/>
                    <a:pt x="20361" y="31309"/>
                  </a:cubicBezTo>
                  <a:cubicBezTo>
                    <a:pt x="19147" y="31600"/>
                    <a:pt x="17922" y="31744"/>
                    <a:pt x="16705" y="31744"/>
                  </a:cubicBezTo>
                  <a:cubicBezTo>
                    <a:pt x="13866" y="31744"/>
                    <a:pt x="11075" y="30961"/>
                    <a:pt x="8595" y="29440"/>
                  </a:cubicBezTo>
                  <a:cubicBezTo>
                    <a:pt x="5050" y="27265"/>
                    <a:pt x="2564" y="23840"/>
                    <a:pt x="1596" y="19797"/>
                  </a:cubicBezTo>
                  <a:cubicBezTo>
                    <a:pt x="627" y="15753"/>
                    <a:pt x="1291" y="11574"/>
                    <a:pt x="3466" y="8031"/>
                  </a:cubicBezTo>
                  <a:cubicBezTo>
                    <a:pt x="6400" y="3246"/>
                    <a:pt x="11522" y="608"/>
                    <a:pt x="16760" y="608"/>
                  </a:cubicBezTo>
                  <a:cubicBezTo>
                    <a:pt x="16762" y="608"/>
                    <a:pt x="16764" y="608"/>
                    <a:pt x="16767" y="608"/>
                  </a:cubicBezTo>
                  <a:close/>
                  <a:moveTo>
                    <a:pt x="16761" y="1"/>
                  </a:moveTo>
                  <a:cubicBezTo>
                    <a:pt x="11318" y="1"/>
                    <a:pt x="5999" y="2744"/>
                    <a:pt x="2951" y="7713"/>
                  </a:cubicBezTo>
                  <a:cubicBezTo>
                    <a:pt x="691" y="11394"/>
                    <a:pt x="1" y="15736"/>
                    <a:pt x="1006" y="19937"/>
                  </a:cubicBezTo>
                  <a:cubicBezTo>
                    <a:pt x="2013" y="24139"/>
                    <a:pt x="4595" y="27696"/>
                    <a:pt x="8277" y="29954"/>
                  </a:cubicBezTo>
                  <a:cubicBezTo>
                    <a:pt x="10854" y="31537"/>
                    <a:pt x="13754" y="32349"/>
                    <a:pt x="16704" y="32349"/>
                  </a:cubicBezTo>
                  <a:cubicBezTo>
                    <a:pt x="17983" y="32348"/>
                    <a:pt x="19258" y="32196"/>
                    <a:pt x="20501" y="31897"/>
                  </a:cubicBezTo>
                  <a:cubicBezTo>
                    <a:pt x="24702" y="30891"/>
                    <a:pt x="28260" y="28308"/>
                    <a:pt x="30518" y="24627"/>
                  </a:cubicBezTo>
                  <a:cubicBezTo>
                    <a:pt x="35183" y="17026"/>
                    <a:pt x="32792" y="7048"/>
                    <a:pt x="25192" y="2385"/>
                  </a:cubicBezTo>
                  <a:cubicBezTo>
                    <a:pt x="22560" y="770"/>
                    <a:pt x="19643" y="1"/>
                    <a:pt x="1676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7"/>
            <p:cNvSpPr/>
            <p:nvPr/>
          </p:nvSpPr>
          <p:spPr>
            <a:xfrm>
              <a:off x="5389125" y="3228875"/>
              <a:ext cx="769725" cy="674575"/>
            </a:xfrm>
            <a:custGeom>
              <a:rect b="b" l="l" r="r" t="t"/>
              <a:pathLst>
                <a:path extrusionOk="0" h="26983" w="30789">
                  <a:moveTo>
                    <a:pt x="15408" y="0"/>
                  </a:moveTo>
                  <a:cubicBezTo>
                    <a:pt x="10872" y="0"/>
                    <a:pt x="6443" y="2288"/>
                    <a:pt x="3897" y="6438"/>
                  </a:cubicBezTo>
                  <a:cubicBezTo>
                    <a:pt x="1" y="12788"/>
                    <a:pt x="1990" y="21094"/>
                    <a:pt x="8342" y="24989"/>
                  </a:cubicBezTo>
                  <a:cubicBezTo>
                    <a:pt x="10542" y="26339"/>
                    <a:pt x="12978" y="26982"/>
                    <a:pt x="15383" y="26982"/>
                  </a:cubicBezTo>
                  <a:cubicBezTo>
                    <a:pt x="19919" y="26982"/>
                    <a:pt x="24347" y="24695"/>
                    <a:pt x="26893" y="20545"/>
                  </a:cubicBezTo>
                  <a:cubicBezTo>
                    <a:pt x="30789" y="14195"/>
                    <a:pt x="28799" y="5890"/>
                    <a:pt x="22449" y="1993"/>
                  </a:cubicBezTo>
                  <a:cubicBezTo>
                    <a:pt x="20248" y="643"/>
                    <a:pt x="17813" y="0"/>
                    <a:pt x="1540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7"/>
            <p:cNvSpPr/>
            <p:nvPr/>
          </p:nvSpPr>
          <p:spPr>
            <a:xfrm>
              <a:off x="5397950" y="3221225"/>
              <a:ext cx="769400" cy="689875"/>
            </a:xfrm>
            <a:custGeom>
              <a:rect b="b" l="l" r="r" t="t"/>
              <a:pathLst>
                <a:path extrusionOk="0" h="27595" w="30776">
                  <a:moveTo>
                    <a:pt x="15068" y="605"/>
                  </a:moveTo>
                  <a:lnTo>
                    <a:pt x="15068" y="606"/>
                  </a:lnTo>
                  <a:cubicBezTo>
                    <a:pt x="17472" y="606"/>
                    <a:pt x="19837" y="1269"/>
                    <a:pt x="21939" y="2557"/>
                  </a:cubicBezTo>
                  <a:cubicBezTo>
                    <a:pt x="28136" y="6360"/>
                    <a:pt x="30084" y="14495"/>
                    <a:pt x="26282" y="20692"/>
                  </a:cubicBezTo>
                  <a:cubicBezTo>
                    <a:pt x="24440" y="23694"/>
                    <a:pt x="21539" y="25797"/>
                    <a:pt x="18114" y="26620"/>
                  </a:cubicBezTo>
                  <a:cubicBezTo>
                    <a:pt x="17086" y="26867"/>
                    <a:pt x="16048" y="26989"/>
                    <a:pt x="15018" y="26989"/>
                  </a:cubicBezTo>
                  <a:cubicBezTo>
                    <a:pt x="12613" y="26989"/>
                    <a:pt x="10248" y="26326"/>
                    <a:pt x="8146" y="25037"/>
                  </a:cubicBezTo>
                  <a:cubicBezTo>
                    <a:pt x="1949" y="21234"/>
                    <a:pt x="1" y="13098"/>
                    <a:pt x="3803" y="6901"/>
                  </a:cubicBezTo>
                  <a:cubicBezTo>
                    <a:pt x="5645" y="3898"/>
                    <a:pt x="8545" y="1794"/>
                    <a:pt x="11971" y="973"/>
                  </a:cubicBezTo>
                  <a:cubicBezTo>
                    <a:pt x="12985" y="730"/>
                    <a:pt x="14025" y="606"/>
                    <a:pt x="15068" y="605"/>
                  </a:cubicBezTo>
                  <a:close/>
                  <a:moveTo>
                    <a:pt x="15067" y="0"/>
                  </a:moveTo>
                  <a:cubicBezTo>
                    <a:pt x="13989" y="0"/>
                    <a:pt x="12904" y="127"/>
                    <a:pt x="11829" y="385"/>
                  </a:cubicBezTo>
                  <a:cubicBezTo>
                    <a:pt x="8247" y="1243"/>
                    <a:pt x="5214" y="3445"/>
                    <a:pt x="3287" y="6585"/>
                  </a:cubicBezTo>
                  <a:cubicBezTo>
                    <a:pt x="1360" y="9725"/>
                    <a:pt x="773" y="13427"/>
                    <a:pt x="1630" y="17010"/>
                  </a:cubicBezTo>
                  <a:cubicBezTo>
                    <a:pt x="2488" y="20592"/>
                    <a:pt x="4690" y="23626"/>
                    <a:pt x="7830" y="25553"/>
                  </a:cubicBezTo>
                  <a:cubicBezTo>
                    <a:pt x="10028" y="26902"/>
                    <a:pt x="12501" y="27595"/>
                    <a:pt x="15017" y="27595"/>
                  </a:cubicBezTo>
                  <a:cubicBezTo>
                    <a:pt x="16107" y="27595"/>
                    <a:pt x="17194" y="27464"/>
                    <a:pt x="18254" y="27209"/>
                  </a:cubicBezTo>
                  <a:cubicBezTo>
                    <a:pt x="21837" y="26352"/>
                    <a:pt x="24871" y="24150"/>
                    <a:pt x="26797" y="21010"/>
                  </a:cubicBezTo>
                  <a:cubicBezTo>
                    <a:pt x="30776" y="14528"/>
                    <a:pt x="28736" y="6018"/>
                    <a:pt x="22255" y="2041"/>
                  </a:cubicBezTo>
                  <a:cubicBezTo>
                    <a:pt x="20056" y="693"/>
                    <a:pt x="17582" y="0"/>
                    <a:pt x="1506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7"/>
            <p:cNvSpPr/>
            <p:nvPr/>
          </p:nvSpPr>
          <p:spPr>
            <a:xfrm>
              <a:off x="5574875" y="3337125"/>
              <a:ext cx="352550" cy="456400"/>
            </a:xfrm>
            <a:custGeom>
              <a:rect b="b" l="l" r="r" t="t"/>
              <a:pathLst>
                <a:path extrusionOk="0" h="18256" w="14102">
                  <a:moveTo>
                    <a:pt x="12329" y="0"/>
                  </a:moveTo>
                  <a:cubicBezTo>
                    <a:pt x="12271" y="0"/>
                    <a:pt x="12212" y="5"/>
                    <a:pt x="12152" y="15"/>
                  </a:cubicBezTo>
                  <a:cubicBezTo>
                    <a:pt x="11904" y="55"/>
                    <a:pt x="11702" y="203"/>
                    <a:pt x="11545" y="459"/>
                  </a:cubicBezTo>
                  <a:lnTo>
                    <a:pt x="10101" y="2811"/>
                  </a:lnTo>
                  <a:lnTo>
                    <a:pt x="10101" y="2811"/>
                  </a:lnTo>
                  <a:cubicBezTo>
                    <a:pt x="9021" y="2226"/>
                    <a:pt x="7997" y="1934"/>
                    <a:pt x="7030" y="1934"/>
                  </a:cubicBezTo>
                  <a:cubicBezTo>
                    <a:pt x="7004" y="1934"/>
                    <a:pt x="6979" y="1934"/>
                    <a:pt x="6954" y="1935"/>
                  </a:cubicBezTo>
                  <a:cubicBezTo>
                    <a:pt x="5636" y="1955"/>
                    <a:pt x="4639" y="2515"/>
                    <a:pt x="3964" y="3615"/>
                  </a:cubicBezTo>
                  <a:cubicBezTo>
                    <a:pt x="3687" y="4066"/>
                    <a:pt x="3504" y="4496"/>
                    <a:pt x="3416" y="4902"/>
                  </a:cubicBezTo>
                  <a:cubicBezTo>
                    <a:pt x="3326" y="5309"/>
                    <a:pt x="3305" y="5685"/>
                    <a:pt x="3353" y="6030"/>
                  </a:cubicBezTo>
                  <a:cubicBezTo>
                    <a:pt x="3400" y="6377"/>
                    <a:pt x="3546" y="6756"/>
                    <a:pt x="3790" y="7170"/>
                  </a:cubicBezTo>
                  <a:cubicBezTo>
                    <a:pt x="4021" y="7567"/>
                    <a:pt x="4282" y="7946"/>
                    <a:pt x="4571" y="8303"/>
                  </a:cubicBezTo>
                  <a:cubicBezTo>
                    <a:pt x="4848" y="8645"/>
                    <a:pt x="5231" y="9079"/>
                    <a:pt x="5717" y="9605"/>
                  </a:cubicBezTo>
                  <a:lnTo>
                    <a:pt x="7019" y="10979"/>
                  </a:lnTo>
                  <a:cubicBezTo>
                    <a:pt x="7384" y="11347"/>
                    <a:pt x="7626" y="11695"/>
                    <a:pt x="7746" y="12025"/>
                  </a:cubicBezTo>
                  <a:cubicBezTo>
                    <a:pt x="7867" y="12353"/>
                    <a:pt x="7867" y="12615"/>
                    <a:pt x="7746" y="12810"/>
                  </a:cubicBezTo>
                  <a:cubicBezTo>
                    <a:pt x="7594" y="13059"/>
                    <a:pt x="7389" y="13215"/>
                    <a:pt x="7131" y="13280"/>
                  </a:cubicBezTo>
                  <a:cubicBezTo>
                    <a:pt x="7018" y="13309"/>
                    <a:pt x="6904" y="13323"/>
                    <a:pt x="6788" y="13323"/>
                  </a:cubicBezTo>
                  <a:cubicBezTo>
                    <a:pt x="6641" y="13323"/>
                    <a:pt x="6491" y="13299"/>
                    <a:pt x="6340" y="13253"/>
                  </a:cubicBezTo>
                  <a:cubicBezTo>
                    <a:pt x="6052" y="13163"/>
                    <a:pt x="5772" y="13051"/>
                    <a:pt x="5502" y="12918"/>
                  </a:cubicBezTo>
                  <a:cubicBezTo>
                    <a:pt x="5235" y="12790"/>
                    <a:pt x="4981" y="12633"/>
                    <a:pt x="4749" y="12448"/>
                  </a:cubicBezTo>
                  <a:cubicBezTo>
                    <a:pt x="4425" y="12230"/>
                    <a:pt x="4127" y="11979"/>
                    <a:pt x="3856" y="11698"/>
                  </a:cubicBezTo>
                  <a:cubicBezTo>
                    <a:pt x="3590" y="11422"/>
                    <a:pt x="3398" y="11191"/>
                    <a:pt x="3277" y="11009"/>
                  </a:cubicBezTo>
                  <a:cubicBezTo>
                    <a:pt x="3155" y="10825"/>
                    <a:pt x="3019" y="10601"/>
                    <a:pt x="2865" y="10336"/>
                  </a:cubicBezTo>
                  <a:cubicBezTo>
                    <a:pt x="2711" y="10070"/>
                    <a:pt x="2615" y="9911"/>
                    <a:pt x="2576" y="9855"/>
                  </a:cubicBezTo>
                  <a:cubicBezTo>
                    <a:pt x="2381" y="9549"/>
                    <a:pt x="2158" y="9334"/>
                    <a:pt x="1907" y="9212"/>
                  </a:cubicBezTo>
                  <a:cubicBezTo>
                    <a:pt x="1747" y="9133"/>
                    <a:pt x="1587" y="9094"/>
                    <a:pt x="1426" y="9094"/>
                  </a:cubicBezTo>
                  <a:cubicBezTo>
                    <a:pt x="1333" y="9094"/>
                    <a:pt x="1240" y="9107"/>
                    <a:pt x="1146" y="9134"/>
                  </a:cubicBezTo>
                  <a:cubicBezTo>
                    <a:pt x="897" y="9200"/>
                    <a:pt x="666" y="9321"/>
                    <a:pt x="469" y="9488"/>
                  </a:cubicBezTo>
                  <a:cubicBezTo>
                    <a:pt x="275" y="9653"/>
                    <a:pt x="142" y="9871"/>
                    <a:pt x="70" y="10138"/>
                  </a:cubicBezTo>
                  <a:cubicBezTo>
                    <a:pt x="0" y="10405"/>
                    <a:pt x="20" y="10677"/>
                    <a:pt x="130" y="10952"/>
                  </a:cubicBezTo>
                  <a:cubicBezTo>
                    <a:pt x="762" y="12399"/>
                    <a:pt x="1765" y="13629"/>
                    <a:pt x="3140" y="14642"/>
                  </a:cubicBezTo>
                  <a:lnTo>
                    <a:pt x="3140" y="14642"/>
                  </a:lnTo>
                  <a:lnTo>
                    <a:pt x="1792" y="16838"/>
                  </a:lnTo>
                  <a:cubicBezTo>
                    <a:pt x="1584" y="17176"/>
                    <a:pt x="1569" y="17492"/>
                    <a:pt x="1748" y="17783"/>
                  </a:cubicBezTo>
                  <a:cubicBezTo>
                    <a:pt x="1926" y="18075"/>
                    <a:pt x="2190" y="18231"/>
                    <a:pt x="2539" y="18253"/>
                  </a:cubicBezTo>
                  <a:cubicBezTo>
                    <a:pt x="2562" y="18255"/>
                    <a:pt x="2584" y="18256"/>
                    <a:pt x="2606" y="18256"/>
                  </a:cubicBezTo>
                  <a:cubicBezTo>
                    <a:pt x="2925" y="18256"/>
                    <a:pt x="3176" y="18105"/>
                    <a:pt x="3363" y="17802"/>
                  </a:cubicBezTo>
                  <a:lnTo>
                    <a:pt x="4704" y="15613"/>
                  </a:lnTo>
                  <a:lnTo>
                    <a:pt x="4704" y="15613"/>
                  </a:lnTo>
                  <a:cubicBezTo>
                    <a:pt x="5266" y="15893"/>
                    <a:pt x="5822" y="16094"/>
                    <a:pt x="6373" y="16213"/>
                  </a:cubicBezTo>
                  <a:cubicBezTo>
                    <a:pt x="6728" y="16289"/>
                    <a:pt x="7074" y="16327"/>
                    <a:pt x="7411" y="16327"/>
                  </a:cubicBezTo>
                  <a:cubicBezTo>
                    <a:pt x="7948" y="16327"/>
                    <a:pt x="8463" y="16231"/>
                    <a:pt x="8956" y="16038"/>
                  </a:cubicBezTo>
                  <a:cubicBezTo>
                    <a:pt x="9761" y="15723"/>
                    <a:pt x="10412" y="15144"/>
                    <a:pt x="10909" y="14297"/>
                  </a:cubicBezTo>
                  <a:cubicBezTo>
                    <a:pt x="11222" y="13774"/>
                    <a:pt x="11407" y="13268"/>
                    <a:pt x="11467" y="12781"/>
                  </a:cubicBezTo>
                  <a:cubicBezTo>
                    <a:pt x="11526" y="12294"/>
                    <a:pt x="11464" y="11814"/>
                    <a:pt x="11280" y="11337"/>
                  </a:cubicBezTo>
                  <a:cubicBezTo>
                    <a:pt x="11090" y="10851"/>
                    <a:pt x="10835" y="10393"/>
                    <a:pt x="10521" y="9976"/>
                  </a:cubicBezTo>
                  <a:cubicBezTo>
                    <a:pt x="10199" y="9545"/>
                    <a:pt x="9772" y="9053"/>
                    <a:pt x="9242" y="8499"/>
                  </a:cubicBezTo>
                  <a:lnTo>
                    <a:pt x="7930" y="7166"/>
                  </a:lnTo>
                  <a:cubicBezTo>
                    <a:pt x="7534" y="6779"/>
                    <a:pt x="7284" y="6448"/>
                    <a:pt x="7177" y="6175"/>
                  </a:cubicBezTo>
                  <a:cubicBezTo>
                    <a:pt x="7069" y="5903"/>
                    <a:pt x="7099" y="5630"/>
                    <a:pt x="7265" y="5358"/>
                  </a:cubicBezTo>
                  <a:cubicBezTo>
                    <a:pt x="7394" y="5149"/>
                    <a:pt x="7607" y="5044"/>
                    <a:pt x="7903" y="5044"/>
                  </a:cubicBezTo>
                  <a:cubicBezTo>
                    <a:pt x="7925" y="5044"/>
                    <a:pt x="7948" y="5045"/>
                    <a:pt x="7971" y="5046"/>
                  </a:cubicBezTo>
                  <a:cubicBezTo>
                    <a:pt x="8302" y="5063"/>
                    <a:pt x="8625" y="5159"/>
                    <a:pt x="8936" y="5335"/>
                  </a:cubicBezTo>
                  <a:cubicBezTo>
                    <a:pt x="9249" y="5511"/>
                    <a:pt x="9535" y="5689"/>
                    <a:pt x="9797" y="5870"/>
                  </a:cubicBezTo>
                  <a:cubicBezTo>
                    <a:pt x="10528" y="6438"/>
                    <a:pt x="11187" y="7093"/>
                    <a:pt x="11758" y="7820"/>
                  </a:cubicBezTo>
                  <a:cubicBezTo>
                    <a:pt x="11991" y="8098"/>
                    <a:pt x="12244" y="8283"/>
                    <a:pt x="12512" y="8377"/>
                  </a:cubicBezTo>
                  <a:cubicBezTo>
                    <a:pt x="12629" y="8417"/>
                    <a:pt x="12743" y="8437"/>
                    <a:pt x="12854" y="8437"/>
                  </a:cubicBezTo>
                  <a:cubicBezTo>
                    <a:pt x="12998" y="8437"/>
                    <a:pt x="13136" y="8403"/>
                    <a:pt x="13269" y="8335"/>
                  </a:cubicBezTo>
                  <a:cubicBezTo>
                    <a:pt x="13497" y="8219"/>
                    <a:pt x="13696" y="8055"/>
                    <a:pt x="13852" y="7853"/>
                  </a:cubicBezTo>
                  <a:cubicBezTo>
                    <a:pt x="14007" y="7653"/>
                    <a:pt x="14088" y="7399"/>
                    <a:pt x="14095" y="7092"/>
                  </a:cubicBezTo>
                  <a:cubicBezTo>
                    <a:pt x="14101" y="6784"/>
                    <a:pt x="14010" y="6490"/>
                    <a:pt x="13820" y="6209"/>
                  </a:cubicBezTo>
                  <a:cubicBezTo>
                    <a:pt x="13579" y="5841"/>
                    <a:pt x="13374" y="5550"/>
                    <a:pt x="13205" y="5334"/>
                  </a:cubicBezTo>
                  <a:cubicBezTo>
                    <a:pt x="13037" y="5117"/>
                    <a:pt x="12777" y="4835"/>
                    <a:pt x="12424" y="4490"/>
                  </a:cubicBezTo>
                  <a:cubicBezTo>
                    <a:pt x="12175" y="4247"/>
                    <a:pt x="11912" y="4019"/>
                    <a:pt x="11636" y="3808"/>
                  </a:cubicBezTo>
                  <a:lnTo>
                    <a:pt x="11636" y="3808"/>
                  </a:lnTo>
                  <a:lnTo>
                    <a:pt x="13104" y="1416"/>
                  </a:lnTo>
                  <a:cubicBezTo>
                    <a:pt x="13252" y="1174"/>
                    <a:pt x="13288" y="933"/>
                    <a:pt x="13214" y="691"/>
                  </a:cubicBezTo>
                  <a:cubicBezTo>
                    <a:pt x="13140" y="447"/>
                    <a:pt x="13006" y="265"/>
                    <a:pt x="12813" y="141"/>
                  </a:cubicBezTo>
                  <a:cubicBezTo>
                    <a:pt x="12667" y="47"/>
                    <a:pt x="12506" y="0"/>
                    <a:pt x="1232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7"/>
            <p:cNvSpPr/>
            <p:nvPr/>
          </p:nvSpPr>
          <p:spPr>
            <a:xfrm>
              <a:off x="5438375" y="3780525"/>
              <a:ext cx="15400" cy="65550"/>
            </a:xfrm>
            <a:custGeom>
              <a:rect b="b" l="l" r="r" t="t"/>
              <a:pathLst>
                <a:path extrusionOk="0" h="2622" w="616">
                  <a:moveTo>
                    <a:pt x="308" y="0"/>
                  </a:moveTo>
                  <a:cubicBezTo>
                    <a:pt x="138" y="0"/>
                    <a:pt x="1" y="141"/>
                    <a:pt x="5" y="310"/>
                  </a:cubicBezTo>
                  <a:lnTo>
                    <a:pt x="5" y="2318"/>
                  </a:lnTo>
                  <a:cubicBezTo>
                    <a:pt x="5" y="2486"/>
                    <a:pt x="140" y="2622"/>
                    <a:pt x="308" y="2622"/>
                  </a:cubicBezTo>
                  <a:cubicBezTo>
                    <a:pt x="475" y="2622"/>
                    <a:pt x="610" y="2486"/>
                    <a:pt x="610" y="2320"/>
                  </a:cubicBezTo>
                  <a:lnTo>
                    <a:pt x="610" y="310"/>
                  </a:lnTo>
                  <a:cubicBezTo>
                    <a:pt x="616" y="141"/>
                    <a:pt x="479" y="0"/>
                    <a:pt x="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7"/>
            <p:cNvSpPr/>
            <p:nvPr/>
          </p:nvSpPr>
          <p:spPr>
            <a:xfrm>
              <a:off x="5473850" y="3830725"/>
              <a:ext cx="15350" cy="68525"/>
            </a:xfrm>
            <a:custGeom>
              <a:rect b="b" l="l" r="r" t="t"/>
              <a:pathLst>
                <a:path extrusionOk="0" h="2741" w="614">
                  <a:moveTo>
                    <a:pt x="306" y="0"/>
                  </a:moveTo>
                  <a:cubicBezTo>
                    <a:pt x="137" y="0"/>
                    <a:pt x="0" y="141"/>
                    <a:pt x="4" y="312"/>
                  </a:cubicBezTo>
                  <a:lnTo>
                    <a:pt x="4" y="2438"/>
                  </a:lnTo>
                  <a:cubicBezTo>
                    <a:pt x="4" y="2605"/>
                    <a:pt x="139" y="2740"/>
                    <a:pt x="306" y="2740"/>
                  </a:cubicBezTo>
                  <a:cubicBezTo>
                    <a:pt x="307" y="2740"/>
                    <a:pt x="308" y="2740"/>
                    <a:pt x="309" y="2740"/>
                  </a:cubicBezTo>
                  <a:cubicBezTo>
                    <a:pt x="475" y="2740"/>
                    <a:pt x="610" y="2604"/>
                    <a:pt x="610" y="2438"/>
                  </a:cubicBezTo>
                  <a:lnTo>
                    <a:pt x="610" y="312"/>
                  </a:lnTo>
                  <a:cubicBezTo>
                    <a:pt x="613" y="141"/>
                    <a:pt x="477" y="0"/>
                    <a:pt x="3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7"/>
            <p:cNvSpPr/>
            <p:nvPr/>
          </p:nvSpPr>
          <p:spPr>
            <a:xfrm>
              <a:off x="5544725" y="3889825"/>
              <a:ext cx="15375" cy="65550"/>
            </a:xfrm>
            <a:custGeom>
              <a:rect b="b" l="l" r="r" t="t"/>
              <a:pathLst>
                <a:path extrusionOk="0" h="2622" w="615">
                  <a:moveTo>
                    <a:pt x="307" y="0"/>
                  </a:moveTo>
                  <a:cubicBezTo>
                    <a:pt x="137" y="0"/>
                    <a:pt x="0" y="141"/>
                    <a:pt x="4" y="310"/>
                  </a:cubicBezTo>
                  <a:lnTo>
                    <a:pt x="4" y="2319"/>
                  </a:lnTo>
                  <a:cubicBezTo>
                    <a:pt x="4" y="2486"/>
                    <a:pt x="141" y="2622"/>
                    <a:pt x="307" y="2622"/>
                  </a:cubicBezTo>
                  <a:cubicBezTo>
                    <a:pt x="474" y="2622"/>
                    <a:pt x="611" y="2486"/>
                    <a:pt x="611" y="2319"/>
                  </a:cubicBezTo>
                  <a:lnTo>
                    <a:pt x="611" y="310"/>
                  </a:lnTo>
                  <a:cubicBezTo>
                    <a:pt x="615" y="141"/>
                    <a:pt x="478" y="0"/>
                    <a:pt x="30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7"/>
            <p:cNvSpPr/>
            <p:nvPr/>
          </p:nvSpPr>
          <p:spPr>
            <a:xfrm>
              <a:off x="5645250" y="3940225"/>
              <a:ext cx="15175" cy="59450"/>
            </a:xfrm>
            <a:custGeom>
              <a:rect b="b" l="l" r="r" t="t"/>
              <a:pathLst>
                <a:path extrusionOk="0" h="2378" w="607">
                  <a:moveTo>
                    <a:pt x="304" y="0"/>
                  </a:moveTo>
                  <a:cubicBezTo>
                    <a:pt x="136" y="0"/>
                    <a:pt x="1" y="135"/>
                    <a:pt x="1" y="303"/>
                  </a:cubicBezTo>
                  <a:lnTo>
                    <a:pt x="1" y="2076"/>
                  </a:lnTo>
                  <a:cubicBezTo>
                    <a:pt x="1" y="2243"/>
                    <a:pt x="136" y="2378"/>
                    <a:pt x="304" y="2378"/>
                  </a:cubicBezTo>
                  <a:cubicBezTo>
                    <a:pt x="471" y="2378"/>
                    <a:pt x="606" y="2243"/>
                    <a:pt x="606" y="2076"/>
                  </a:cubicBezTo>
                  <a:lnTo>
                    <a:pt x="606" y="303"/>
                  </a:lnTo>
                  <a:cubicBezTo>
                    <a:pt x="606" y="135"/>
                    <a:pt x="471" y="0"/>
                    <a:pt x="3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7"/>
            <p:cNvSpPr/>
            <p:nvPr/>
          </p:nvSpPr>
          <p:spPr>
            <a:xfrm>
              <a:off x="5754450" y="3960725"/>
              <a:ext cx="15400" cy="36025"/>
            </a:xfrm>
            <a:custGeom>
              <a:rect b="b" l="l" r="r" t="t"/>
              <a:pathLst>
                <a:path extrusionOk="0" h="1441" w="616">
                  <a:moveTo>
                    <a:pt x="308" y="0"/>
                  </a:moveTo>
                  <a:cubicBezTo>
                    <a:pt x="137" y="0"/>
                    <a:pt x="0" y="140"/>
                    <a:pt x="6" y="310"/>
                  </a:cubicBezTo>
                  <a:lnTo>
                    <a:pt x="6" y="1137"/>
                  </a:lnTo>
                  <a:cubicBezTo>
                    <a:pt x="4" y="1305"/>
                    <a:pt x="141" y="1441"/>
                    <a:pt x="308" y="1441"/>
                  </a:cubicBezTo>
                  <a:cubicBezTo>
                    <a:pt x="476" y="1441"/>
                    <a:pt x="611" y="1305"/>
                    <a:pt x="611" y="1137"/>
                  </a:cubicBezTo>
                  <a:lnTo>
                    <a:pt x="611" y="310"/>
                  </a:lnTo>
                  <a:cubicBezTo>
                    <a:pt x="615" y="140"/>
                    <a:pt x="478" y="0"/>
                    <a:pt x="30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7"/>
            <p:cNvSpPr/>
            <p:nvPr/>
          </p:nvSpPr>
          <p:spPr>
            <a:xfrm>
              <a:off x="5970200" y="3919700"/>
              <a:ext cx="15175" cy="47500"/>
            </a:xfrm>
            <a:custGeom>
              <a:rect b="b" l="l" r="r" t="t"/>
              <a:pathLst>
                <a:path extrusionOk="0" h="1900" w="607">
                  <a:moveTo>
                    <a:pt x="303" y="1"/>
                  </a:moveTo>
                  <a:cubicBezTo>
                    <a:pt x="139" y="1"/>
                    <a:pt x="4" y="132"/>
                    <a:pt x="1" y="298"/>
                  </a:cubicBezTo>
                  <a:lnTo>
                    <a:pt x="1" y="1597"/>
                  </a:lnTo>
                  <a:cubicBezTo>
                    <a:pt x="1" y="1764"/>
                    <a:pt x="136" y="1899"/>
                    <a:pt x="304" y="1899"/>
                  </a:cubicBezTo>
                  <a:cubicBezTo>
                    <a:pt x="471" y="1899"/>
                    <a:pt x="606" y="1764"/>
                    <a:pt x="606" y="1597"/>
                  </a:cubicBezTo>
                  <a:lnTo>
                    <a:pt x="606" y="298"/>
                  </a:lnTo>
                  <a:cubicBezTo>
                    <a:pt x="602" y="132"/>
                    <a:pt x="468" y="1"/>
                    <a:pt x="3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7"/>
            <p:cNvSpPr/>
            <p:nvPr/>
          </p:nvSpPr>
          <p:spPr>
            <a:xfrm>
              <a:off x="6017450" y="3869500"/>
              <a:ext cx="15200" cy="65200"/>
            </a:xfrm>
            <a:custGeom>
              <a:rect b="b" l="l" r="r" t="t"/>
              <a:pathLst>
                <a:path extrusionOk="0" h="2608" w="608">
                  <a:moveTo>
                    <a:pt x="304" y="1"/>
                  </a:moveTo>
                  <a:cubicBezTo>
                    <a:pt x="140" y="1"/>
                    <a:pt x="5" y="132"/>
                    <a:pt x="1" y="296"/>
                  </a:cubicBezTo>
                  <a:lnTo>
                    <a:pt x="1" y="2306"/>
                  </a:lnTo>
                  <a:cubicBezTo>
                    <a:pt x="0" y="2472"/>
                    <a:pt x="137" y="2608"/>
                    <a:pt x="304" y="2608"/>
                  </a:cubicBezTo>
                  <a:cubicBezTo>
                    <a:pt x="472" y="2608"/>
                    <a:pt x="607" y="2472"/>
                    <a:pt x="607" y="2306"/>
                  </a:cubicBezTo>
                  <a:lnTo>
                    <a:pt x="607" y="296"/>
                  </a:lnTo>
                  <a:cubicBezTo>
                    <a:pt x="603" y="132"/>
                    <a:pt x="469" y="1"/>
                    <a:pt x="3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7"/>
            <p:cNvSpPr/>
            <p:nvPr/>
          </p:nvSpPr>
          <p:spPr>
            <a:xfrm>
              <a:off x="5377275" y="3140950"/>
              <a:ext cx="793475" cy="793500"/>
            </a:xfrm>
            <a:custGeom>
              <a:rect b="b" l="l" r="r" t="t"/>
              <a:pathLst>
                <a:path extrusionOk="0" h="31740" w="31739">
                  <a:moveTo>
                    <a:pt x="15869" y="0"/>
                  </a:moveTo>
                  <a:cubicBezTo>
                    <a:pt x="11660" y="0"/>
                    <a:pt x="7624" y="1672"/>
                    <a:pt x="4648" y="4648"/>
                  </a:cubicBezTo>
                  <a:cubicBezTo>
                    <a:pt x="1671" y="7625"/>
                    <a:pt x="1" y="11661"/>
                    <a:pt x="1" y="15870"/>
                  </a:cubicBezTo>
                  <a:cubicBezTo>
                    <a:pt x="1" y="20079"/>
                    <a:pt x="1671" y="24114"/>
                    <a:pt x="4648" y="27091"/>
                  </a:cubicBezTo>
                  <a:cubicBezTo>
                    <a:pt x="7624" y="30067"/>
                    <a:pt x="11660" y="31739"/>
                    <a:pt x="15869" y="31739"/>
                  </a:cubicBezTo>
                  <a:cubicBezTo>
                    <a:pt x="20078" y="31739"/>
                    <a:pt x="24115" y="30067"/>
                    <a:pt x="27090" y="27091"/>
                  </a:cubicBezTo>
                  <a:cubicBezTo>
                    <a:pt x="30066" y="24114"/>
                    <a:pt x="31738" y="20079"/>
                    <a:pt x="31738" y="15870"/>
                  </a:cubicBezTo>
                  <a:cubicBezTo>
                    <a:pt x="31738" y="11661"/>
                    <a:pt x="30066" y="7625"/>
                    <a:pt x="27090" y="4648"/>
                  </a:cubicBezTo>
                  <a:cubicBezTo>
                    <a:pt x="24115" y="1672"/>
                    <a:pt x="20078" y="0"/>
                    <a:pt x="158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7"/>
            <p:cNvSpPr/>
            <p:nvPr/>
          </p:nvSpPr>
          <p:spPr>
            <a:xfrm>
              <a:off x="5355650" y="3133475"/>
              <a:ext cx="879600" cy="808675"/>
            </a:xfrm>
            <a:custGeom>
              <a:rect b="b" l="l" r="r" t="t"/>
              <a:pathLst>
                <a:path extrusionOk="0" h="32347" w="35184">
                  <a:moveTo>
                    <a:pt x="16767" y="607"/>
                  </a:moveTo>
                  <a:cubicBezTo>
                    <a:pt x="19629" y="607"/>
                    <a:pt x="22437" y="1401"/>
                    <a:pt x="24876" y="2901"/>
                  </a:cubicBezTo>
                  <a:cubicBezTo>
                    <a:pt x="32192" y="7390"/>
                    <a:pt x="34492" y="16994"/>
                    <a:pt x="30003" y="24309"/>
                  </a:cubicBezTo>
                  <a:cubicBezTo>
                    <a:pt x="27829" y="27854"/>
                    <a:pt x="24405" y="30340"/>
                    <a:pt x="20361" y="31308"/>
                  </a:cubicBezTo>
                  <a:cubicBezTo>
                    <a:pt x="19147" y="31598"/>
                    <a:pt x="17922" y="31742"/>
                    <a:pt x="16705" y="31742"/>
                  </a:cubicBezTo>
                  <a:cubicBezTo>
                    <a:pt x="13867" y="31742"/>
                    <a:pt x="11076" y="30960"/>
                    <a:pt x="8595" y="29438"/>
                  </a:cubicBezTo>
                  <a:cubicBezTo>
                    <a:pt x="5050" y="27263"/>
                    <a:pt x="2565" y="23839"/>
                    <a:pt x="1596" y="19796"/>
                  </a:cubicBezTo>
                  <a:cubicBezTo>
                    <a:pt x="627" y="15752"/>
                    <a:pt x="1293" y="11573"/>
                    <a:pt x="3466" y="8030"/>
                  </a:cubicBezTo>
                  <a:cubicBezTo>
                    <a:pt x="6402" y="3245"/>
                    <a:pt x="11522" y="607"/>
                    <a:pt x="16760" y="607"/>
                  </a:cubicBezTo>
                  <a:cubicBezTo>
                    <a:pt x="16762" y="607"/>
                    <a:pt x="16764" y="607"/>
                    <a:pt x="16767" y="607"/>
                  </a:cubicBezTo>
                  <a:close/>
                  <a:moveTo>
                    <a:pt x="16761" y="0"/>
                  </a:moveTo>
                  <a:cubicBezTo>
                    <a:pt x="11319" y="0"/>
                    <a:pt x="5999" y="2742"/>
                    <a:pt x="2951" y="7710"/>
                  </a:cubicBezTo>
                  <a:cubicBezTo>
                    <a:pt x="691" y="11393"/>
                    <a:pt x="1" y="15735"/>
                    <a:pt x="1008" y="19936"/>
                  </a:cubicBezTo>
                  <a:cubicBezTo>
                    <a:pt x="2013" y="24137"/>
                    <a:pt x="4595" y="27695"/>
                    <a:pt x="8277" y="29953"/>
                  </a:cubicBezTo>
                  <a:cubicBezTo>
                    <a:pt x="10855" y="31536"/>
                    <a:pt x="13755" y="32347"/>
                    <a:pt x="16705" y="32347"/>
                  </a:cubicBezTo>
                  <a:cubicBezTo>
                    <a:pt x="17984" y="32346"/>
                    <a:pt x="19259" y="32195"/>
                    <a:pt x="20501" y="31896"/>
                  </a:cubicBezTo>
                  <a:cubicBezTo>
                    <a:pt x="24704" y="30890"/>
                    <a:pt x="28260" y="28307"/>
                    <a:pt x="30520" y="24626"/>
                  </a:cubicBezTo>
                  <a:cubicBezTo>
                    <a:pt x="35183" y="17024"/>
                    <a:pt x="32792" y="7048"/>
                    <a:pt x="25192" y="2384"/>
                  </a:cubicBezTo>
                  <a:cubicBezTo>
                    <a:pt x="22560" y="769"/>
                    <a:pt x="19644" y="0"/>
                    <a:pt x="167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7"/>
            <p:cNvSpPr/>
            <p:nvPr/>
          </p:nvSpPr>
          <p:spPr>
            <a:xfrm>
              <a:off x="5377250" y="3087875"/>
              <a:ext cx="793500" cy="793500"/>
            </a:xfrm>
            <a:custGeom>
              <a:rect b="b" l="l" r="r" t="t"/>
              <a:pathLst>
                <a:path extrusionOk="0" h="31740" w="31740">
                  <a:moveTo>
                    <a:pt x="15870" y="1"/>
                  </a:moveTo>
                  <a:cubicBezTo>
                    <a:pt x="11661" y="1"/>
                    <a:pt x="7625" y="1673"/>
                    <a:pt x="4649" y="4648"/>
                  </a:cubicBezTo>
                  <a:cubicBezTo>
                    <a:pt x="1672" y="7625"/>
                    <a:pt x="0" y="11661"/>
                    <a:pt x="0" y="15870"/>
                  </a:cubicBezTo>
                  <a:cubicBezTo>
                    <a:pt x="0" y="20079"/>
                    <a:pt x="1672" y="24115"/>
                    <a:pt x="4649" y="27092"/>
                  </a:cubicBezTo>
                  <a:cubicBezTo>
                    <a:pt x="7625" y="30067"/>
                    <a:pt x="11661" y="31740"/>
                    <a:pt x="15870" y="31740"/>
                  </a:cubicBezTo>
                  <a:cubicBezTo>
                    <a:pt x="20079" y="31740"/>
                    <a:pt x="24116" y="30067"/>
                    <a:pt x="27091" y="27092"/>
                  </a:cubicBezTo>
                  <a:cubicBezTo>
                    <a:pt x="30067" y="24115"/>
                    <a:pt x="31739" y="20079"/>
                    <a:pt x="31739" y="15870"/>
                  </a:cubicBezTo>
                  <a:cubicBezTo>
                    <a:pt x="31739" y="11661"/>
                    <a:pt x="30067" y="7625"/>
                    <a:pt x="27091" y="4648"/>
                  </a:cubicBezTo>
                  <a:cubicBezTo>
                    <a:pt x="24116" y="1673"/>
                    <a:pt x="20079" y="1"/>
                    <a:pt x="15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7"/>
            <p:cNvSpPr/>
            <p:nvPr/>
          </p:nvSpPr>
          <p:spPr>
            <a:xfrm>
              <a:off x="5355650" y="3080150"/>
              <a:ext cx="836700" cy="808725"/>
            </a:xfrm>
            <a:custGeom>
              <a:rect b="b" l="l" r="r" t="t"/>
              <a:pathLst>
                <a:path extrusionOk="0" h="32349" w="33468">
                  <a:moveTo>
                    <a:pt x="16762" y="606"/>
                  </a:moveTo>
                  <a:cubicBezTo>
                    <a:pt x="19601" y="606"/>
                    <a:pt x="22393" y="1389"/>
                    <a:pt x="24874" y="2911"/>
                  </a:cubicBezTo>
                  <a:cubicBezTo>
                    <a:pt x="28419" y="5086"/>
                    <a:pt x="30904" y="8510"/>
                    <a:pt x="31873" y="12554"/>
                  </a:cubicBezTo>
                  <a:cubicBezTo>
                    <a:pt x="32842" y="16597"/>
                    <a:pt x="32176" y="20776"/>
                    <a:pt x="30003" y="24320"/>
                  </a:cubicBezTo>
                  <a:cubicBezTo>
                    <a:pt x="27067" y="29103"/>
                    <a:pt x="21946" y="31741"/>
                    <a:pt x="16707" y="31741"/>
                  </a:cubicBezTo>
                  <a:cubicBezTo>
                    <a:pt x="13933" y="31741"/>
                    <a:pt x="11126" y="31001"/>
                    <a:pt x="8593" y="29448"/>
                  </a:cubicBezTo>
                  <a:cubicBezTo>
                    <a:pt x="5050" y="27273"/>
                    <a:pt x="2564" y="23849"/>
                    <a:pt x="1596" y="19806"/>
                  </a:cubicBezTo>
                  <a:cubicBezTo>
                    <a:pt x="627" y="15761"/>
                    <a:pt x="1291" y="11583"/>
                    <a:pt x="3466" y="8039"/>
                  </a:cubicBezTo>
                  <a:cubicBezTo>
                    <a:pt x="5640" y="4494"/>
                    <a:pt x="9065" y="2009"/>
                    <a:pt x="13108" y="1041"/>
                  </a:cubicBezTo>
                  <a:cubicBezTo>
                    <a:pt x="14305" y="754"/>
                    <a:pt x="15532" y="608"/>
                    <a:pt x="16762" y="606"/>
                  </a:cubicBezTo>
                  <a:close/>
                  <a:moveTo>
                    <a:pt x="16765" y="0"/>
                  </a:moveTo>
                  <a:cubicBezTo>
                    <a:pt x="15501" y="0"/>
                    <a:pt x="14228" y="149"/>
                    <a:pt x="12968" y="451"/>
                  </a:cubicBezTo>
                  <a:cubicBezTo>
                    <a:pt x="8766" y="1457"/>
                    <a:pt x="5209" y="4038"/>
                    <a:pt x="2951" y="7721"/>
                  </a:cubicBezTo>
                  <a:cubicBezTo>
                    <a:pt x="691" y="11405"/>
                    <a:pt x="1" y="15745"/>
                    <a:pt x="1006" y="19947"/>
                  </a:cubicBezTo>
                  <a:cubicBezTo>
                    <a:pt x="2013" y="24148"/>
                    <a:pt x="4595" y="27705"/>
                    <a:pt x="8277" y="29964"/>
                  </a:cubicBezTo>
                  <a:cubicBezTo>
                    <a:pt x="10810" y="31522"/>
                    <a:pt x="13726" y="32348"/>
                    <a:pt x="16701" y="32348"/>
                  </a:cubicBezTo>
                  <a:cubicBezTo>
                    <a:pt x="16703" y="32348"/>
                    <a:pt x="16705" y="32348"/>
                    <a:pt x="16708" y="32348"/>
                  </a:cubicBezTo>
                  <a:cubicBezTo>
                    <a:pt x="22150" y="32348"/>
                    <a:pt x="27471" y="29605"/>
                    <a:pt x="30518" y="24637"/>
                  </a:cubicBezTo>
                  <a:cubicBezTo>
                    <a:pt x="32778" y="20954"/>
                    <a:pt x="33468" y="16611"/>
                    <a:pt x="32461" y="12412"/>
                  </a:cubicBezTo>
                  <a:cubicBezTo>
                    <a:pt x="31455" y="8212"/>
                    <a:pt x="28875" y="4654"/>
                    <a:pt x="25192" y="2394"/>
                  </a:cubicBezTo>
                  <a:cubicBezTo>
                    <a:pt x="22614" y="813"/>
                    <a:pt x="19714" y="0"/>
                    <a:pt x="1676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7"/>
            <p:cNvSpPr/>
            <p:nvPr/>
          </p:nvSpPr>
          <p:spPr>
            <a:xfrm>
              <a:off x="5436750" y="3147400"/>
              <a:ext cx="674475" cy="674450"/>
            </a:xfrm>
            <a:custGeom>
              <a:rect b="b" l="l" r="r" t="t"/>
              <a:pathLst>
                <a:path extrusionOk="0" h="26978" w="26979">
                  <a:moveTo>
                    <a:pt x="13490" y="0"/>
                  </a:moveTo>
                  <a:cubicBezTo>
                    <a:pt x="9912" y="0"/>
                    <a:pt x="6482" y="1421"/>
                    <a:pt x="3952" y="3951"/>
                  </a:cubicBezTo>
                  <a:cubicBezTo>
                    <a:pt x="1422" y="6480"/>
                    <a:pt x="1" y="9912"/>
                    <a:pt x="1" y="13489"/>
                  </a:cubicBezTo>
                  <a:cubicBezTo>
                    <a:pt x="1" y="17066"/>
                    <a:pt x="1422" y="20498"/>
                    <a:pt x="3952" y="23027"/>
                  </a:cubicBezTo>
                  <a:cubicBezTo>
                    <a:pt x="6482" y="25557"/>
                    <a:pt x="9912" y="26978"/>
                    <a:pt x="13490" y="26978"/>
                  </a:cubicBezTo>
                  <a:cubicBezTo>
                    <a:pt x="17067" y="26978"/>
                    <a:pt x="20499" y="25557"/>
                    <a:pt x="23029" y="23027"/>
                  </a:cubicBezTo>
                  <a:cubicBezTo>
                    <a:pt x="25558" y="20498"/>
                    <a:pt x="26979" y="17066"/>
                    <a:pt x="26979" y="13489"/>
                  </a:cubicBezTo>
                  <a:cubicBezTo>
                    <a:pt x="26979" y="9912"/>
                    <a:pt x="25558" y="6480"/>
                    <a:pt x="23029" y="3951"/>
                  </a:cubicBezTo>
                  <a:cubicBezTo>
                    <a:pt x="20499" y="1421"/>
                    <a:pt x="17067" y="0"/>
                    <a:pt x="134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7"/>
            <p:cNvSpPr/>
            <p:nvPr/>
          </p:nvSpPr>
          <p:spPr>
            <a:xfrm>
              <a:off x="5380700" y="3139875"/>
              <a:ext cx="786650" cy="689700"/>
            </a:xfrm>
            <a:custGeom>
              <a:rect b="b" l="l" r="r" t="t"/>
              <a:pathLst>
                <a:path extrusionOk="0" h="27588" w="31466">
                  <a:moveTo>
                    <a:pt x="15754" y="606"/>
                  </a:moveTo>
                  <a:lnTo>
                    <a:pt x="15754" y="607"/>
                  </a:lnTo>
                  <a:cubicBezTo>
                    <a:pt x="15756" y="607"/>
                    <a:pt x="15759" y="607"/>
                    <a:pt x="15761" y="607"/>
                  </a:cubicBezTo>
                  <a:cubicBezTo>
                    <a:pt x="18186" y="607"/>
                    <a:pt x="20563" y="1279"/>
                    <a:pt x="22629" y="2550"/>
                  </a:cubicBezTo>
                  <a:cubicBezTo>
                    <a:pt x="28826" y="6351"/>
                    <a:pt x="30774" y="14488"/>
                    <a:pt x="26972" y="20684"/>
                  </a:cubicBezTo>
                  <a:cubicBezTo>
                    <a:pt x="25130" y="23687"/>
                    <a:pt x="22229" y="25790"/>
                    <a:pt x="18804" y="26612"/>
                  </a:cubicBezTo>
                  <a:cubicBezTo>
                    <a:pt x="17776" y="26859"/>
                    <a:pt x="16738" y="26981"/>
                    <a:pt x="15707" y="26981"/>
                  </a:cubicBezTo>
                  <a:cubicBezTo>
                    <a:pt x="13303" y="26981"/>
                    <a:pt x="10938" y="26318"/>
                    <a:pt x="8836" y="25029"/>
                  </a:cubicBezTo>
                  <a:cubicBezTo>
                    <a:pt x="2640" y="21226"/>
                    <a:pt x="691" y="13091"/>
                    <a:pt x="4493" y="6895"/>
                  </a:cubicBezTo>
                  <a:cubicBezTo>
                    <a:pt x="6978" y="2842"/>
                    <a:pt x="11316" y="606"/>
                    <a:pt x="15754" y="606"/>
                  </a:cubicBezTo>
                  <a:close/>
                  <a:moveTo>
                    <a:pt x="15755" y="0"/>
                  </a:moveTo>
                  <a:cubicBezTo>
                    <a:pt x="11113" y="0"/>
                    <a:pt x="6578" y="2339"/>
                    <a:pt x="3977" y="6577"/>
                  </a:cubicBezTo>
                  <a:cubicBezTo>
                    <a:pt x="0" y="13059"/>
                    <a:pt x="2038" y="21569"/>
                    <a:pt x="8520" y="25544"/>
                  </a:cubicBezTo>
                  <a:cubicBezTo>
                    <a:pt x="10718" y="26894"/>
                    <a:pt x="13191" y="27588"/>
                    <a:pt x="15707" y="27588"/>
                  </a:cubicBezTo>
                  <a:cubicBezTo>
                    <a:pt x="16797" y="27586"/>
                    <a:pt x="17884" y="27457"/>
                    <a:pt x="18944" y="27202"/>
                  </a:cubicBezTo>
                  <a:cubicBezTo>
                    <a:pt x="22527" y="26344"/>
                    <a:pt x="25561" y="24142"/>
                    <a:pt x="27487" y="21002"/>
                  </a:cubicBezTo>
                  <a:cubicBezTo>
                    <a:pt x="31466" y="14519"/>
                    <a:pt x="29429" y="6012"/>
                    <a:pt x="22945" y="2033"/>
                  </a:cubicBezTo>
                  <a:cubicBezTo>
                    <a:pt x="20700" y="656"/>
                    <a:pt x="18213" y="0"/>
                    <a:pt x="1575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7"/>
            <p:cNvSpPr/>
            <p:nvPr/>
          </p:nvSpPr>
          <p:spPr>
            <a:xfrm>
              <a:off x="5574875" y="3255600"/>
              <a:ext cx="352550" cy="456400"/>
            </a:xfrm>
            <a:custGeom>
              <a:rect b="b" l="l" r="r" t="t"/>
              <a:pathLst>
                <a:path extrusionOk="0" h="18256" w="14102">
                  <a:moveTo>
                    <a:pt x="12329" y="0"/>
                  </a:moveTo>
                  <a:cubicBezTo>
                    <a:pt x="12272" y="0"/>
                    <a:pt x="12212" y="5"/>
                    <a:pt x="12152" y="15"/>
                  </a:cubicBezTo>
                  <a:cubicBezTo>
                    <a:pt x="11904" y="54"/>
                    <a:pt x="11702" y="203"/>
                    <a:pt x="11545" y="459"/>
                  </a:cubicBezTo>
                  <a:lnTo>
                    <a:pt x="10100" y="2812"/>
                  </a:lnTo>
                  <a:lnTo>
                    <a:pt x="10100" y="2812"/>
                  </a:lnTo>
                  <a:cubicBezTo>
                    <a:pt x="9019" y="2227"/>
                    <a:pt x="7994" y="1934"/>
                    <a:pt x="7025" y="1934"/>
                  </a:cubicBezTo>
                  <a:cubicBezTo>
                    <a:pt x="7001" y="1934"/>
                    <a:pt x="6978" y="1934"/>
                    <a:pt x="6954" y="1935"/>
                  </a:cubicBezTo>
                  <a:cubicBezTo>
                    <a:pt x="5636" y="1956"/>
                    <a:pt x="4639" y="2516"/>
                    <a:pt x="3964" y="3615"/>
                  </a:cubicBezTo>
                  <a:cubicBezTo>
                    <a:pt x="3687" y="4067"/>
                    <a:pt x="3504" y="4496"/>
                    <a:pt x="3416" y="4904"/>
                  </a:cubicBezTo>
                  <a:cubicBezTo>
                    <a:pt x="3326" y="5310"/>
                    <a:pt x="3305" y="5687"/>
                    <a:pt x="3353" y="6032"/>
                  </a:cubicBezTo>
                  <a:cubicBezTo>
                    <a:pt x="3400" y="6377"/>
                    <a:pt x="3546" y="6756"/>
                    <a:pt x="3790" y="7170"/>
                  </a:cubicBezTo>
                  <a:cubicBezTo>
                    <a:pt x="4021" y="7567"/>
                    <a:pt x="4282" y="7946"/>
                    <a:pt x="4571" y="8303"/>
                  </a:cubicBezTo>
                  <a:cubicBezTo>
                    <a:pt x="4848" y="8645"/>
                    <a:pt x="5231" y="9079"/>
                    <a:pt x="5717" y="9605"/>
                  </a:cubicBezTo>
                  <a:lnTo>
                    <a:pt x="7019" y="10979"/>
                  </a:lnTo>
                  <a:cubicBezTo>
                    <a:pt x="7384" y="11348"/>
                    <a:pt x="7626" y="11697"/>
                    <a:pt x="7746" y="12025"/>
                  </a:cubicBezTo>
                  <a:cubicBezTo>
                    <a:pt x="7867" y="12353"/>
                    <a:pt x="7867" y="12615"/>
                    <a:pt x="7746" y="12810"/>
                  </a:cubicBezTo>
                  <a:cubicBezTo>
                    <a:pt x="7594" y="13059"/>
                    <a:pt x="7389" y="13215"/>
                    <a:pt x="7131" y="13280"/>
                  </a:cubicBezTo>
                  <a:cubicBezTo>
                    <a:pt x="7018" y="13309"/>
                    <a:pt x="6904" y="13323"/>
                    <a:pt x="6788" y="13323"/>
                  </a:cubicBezTo>
                  <a:cubicBezTo>
                    <a:pt x="6641" y="13323"/>
                    <a:pt x="6491" y="13300"/>
                    <a:pt x="6340" y="13253"/>
                  </a:cubicBezTo>
                  <a:cubicBezTo>
                    <a:pt x="6052" y="13163"/>
                    <a:pt x="5772" y="13051"/>
                    <a:pt x="5502" y="12918"/>
                  </a:cubicBezTo>
                  <a:cubicBezTo>
                    <a:pt x="5234" y="12790"/>
                    <a:pt x="4981" y="12633"/>
                    <a:pt x="4749" y="12448"/>
                  </a:cubicBezTo>
                  <a:cubicBezTo>
                    <a:pt x="4425" y="12230"/>
                    <a:pt x="4126" y="11979"/>
                    <a:pt x="3856" y="11698"/>
                  </a:cubicBezTo>
                  <a:cubicBezTo>
                    <a:pt x="3590" y="11422"/>
                    <a:pt x="3398" y="11191"/>
                    <a:pt x="3277" y="11009"/>
                  </a:cubicBezTo>
                  <a:cubicBezTo>
                    <a:pt x="3155" y="10825"/>
                    <a:pt x="3019" y="10601"/>
                    <a:pt x="2865" y="10336"/>
                  </a:cubicBezTo>
                  <a:cubicBezTo>
                    <a:pt x="2711" y="10070"/>
                    <a:pt x="2615" y="9910"/>
                    <a:pt x="2576" y="9855"/>
                  </a:cubicBezTo>
                  <a:cubicBezTo>
                    <a:pt x="2381" y="9549"/>
                    <a:pt x="2158" y="9334"/>
                    <a:pt x="1907" y="9212"/>
                  </a:cubicBezTo>
                  <a:cubicBezTo>
                    <a:pt x="1747" y="9133"/>
                    <a:pt x="1587" y="9094"/>
                    <a:pt x="1426" y="9094"/>
                  </a:cubicBezTo>
                  <a:cubicBezTo>
                    <a:pt x="1333" y="9094"/>
                    <a:pt x="1240" y="9107"/>
                    <a:pt x="1146" y="9134"/>
                  </a:cubicBezTo>
                  <a:cubicBezTo>
                    <a:pt x="897" y="9200"/>
                    <a:pt x="666" y="9321"/>
                    <a:pt x="469" y="9488"/>
                  </a:cubicBezTo>
                  <a:cubicBezTo>
                    <a:pt x="275" y="9653"/>
                    <a:pt x="142" y="9871"/>
                    <a:pt x="70" y="10138"/>
                  </a:cubicBezTo>
                  <a:cubicBezTo>
                    <a:pt x="0" y="10405"/>
                    <a:pt x="20" y="10677"/>
                    <a:pt x="130" y="10952"/>
                  </a:cubicBezTo>
                  <a:cubicBezTo>
                    <a:pt x="762" y="12399"/>
                    <a:pt x="1765" y="13629"/>
                    <a:pt x="3140" y="14641"/>
                  </a:cubicBezTo>
                  <a:lnTo>
                    <a:pt x="3140" y="14641"/>
                  </a:lnTo>
                  <a:lnTo>
                    <a:pt x="1792" y="16838"/>
                  </a:lnTo>
                  <a:cubicBezTo>
                    <a:pt x="1584" y="17177"/>
                    <a:pt x="1569" y="17492"/>
                    <a:pt x="1748" y="17783"/>
                  </a:cubicBezTo>
                  <a:cubicBezTo>
                    <a:pt x="1926" y="18074"/>
                    <a:pt x="2190" y="18231"/>
                    <a:pt x="2539" y="18254"/>
                  </a:cubicBezTo>
                  <a:cubicBezTo>
                    <a:pt x="2562" y="18255"/>
                    <a:pt x="2584" y="18256"/>
                    <a:pt x="2606" y="18256"/>
                  </a:cubicBezTo>
                  <a:cubicBezTo>
                    <a:pt x="2924" y="18256"/>
                    <a:pt x="3176" y="18104"/>
                    <a:pt x="3363" y="17802"/>
                  </a:cubicBezTo>
                  <a:lnTo>
                    <a:pt x="4705" y="15613"/>
                  </a:lnTo>
                  <a:lnTo>
                    <a:pt x="4705" y="15613"/>
                  </a:lnTo>
                  <a:cubicBezTo>
                    <a:pt x="5266" y="15893"/>
                    <a:pt x="5822" y="16093"/>
                    <a:pt x="6373" y="16213"/>
                  </a:cubicBezTo>
                  <a:cubicBezTo>
                    <a:pt x="6729" y="16289"/>
                    <a:pt x="7075" y="16328"/>
                    <a:pt x="7414" y="16328"/>
                  </a:cubicBezTo>
                  <a:cubicBezTo>
                    <a:pt x="7949" y="16328"/>
                    <a:pt x="8463" y="16232"/>
                    <a:pt x="8956" y="16038"/>
                  </a:cubicBezTo>
                  <a:cubicBezTo>
                    <a:pt x="9761" y="15723"/>
                    <a:pt x="10412" y="15144"/>
                    <a:pt x="10909" y="14299"/>
                  </a:cubicBezTo>
                  <a:cubicBezTo>
                    <a:pt x="11222" y="13774"/>
                    <a:pt x="11407" y="13268"/>
                    <a:pt x="11467" y="12781"/>
                  </a:cubicBezTo>
                  <a:cubicBezTo>
                    <a:pt x="11526" y="12296"/>
                    <a:pt x="11464" y="11814"/>
                    <a:pt x="11280" y="11337"/>
                  </a:cubicBezTo>
                  <a:cubicBezTo>
                    <a:pt x="11090" y="10851"/>
                    <a:pt x="10835" y="10394"/>
                    <a:pt x="10521" y="9978"/>
                  </a:cubicBezTo>
                  <a:cubicBezTo>
                    <a:pt x="10199" y="9547"/>
                    <a:pt x="9772" y="9054"/>
                    <a:pt x="9242" y="8501"/>
                  </a:cubicBezTo>
                  <a:lnTo>
                    <a:pt x="7930" y="7166"/>
                  </a:lnTo>
                  <a:cubicBezTo>
                    <a:pt x="7534" y="6779"/>
                    <a:pt x="7284" y="6448"/>
                    <a:pt x="7177" y="6176"/>
                  </a:cubicBezTo>
                  <a:cubicBezTo>
                    <a:pt x="7069" y="5903"/>
                    <a:pt x="7099" y="5631"/>
                    <a:pt x="7265" y="5360"/>
                  </a:cubicBezTo>
                  <a:cubicBezTo>
                    <a:pt x="7394" y="5149"/>
                    <a:pt x="7607" y="5044"/>
                    <a:pt x="7903" y="5044"/>
                  </a:cubicBezTo>
                  <a:cubicBezTo>
                    <a:pt x="7925" y="5044"/>
                    <a:pt x="7948" y="5045"/>
                    <a:pt x="7971" y="5046"/>
                  </a:cubicBezTo>
                  <a:cubicBezTo>
                    <a:pt x="8302" y="5063"/>
                    <a:pt x="8625" y="5159"/>
                    <a:pt x="8936" y="5335"/>
                  </a:cubicBezTo>
                  <a:cubicBezTo>
                    <a:pt x="9249" y="5511"/>
                    <a:pt x="9535" y="5689"/>
                    <a:pt x="9797" y="5871"/>
                  </a:cubicBezTo>
                  <a:cubicBezTo>
                    <a:pt x="10528" y="6439"/>
                    <a:pt x="11187" y="7093"/>
                    <a:pt x="11758" y="7821"/>
                  </a:cubicBezTo>
                  <a:cubicBezTo>
                    <a:pt x="11991" y="8098"/>
                    <a:pt x="12244" y="8285"/>
                    <a:pt x="12512" y="8377"/>
                  </a:cubicBezTo>
                  <a:cubicBezTo>
                    <a:pt x="12630" y="8417"/>
                    <a:pt x="12744" y="8438"/>
                    <a:pt x="12855" y="8438"/>
                  </a:cubicBezTo>
                  <a:cubicBezTo>
                    <a:pt x="12999" y="8438"/>
                    <a:pt x="13137" y="8404"/>
                    <a:pt x="13269" y="8335"/>
                  </a:cubicBezTo>
                  <a:cubicBezTo>
                    <a:pt x="13497" y="8221"/>
                    <a:pt x="13696" y="8055"/>
                    <a:pt x="13852" y="7854"/>
                  </a:cubicBezTo>
                  <a:cubicBezTo>
                    <a:pt x="14007" y="7653"/>
                    <a:pt x="14088" y="7399"/>
                    <a:pt x="14095" y="7093"/>
                  </a:cubicBezTo>
                  <a:cubicBezTo>
                    <a:pt x="14101" y="6786"/>
                    <a:pt x="14010" y="6491"/>
                    <a:pt x="13820" y="6209"/>
                  </a:cubicBezTo>
                  <a:cubicBezTo>
                    <a:pt x="13579" y="5843"/>
                    <a:pt x="13374" y="5551"/>
                    <a:pt x="13205" y="5334"/>
                  </a:cubicBezTo>
                  <a:cubicBezTo>
                    <a:pt x="13037" y="5117"/>
                    <a:pt x="12777" y="4836"/>
                    <a:pt x="12424" y="4490"/>
                  </a:cubicBezTo>
                  <a:cubicBezTo>
                    <a:pt x="12175" y="4247"/>
                    <a:pt x="11912" y="4020"/>
                    <a:pt x="11636" y="3809"/>
                  </a:cubicBezTo>
                  <a:lnTo>
                    <a:pt x="11636" y="3809"/>
                  </a:lnTo>
                  <a:lnTo>
                    <a:pt x="13104" y="1415"/>
                  </a:lnTo>
                  <a:cubicBezTo>
                    <a:pt x="13252" y="1174"/>
                    <a:pt x="13288" y="933"/>
                    <a:pt x="13214" y="690"/>
                  </a:cubicBezTo>
                  <a:cubicBezTo>
                    <a:pt x="13140" y="448"/>
                    <a:pt x="13006" y="264"/>
                    <a:pt x="12813" y="140"/>
                  </a:cubicBezTo>
                  <a:cubicBezTo>
                    <a:pt x="12667" y="47"/>
                    <a:pt x="12506" y="0"/>
                    <a:pt x="1232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7"/>
            <p:cNvSpPr/>
            <p:nvPr/>
          </p:nvSpPr>
          <p:spPr>
            <a:xfrm>
              <a:off x="5438475" y="3699350"/>
              <a:ext cx="15200" cy="65200"/>
            </a:xfrm>
            <a:custGeom>
              <a:rect b="b" l="l" r="r" t="t"/>
              <a:pathLst>
                <a:path extrusionOk="0" h="2608" w="608">
                  <a:moveTo>
                    <a:pt x="304" y="1"/>
                  </a:moveTo>
                  <a:cubicBezTo>
                    <a:pt x="140" y="1"/>
                    <a:pt x="5" y="132"/>
                    <a:pt x="1" y="296"/>
                  </a:cubicBezTo>
                  <a:lnTo>
                    <a:pt x="1" y="2306"/>
                  </a:lnTo>
                  <a:cubicBezTo>
                    <a:pt x="1" y="2473"/>
                    <a:pt x="136" y="2608"/>
                    <a:pt x="304" y="2608"/>
                  </a:cubicBezTo>
                  <a:cubicBezTo>
                    <a:pt x="471" y="2608"/>
                    <a:pt x="608" y="2473"/>
                    <a:pt x="606" y="2306"/>
                  </a:cubicBezTo>
                  <a:lnTo>
                    <a:pt x="606" y="296"/>
                  </a:lnTo>
                  <a:cubicBezTo>
                    <a:pt x="604" y="132"/>
                    <a:pt x="468" y="1"/>
                    <a:pt x="3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7"/>
            <p:cNvSpPr/>
            <p:nvPr/>
          </p:nvSpPr>
          <p:spPr>
            <a:xfrm>
              <a:off x="5473950" y="3749550"/>
              <a:ext cx="15150" cy="68175"/>
            </a:xfrm>
            <a:custGeom>
              <a:rect b="b" l="l" r="r" t="t"/>
              <a:pathLst>
                <a:path extrusionOk="0" h="2727" w="606">
                  <a:moveTo>
                    <a:pt x="302" y="1"/>
                  </a:moveTo>
                  <a:cubicBezTo>
                    <a:pt x="138" y="1"/>
                    <a:pt x="4" y="132"/>
                    <a:pt x="0" y="298"/>
                  </a:cubicBezTo>
                  <a:lnTo>
                    <a:pt x="0" y="2424"/>
                  </a:lnTo>
                  <a:cubicBezTo>
                    <a:pt x="0" y="2591"/>
                    <a:pt x="135" y="2727"/>
                    <a:pt x="302" y="2727"/>
                  </a:cubicBezTo>
                  <a:cubicBezTo>
                    <a:pt x="470" y="2727"/>
                    <a:pt x="606" y="2591"/>
                    <a:pt x="606" y="2424"/>
                  </a:cubicBezTo>
                  <a:lnTo>
                    <a:pt x="606" y="298"/>
                  </a:lnTo>
                  <a:cubicBezTo>
                    <a:pt x="602" y="132"/>
                    <a:pt x="468" y="1"/>
                    <a:pt x="30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7"/>
            <p:cNvSpPr/>
            <p:nvPr/>
          </p:nvSpPr>
          <p:spPr>
            <a:xfrm>
              <a:off x="5544825" y="3808650"/>
              <a:ext cx="15175" cy="65200"/>
            </a:xfrm>
            <a:custGeom>
              <a:rect b="b" l="l" r="r" t="t"/>
              <a:pathLst>
                <a:path extrusionOk="0" h="2608" w="607">
                  <a:moveTo>
                    <a:pt x="303" y="1"/>
                  </a:moveTo>
                  <a:cubicBezTo>
                    <a:pt x="139" y="1"/>
                    <a:pt x="4" y="132"/>
                    <a:pt x="0" y="296"/>
                  </a:cubicBezTo>
                  <a:lnTo>
                    <a:pt x="0" y="2306"/>
                  </a:lnTo>
                  <a:cubicBezTo>
                    <a:pt x="0" y="2472"/>
                    <a:pt x="137" y="2608"/>
                    <a:pt x="303" y="2608"/>
                  </a:cubicBezTo>
                  <a:cubicBezTo>
                    <a:pt x="470" y="2608"/>
                    <a:pt x="607" y="2472"/>
                    <a:pt x="607" y="2306"/>
                  </a:cubicBezTo>
                  <a:lnTo>
                    <a:pt x="607" y="296"/>
                  </a:lnTo>
                  <a:cubicBezTo>
                    <a:pt x="603" y="132"/>
                    <a:pt x="468" y="1"/>
                    <a:pt x="3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7"/>
            <p:cNvSpPr/>
            <p:nvPr/>
          </p:nvSpPr>
          <p:spPr>
            <a:xfrm>
              <a:off x="5645250" y="3858700"/>
              <a:ext cx="15175" cy="59475"/>
            </a:xfrm>
            <a:custGeom>
              <a:rect b="b" l="l" r="r" t="t"/>
              <a:pathLst>
                <a:path extrusionOk="0" h="2379" w="607">
                  <a:moveTo>
                    <a:pt x="304" y="0"/>
                  </a:moveTo>
                  <a:cubicBezTo>
                    <a:pt x="136" y="0"/>
                    <a:pt x="1" y="136"/>
                    <a:pt x="1" y="304"/>
                  </a:cubicBezTo>
                  <a:lnTo>
                    <a:pt x="1" y="2075"/>
                  </a:lnTo>
                  <a:cubicBezTo>
                    <a:pt x="1" y="2243"/>
                    <a:pt x="136" y="2378"/>
                    <a:pt x="304" y="2378"/>
                  </a:cubicBezTo>
                  <a:cubicBezTo>
                    <a:pt x="471" y="2378"/>
                    <a:pt x="606" y="2243"/>
                    <a:pt x="606" y="2075"/>
                  </a:cubicBezTo>
                  <a:lnTo>
                    <a:pt x="606" y="304"/>
                  </a:lnTo>
                  <a:cubicBezTo>
                    <a:pt x="606" y="136"/>
                    <a:pt x="471" y="0"/>
                    <a:pt x="3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7"/>
            <p:cNvSpPr/>
            <p:nvPr/>
          </p:nvSpPr>
          <p:spPr>
            <a:xfrm>
              <a:off x="5754550" y="3879550"/>
              <a:ext cx="15200" cy="35675"/>
            </a:xfrm>
            <a:custGeom>
              <a:rect b="b" l="l" r="r" t="t"/>
              <a:pathLst>
                <a:path extrusionOk="0" h="1427" w="608">
                  <a:moveTo>
                    <a:pt x="304" y="1"/>
                  </a:moveTo>
                  <a:cubicBezTo>
                    <a:pt x="140" y="1"/>
                    <a:pt x="4" y="132"/>
                    <a:pt x="2" y="297"/>
                  </a:cubicBezTo>
                  <a:lnTo>
                    <a:pt x="2" y="1123"/>
                  </a:lnTo>
                  <a:cubicBezTo>
                    <a:pt x="0" y="1290"/>
                    <a:pt x="137" y="1427"/>
                    <a:pt x="304" y="1427"/>
                  </a:cubicBezTo>
                  <a:cubicBezTo>
                    <a:pt x="472" y="1427"/>
                    <a:pt x="607" y="1290"/>
                    <a:pt x="607" y="1123"/>
                  </a:cubicBezTo>
                  <a:lnTo>
                    <a:pt x="607" y="297"/>
                  </a:lnTo>
                  <a:cubicBezTo>
                    <a:pt x="603" y="132"/>
                    <a:pt x="468" y="1"/>
                    <a:pt x="3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7"/>
            <p:cNvSpPr/>
            <p:nvPr/>
          </p:nvSpPr>
          <p:spPr>
            <a:xfrm>
              <a:off x="5970200" y="3838175"/>
              <a:ext cx="15175" cy="47500"/>
            </a:xfrm>
            <a:custGeom>
              <a:rect b="b" l="l" r="r" t="t"/>
              <a:pathLst>
                <a:path extrusionOk="0" h="1900" w="607">
                  <a:moveTo>
                    <a:pt x="303" y="1"/>
                  </a:moveTo>
                  <a:cubicBezTo>
                    <a:pt x="139" y="1"/>
                    <a:pt x="4" y="132"/>
                    <a:pt x="1" y="296"/>
                  </a:cubicBezTo>
                  <a:lnTo>
                    <a:pt x="1" y="1596"/>
                  </a:lnTo>
                  <a:cubicBezTo>
                    <a:pt x="1" y="1764"/>
                    <a:pt x="136" y="1899"/>
                    <a:pt x="304" y="1899"/>
                  </a:cubicBezTo>
                  <a:cubicBezTo>
                    <a:pt x="471" y="1899"/>
                    <a:pt x="606" y="1764"/>
                    <a:pt x="606" y="1596"/>
                  </a:cubicBezTo>
                  <a:lnTo>
                    <a:pt x="606" y="296"/>
                  </a:lnTo>
                  <a:cubicBezTo>
                    <a:pt x="602" y="132"/>
                    <a:pt x="468" y="1"/>
                    <a:pt x="3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7"/>
            <p:cNvSpPr/>
            <p:nvPr/>
          </p:nvSpPr>
          <p:spPr>
            <a:xfrm>
              <a:off x="6017450" y="3787950"/>
              <a:ext cx="15200" cy="65225"/>
            </a:xfrm>
            <a:custGeom>
              <a:rect b="b" l="l" r="r" t="t"/>
              <a:pathLst>
                <a:path extrusionOk="0" h="2609" w="608">
                  <a:moveTo>
                    <a:pt x="304" y="0"/>
                  </a:moveTo>
                  <a:cubicBezTo>
                    <a:pt x="140" y="0"/>
                    <a:pt x="5" y="132"/>
                    <a:pt x="1" y="297"/>
                  </a:cubicBezTo>
                  <a:lnTo>
                    <a:pt x="1" y="2305"/>
                  </a:lnTo>
                  <a:cubicBezTo>
                    <a:pt x="0" y="2472"/>
                    <a:pt x="137" y="2609"/>
                    <a:pt x="304" y="2609"/>
                  </a:cubicBezTo>
                  <a:cubicBezTo>
                    <a:pt x="472" y="2609"/>
                    <a:pt x="607" y="2473"/>
                    <a:pt x="607" y="2305"/>
                  </a:cubicBezTo>
                  <a:lnTo>
                    <a:pt x="607" y="297"/>
                  </a:lnTo>
                  <a:cubicBezTo>
                    <a:pt x="603" y="132"/>
                    <a:pt x="469" y="0"/>
                    <a:pt x="3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7"/>
            <p:cNvSpPr/>
            <p:nvPr/>
          </p:nvSpPr>
          <p:spPr>
            <a:xfrm>
              <a:off x="5377250" y="3058800"/>
              <a:ext cx="793500" cy="793500"/>
            </a:xfrm>
            <a:custGeom>
              <a:rect b="b" l="l" r="r" t="t"/>
              <a:pathLst>
                <a:path extrusionOk="0" h="31740" w="31740">
                  <a:moveTo>
                    <a:pt x="15870" y="1"/>
                  </a:moveTo>
                  <a:cubicBezTo>
                    <a:pt x="11661" y="1"/>
                    <a:pt x="7625" y="1673"/>
                    <a:pt x="4649" y="4650"/>
                  </a:cubicBezTo>
                  <a:cubicBezTo>
                    <a:pt x="1672" y="7625"/>
                    <a:pt x="0" y="11661"/>
                    <a:pt x="0" y="15870"/>
                  </a:cubicBezTo>
                  <a:cubicBezTo>
                    <a:pt x="0" y="20079"/>
                    <a:pt x="1672" y="24116"/>
                    <a:pt x="4649" y="27092"/>
                  </a:cubicBezTo>
                  <a:cubicBezTo>
                    <a:pt x="7625" y="30067"/>
                    <a:pt x="11661" y="31740"/>
                    <a:pt x="15870" y="31740"/>
                  </a:cubicBezTo>
                  <a:cubicBezTo>
                    <a:pt x="20079" y="31740"/>
                    <a:pt x="24116" y="30067"/>
                    <a:pt x="27091" y="27092"/>
                  </a:cubicBezTo>
                  <a:cubicBezTo>
                    <a:pt x="30067" y="24116"/>
                    <a:pt x="31739" y="20079"/>
                    <a:pt x="31739" y="15870"/>
                  </a:cubicBezTo>
                  <a:cubicBezTo>
                    <a:pt x="31739" y="11661"/>
                    <a:pt x="30067" y="7625"/>
                    <a:pt x="27091" y="4650"/>
                  </a:cubicBezTo>
                  <a:cubicBezTo>
                    <a:pt x="24116" y="1673"/>
                    <a:pt x="20079" y="1"/>
                    <a:pt x="15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7"/>
            <p:cNvSpPr/>
            <p:nvPr/>
          </p:nvSpPr>
          <p:spPr>
            <a:xfrm>
              <a:off x="5355650" y="3051300"/>
              <a:ext cx="879600" cy="808750"/>
            </a:xfrm>
            <a:custGeom>
              <a:rect b="b" l="l" r="r" t="t"/>
              <a:pathLst>
                <a:path extrusionOk="0" h="32350" w="35184">
                  <a:moveTo>
                    <a:pt x="16767" y="608"/>
                  </a:moveTo>
                  <a:cubicBezTo>
                    <a:pt x="19629" y="608"/>
                    <a:pt x="22437" y="1402"/>
                    <a:pt x="24876" y="2901"/>
                  </a:cubicBezTo>
                  <a:cubicBezTo>
                    <a:pt x="32190" y="7391"/>
                    <a:pt x="34492" y="16994"/>
                    <a:pt x="30003" y="24311"/>
                  </a:cubicBezTo>
                  <a:cubicBezTo>
                    <a:pt x="27828" y="27855"/>
                    <a:pt x="24404" y="30340"/>
                    <a:pt x="20361" y="31309"/>
                  </a:cubicBezTo>
                  <a:cubicBezTo>
                    <a:pt x="19147" y="31600"/>
                    <a:pt x="17922" y="31743"/>
                    <a:pt x="16705" y="31743"/>
                  </a:cubicBezTo>
                  <a:cubicBezTo>
                    <a:pt x="13867" y="31743"/>
                    <a:pt x="11075" y="30961"/>
                    <a:pt x="8595" y="29439"/>
                  </a:cubicBezTo>
                  <a:cubicBezTo>
                    <a:pt x="5050" y="27265"/>
                    <a:pt x="2564" y="23839"/>
                    <a:pt x="1596" y="19797"/>
                  </a:cubicBezTo>
                  <a:cubicBezTo>
                    <a:pt x="627" y="15753"/>
                    <a:pt x="1291" y="11574"/>
                    <a:pt x="3466" y="8031"/>
                  </a:cubicBezTo>
                  <a:cubicBezTo>
                    <a:pt x="6400" y="3248"/>
                    <a:pt x="11522" y="608"/>
                    <a:pt x="16760" y="608"/>
                  </a:cubicBezTo>
                  <a:cubicBezTo>
                    <a:pt x="16762" y="608"/>
                    <a:pt x="16764" y="608"/>
                    <a:pt x="16767" y="608"/>
                  </a:cubicBezTo>
                  <a:close/>
                  <a:moveTo>
                    <a:pt x="16761" y="1"/>
                  </a:moveTo>
                  <a:cubicBezTo>
                    <a:pt x="11318" y="1"/>
                    <a:pt x="5999" y="2744"/>
                    <a:pt x="2951" y="7713"/>
                  </a:cubicBezTo>
                  <a:cubicBezTo>
                    <a:pt x="691" y="11395"/>
                    <a:pt x="1" y="15738"/>
                    <a:pt x="1006" y="19938"/>
                  </a:cubicBezTo>
                  <a:cubicBezTo>
                    <a:pt x="2013" y="24139"/>
                    <a:pt x="4595" y="27697"/>
                    <a:pt x="8277" y="29955"/>
                  </a:cubicBezTo>
                  <a:cubicBezTo>
                    <a:pt x="10854" y="31537"/>
                    <a:pt x="13754" y="32350"/>
                    <a:pt x="16704" y="32350"/>
                  </a:cubicBezTo>
                  <a:cubicBezTo>
                    <a:pt x="17983" y="32348"/>
                    <a:pt x="19258" y="32197"/>
                    <a:pt x="20501" y="31898"/>
                  </a:cubicBezTo>
                  <a:cubicBezTo>
                    <a:pt x="24702" y="30891"/>
                    <a:pt x="28260" y="28309"/>
                    <a:pt x="30518" y="24627"/>
                  </a:cubicBezTo>
                  <a:cubicBezTo>
                    <a:pt x="35183" y="17026"/>
                    <a:pt x="32792" y="7049"/>
                    <a:pt x="25192" y="2386"/>
                  </a:cubicBezTo>
                  <a:cubicBezTo>
                    <a:pt x="22560" y="770"/>
                    <a:pt x="19643" y="1"/>
                    <a:pt x="1676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7"/>
            <p:cNvSpPr/>
            <p:nvPr/>
          </p:nvSpPr>
          <p:spPr>
            <a:xfrm>
              <a:off x="5377250" y="3005725"/>
              <a:ext cx="793500" cy="793500"/>
            </a:xfrm>
            <a:custGeom>
              <a:rect b="b" l="l" r="r" t="t"/>
              <a:pathLst>
                <a:path extrusionOk="0" h="31740" w="31740">
                  <a:moveTo>
                    <a:pt x="15870" y="1"/>
                  </a:moveTo>
                  <a:cubicBezTo>
                    <a:pt x="11661" y="1"/>
                    <a:pt x="7625" y="1673"/>
                    <a:pt x="4649" y="4650"/>
                  </a:cubicBezTo>
                  <a:cubicBezTo>
                    <a:pt x="1672" y="7626"/>
                    <a:pt x="0" y="11661"/>
                    <a:pt x="0" y="15870"/>
                  </a:cubicBezTo>
                  <a:cubicBezTo>
                    <a:pt x="0" y="20079"/>
                    <a:pt x="1672" y="24116"/>
                    <a:pt x="4649" y="27092"/>
                  </a:cubicBezTo>
                  <a:cubicBezTo>
                    <a:pt x="7625" y="30068"/>
                    <a:pt x="11661" y="31740"/>
                    <a:pt x="15870" y="31740"/>
                  </a:cubicBezTo>
                  <a:cubicBezTo>
                    <a:pt x="20079" y="31740"/>
                    <a:pt x="24116" y="30068"/>
                    <a:pt x="27091" y="27092"/>
                  </a:cubicBezTo>
                  <a:cubicBezTo>
                    <a:pt x="30068" y="24116"/>
                    <a:pt x="31739" y="20079"/>
                    <a:pt x="31739" y="15870"/>
                  </a:cubicBezTo>
                  <a:cubicBezTo>
                    <a:pt x="31739" y="11661"/>
                    <a:pt x="30068" y="7626"/>
                    <a:pt x="27091" y="4650"/>
                  </a:cubicBezTo>
                  <a:cubicBezTo>
                    <a:pt x="24116" y="1673"/>
                    <a:pt x="20079" y="1"/>
                    <a:pt x="15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7"/>
            <p:cNvSpPr/>
            <p:nvPr/>
          </p:nvSpPr>
          <p:spPr>
            <a:xfrm>
              <a:off x="5355650" y="2998250"/>
              <a:ext cx="879600" cy="808725"/>
            </a:xfrm>
            <a:custGeom>
              <a:rect b="b" l="l" r="r" t="t"/>
              <a:pathLst>
                <a:path extrusionOk="0" h="32349" w="35184">
                  <a:moveTo>
                    <a:pt x="16767" y="607"/>
                  </a:moveTo>
                  <a:cubicBezTo>
                    <a:pt x="19629" y="607"/>
                    <a:pt x="22437" y="1402"/>
                    <a:pt x="24876" y="2902"/>
                  </a:cubicBezTo>
                  <a:cubicBezTo>
                    <a:pt x="32192" y="7391"/>
                    <a:pt x="34492" y="16995"/>
                    <a:pt x="30003" y="24311"/>
                  </a:cubicBezTo>
                  <a:cubicBezTo>
                    <a:pt x="27829" y="27856"/>
                    <a:pt x="24405" y="30341"/>
                    <a:pt x="20361" y="31308"/>
                  </a:cubicBezTo>
                  <a:cubicBezTo>
                    <a:pt x="19147" y="31599"/>
                    <a:pt x="17922" y="31743"/>
                    <a:pt x="16705" y="31743"/>
                  </a:cubicBezTo>
                  <a:cubicBezTo>
                    <a:pt x="13867" y="31743"/>
                    <a:pt x="11076" y="30961"/>
                    <a:pt x="8595" y="29438"/>
                  </a:cubicBezTo>
                  <a:cubicBezTo>
                    <a:pt x="5050" y="27265"/>
                    <a:pt x="2565" y="23841"/>
                    <a:pt x="1596" y="19796"/>
                  </a:cubicBezTo>
                  <a:cubicBezTo>
                    <a:pt x="627" y="15753"/>
                    <a:pt x="1293" y="11574"/>
                    <a:pt x="3466" y="8030"/>
                  </a:cubicBezTo>
                  <a:cubicBezTo>
                    <a:pt x="6402" y="3246"/>
                    <a:pt x="11522" y="607"/>
                    <a:pt x="16760" y="607"/>
                  </a:cubicBezTo>
                  <a:cubicBezTo>
                    <a:pt x="16762" y="607"/>
                    <a:pt x="16764" y="607"/>
                    <a:pt x="16767" y="607"/>
                  </a:cubicBezTo>
                  <a:close/>
                  <a:moveTo>
                    <a:pt x="16761" y="1"/>
                  </a:moveTo>
                  <a:cubicBezTo>
                    <a:pt x="11319" y="1"/>
                    <a:pt x="5999" y="2743"/>
                    <a:pt x="2951" y="7711"/>
                  </a:cubicBezTo>
                  <a:cubicBezTo>
                    <a:pt x="691" y="11395"/>
                    <a:pt x="1" y="15736"/>
                    <a:pt x="1008" y="19937"/>
                  </a:cubicBezTo>
                  <a:cubicBezTo>
                    <a:pt x="2013" y="24138"/>
                    <a:pt x="4595" y="27696"/>
                    <a:pt x="8277" y="29954"/>
                  </a:cubicBezTo>
                  <a:cubicBezTo>
                    <a:pt x="10855" y="31536"/>
                    <a:pt x="13755" y="32349"/>
                    <a:pt x="16705" y="32349"/>
                  </a:cubicBezTo>
                  <a:cubicBezTo>
                    <a:pt x="17984" y="32348"/>
                    <a:pt x="19259" y="32195"/>
                    <a:pt x="20501" y="31897"/>
                  </a:cubicBezTo>
                  <a:cubicBezTo>
                    <a:pt x="24704" y="30890"/>
                    <a:pt x="28260" y="28308"/>
                    <a:pt x="30520" y="24626"/>
                  </a:cubicBezTo>
                  <a:cubicBezTo>
                    <a:pt x="35183" y="17026"/>
                    <a:pt x="32792" y="7048"/>
                    <a:pt x="25192" y="2385"/>
                  </a:cubicBezTo>
                  <a:cubicBezTo>
                    <a:pt x="22560" y="770"/>
                    <a:pt x="19644" y="1"/>
                    <a:pt x="1676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7"/>
            <p:cNvSpPr/>
            <p:nvPr/>
          </p:nvSpPr>
          <p:spPr>
            <a:xfrm>
              <a:off x="5436750" y="3065250"/>
              <a:ext cx="674500" cy="674475"/>
            </a:xfrm>
            <a:custGeom>
              <a:rect b="b" l="l" r="r" t="t"/>
              <a:pathLst>
                <a:path extrusionOk="0" h="26979" w="26980">
                  <a:moveTo>
                    <a:pt x="13490" y="0"/>
                  </a:moveTo>
                  <a:cubicBezTo>
                    <a:pt x="9912" y="0"/>
                    <a:pt x="6482" y="1423"/>
                    <a:pt x="3952" y="3952"/>
                  </a:cubicBezTo>
                  <a:cubicBezTo>
                    <a:pt x="1423" y="6482"/>
                    <a:pt x="1" y="9912"/>
                    <a:pt x="1" y="13489"/>
                  </a:cubicBezTo>
                  <a:cubicBezTo>
                    <a:pt x="1" y="17068"/>
                    <a:pt x="1423" y="20498"/>
                    <a:pt x="3952" y="23029"/>
                  </a:cubicBezTo>
                  <a:cubicBezTo>
                    <a:pt x="6482" y="25558"/>
                    <a:pt x="9912" y="26978"/>
                    <a:pt x="13490" y="26978"/>
                  </a:cubicBezTo>
                  <a:cubicBezTo>
                    <a:pt x="17068" y="26978"/>
                    <a:pt x="20499" y="25558"/>
                    <a:pt x="23029" y="23029"/>
                  </a:cubicBezTo>
                  <a:cubicBezTo>
                    <a:pt x="25558" y="20498"/>
                    <a:pt x="26980" y="17068"/>
                    <a:pt x="26980" y="13489"/>
                  </a:cubicBezTo>
                  <a:cubicBezTo>
                    <a:pt x="26980" y="9912"/>
                    <a:pt x="25558" y="6482"/>
                    <a:pt x="23029" y="3952"/>
                  </a:cubicBezTo>
                  <a:cubicBezTo>
                    <a:pt x="20499" y="1423"/>
                    <a:pt x="17068" y="0"/>
                    <a:pt x="134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7"/>
            <p:cNvSpPr/>
            <p:nvPr/>
          </p:nvSpPr>
          <p:spPr>
            <a:xfrm>
              <a:off x="5380675" y="3057575"/>
              <a:ext cx="786650" cy="689625"/>
            </a:xfrm>
            <a:custGeom>
              <a:rect b="b" l="l" r="r" t="t"/>
              <a:pathLst>
                <a:path extrusionOk="0" h="27585" w="31466">
                  <a:moveTo>
                    <a:pt x="15758" y="606"/>
                  </a:moveTo>
                  <a:cubicBezTo>
                    <a:pt x="18163" y="606"/>
                    <a:pt x="20528" y="1269"/>
                    <a:pt x="22630" y="2558"/>
                  </a:cubicBezTo>
                  <a:cubicBezTo>
                    <a:pt x="28826" y="6360"/>
                    <a:pt x="30775" y="14496"/>
                    <a:pt x="26973" y="20692"/>
                  </a:cubicBezTo>
                  <a:cubicBezTo>
                    <a:pt x="24488" y="24744"/>
                    <a:pt x="20150" y="26980"/>
                    <a:pt x="15712" y="26980"/>
                  </a:cubicBezTo>
                  <a:cubicBezTo>
                    <a:pt x="13362" y="26980"/>
                    <a:pt x="10983" y="26353"/>
                    <a:pt x="8837" y="25036"/>
                  </a:cubicBezTo>
                  <a:cubicBezTo>
                    <a:pt x="2640" y="21235"/>
                    <a:pt x="692" y="13098"/>
                    <a:pt x="4494" y="6902"/>
                  </a:cubicBezTo>
                  <a:cubicBezTo>
                    <a:pt x="6336" y="3899"/>
                    <a:pt x="9236" y="1793"/>
                    <a:pt x="12662" y="974"/>
                  </a:cubicBezTo>
                  <a:cubicBezTo>
                    <a:pt x="13675" y="729"/>
                    <a:pt x="14714" y="606"/>
                    <a:pt x="15758" y="606"/>
                  </a:cubicBezTo>
                  <a:close/>
                  <a:moveTo>
                    <a:pt x="15757" y="0"/>
                  </a:moveTo>
                  <a:cubicBezTo>
                    <a:pt x="14680" y="0"/>
                    <a:pt x="13594" y="127"/>
                    <a:pt x="12520" y="384"/>
                  </a:cubicBezTo>
                  <a:cubicBezTo>
                    <a:pt x="8939" y="1242"/>
                    <a:pt x="5905" y="3445"/>
                    <a:pt x="3978" y="6584"/>
                  </a:cubicBezTo>
                  <a:cubicBezTo>
                    <a:pt x="0" y="13067"/>
                    <a:pt x="2039" y="21576"/>
                    <a:pt x="8521" y="25552"/>
                  </a:cubicBezTo>
                  <a:cubicBezTo>
                    <a:pt x="10681" y="26882"/>
                    <a:pt x="13167" y="27585"/>
                    <a:pt x="15704" y="27585"/>
                  </a:cubicBezTo>
                  <a:cubicBezTo>
                    <a:pt x="15706" y="27585"/>
                    <a:pt x="15708" y="27585"/>
                    <a:pt x="15711" y="27585"/>
                  </a:cubicBezTo>
                  <a:cubicBezTo>
                    <a:pt x="20352" y="27585"/>
                    <a:pt x="24889" y="25247"/>
                    <a:pt x="27488" y="21010"/>
                  </a:cubicBezTo>
                  <a:cubicBezTo>
                    <a:pt x="31466" y="14527"/>
                    <a:pt x="29427" y="6018"/>
                    <a:pt x="22946" y="2042"/>
                  </a:cubicBezTo>
                  <a:cubicBezTo>
                    <a:pt x="20747" y="693"/>
                    <a:pt x="18273" y="0"/>
                    <a:pt x="1575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7"/>
            <p:cNvSpPr/>
            <p:nvPr/>
          </p:nvSpPr>
          <p:spPr>
            <a:xfrm>
              <a:off x="5574875" y="3173450"/>
              <a:ext cx="352550" cy="456400"/>
            </a:xfrm>
            <a:custGeom>
              <a:rect b="b" l="l" r="r" t="t"/>
              <a:pathLst>
                <a:path extrusionOk="0" h="18256" w="14102">
                  <a:moveTo>
                    <a:pt x="12329" y="1"/>
                  </a:moveTo>
                  <a:cubicBezTo>
                    <a:pt x="12271" y="1"/>
                    <a:pt x="12212" y="6"/>
                    <a:pt x="12152" y="16"/>
                  </a:cubicBezTo>
                  <a:cubicBezTo>
                    <a:pt x="11904" y="56"/>
                    <a:pt x="11702" y="203"/>
                    <a:pt x="11545" y="460"/>
                  </a:cubicBezTo>
                  <a:lnTo>
                    <a:pt x="10100" y="2813"/>
                  </a:lnTo>
                  <a:lnTo>
                    <a:pt x="10100" y="2813"/>
                  </a:lnTo>
                  <a:cubicBezTo>
                    <a:pt x="9021" y="2228"/>
                    <a:pt x="7997" y="1936"/>
                    <a:pt x="7030" y="1936"/>
                  </a:cubicBezTo>
                  <a:cubicBezTo>
                    <a:pt x="7004" y="1936"/>
                    <a:pt x="6979" y="1936"/>
                    <a:pt x="6954" y="1936"/>
                  </a:cubicBezTo>
                  <a:cubicBezTo>
                    <a:pt x="5636" y="1956"/>
                    <a:pt x="4639" y="2516"/>
                    <a:pt x="3964" y="3616"/>
                  </a:cubicBezTo>
                  <a:cubicBezTo>
                    <a:pt x="3687" y="4068"/>
                    <a:pt x="3504" y="4497"/>
                    <a:pt x="3416" y="4904"/>
                  </a:cubicBezTo>
                  <a:cubicBezTo>
                    <a:pt x="3326" y="5311"/>
                    <a:pt x="3305" y="5687"/>
                    <a:pt x="3353" y="6032"/>
                  </a:cubicBezTo>
                  <a:cubicBezTo>
                    <a:pt x="3400" y="6377"/>
                    <a:pt x="3546" y="6757"/>
                    <a:pt x="3790" y="7170"/>
                  </a:cubicBezTo>
                  <a:cubicBezTo>
                    <a:pt x="4021" y="7567"/>
                    <a:pt x="4282" y="7946"/>
                    <a:pt x="4571" y="8303"/>
                  </a:cubicBezTo>
                  <a:cubicBezTo>
                    <a:pt x="4848" y="8646"/>
                    <a:pt x="5231" y="9079"/>
                    <a:pt x="5717" y="9605"/>
                  </a:cubicBezTo>
                  <a:lnTo>
                    <a:pt x="7019" y="10979"/>
                  </a:lnTo>
                  <a:cubicBezTo>
                    <a:pt x="7384" y="11348"/>
                    <a:pt x="7626" y="11697"/>
                    <a:pt x="7746" y="12025"/>
                  </a:cubicBezTo>
                  <a:cubicBezTo>
                    <a:pt x="7867" y="12353"/>
                    <a:pt x="7867" y="12615"/>
                    <a:pt x="7746" y="12810"/>
                  </a:cubicBezTo>
                  <a:cubicBezTo>
                    <a:pt x="7594" y="13059"/>
                    <a:pt x="7389" y="13215"/>
                    <a:pt x="7131" y="13280"/>
                  </a:cubicBezTo>
                  <a:cubicBezTo>
                    <a:pt x="7018" y="13309"/>
                    <a:pt x="6904" y="13323"/>
                    <a:pt x="6788" y="13323"/>
                  </a:cubicBezTo>
                  <a:cubicBezTo>
                    <a:pt x="6641" y="13323"/>
                    <a:pt x="6491" y="13300"/>
                    <a:pt x="6340" y="13253"/>
                  </a:cubicBezTo>
                  <a:cubicBezTo>
                    <a:pt x="6052" y="13163"/>
                    <a:pt x="5772" y="13053"/>
                    <a:pt x="5502" y="12918"/>
                  </a:cubicBezTo>
                  <a:cubicBezTo>
                    <a:pt x="5234" y="12791"/>
                    <a:pt x="4981" y="12633"/>
                    <a:pt x="4749" y="12448"/>
                  </a:cubicBezTo>
                  <a:cubicBezTo>
                    <a:pt x="4425" y="12231"/>
                    <a:pt x="4127" y="11980"/>
                    <a:pt x="3856" y="11700"/>
                  </a:cubicBezTo>
                  <a:cubicBezTo>
                    <a:pt x="3590" y="11422"/>
                    <a:pt x="3398" y="11192"/>
                    <a:pt x="3277" y="11009"/>
                  </a:cubicBezTo>
                  <a:cubicBezTo>
                    <a:pt x="3155" y="10826"/>
                    <a:pt x="3019" y="10602"/>
                    <a:pt x="2865" y="10336"/>
                  </a:cubicBezTo>
                  <a:cubicBezTo>
                    <a:pt x="2711" y="10072"/>
                    <a:pt x="2615" y="9912"/>
                    <a:pt x="2576" y="9856"/>
                  </a:cubicBezTo>
                  <a:cubicBezTo>
                    <a:pt x="2381" y="9549"/>
                    <a:pt x="2158" y="9335"/>
                    <a:pt x="1907" y="9212"/>
                  </a:cubicBezTo>
                  <a:cubicBezTo>
                    <a:pt x="1747" y="9134"/>
                    <a:pt x="1587" y="9095"/>
                    <a:pt x="1426" y="9095"/>
                  </a:cubicBezTo>
                  <a:cubicBezTo>
                    <a:pt x="1333" y="9095"/>
                    <a:pt x="1240" y="9108"/>
                    <a:pt x="1146" y="9134"/>
                  </a:cubicBezTo>
                  <a:cubicBezTo>
                    <a:pt x="897" y="9200"/>
                    <a:pt x="666" y="9322"/>
                    <a:pt x="469" y="9488"/>
                  </a:cubicBezTo>
                  <a:cubicBezTo>
                    <a:pt x="275" y="9655"/>
                    <a:pt x="142" y="9871"/>
                    <a:pt x="70" y="10138"/>
                  </a:cubicBezTo>
                  <a:cubicBezTo>
                    <a:pt x="0" y="10405"/>
                    <a:pt x="20" y="10677"/>
                    <a:pt x="130" y="10952"/>
                  </a:cubicBezTo>
                  <a:cubicBezTo>
                    <a:pt x="762" y="12399"/>
                    <a:pt x="1765" y="13630"/>
                    <a:pt x="3140" y="14642"/>
                  </a:cubicBezTo>
                  <a:lnTo>
                    <a:pt x="3140" y="14642"/>
                  </a:lnTo>
                  <a:lnTo>
                    <a:pt x="1792" y="16838"/>
                  </a:lnTo>
                  <a:cubicBezTo>
                    <a:pt x="1584" y="17178"/>
                    <a:pt x="1569" y="17492"/>
                    <a:pt x="1748" y="17784"/>
                  </a:cubicBezTo>
                  <a:cubicBezTo>
                    <a:pt x="1926" y="18075"/>
                    <a:pt x="2190" y="18232"/>
                    <a:pt x="2539" y="18254"/>
                  </a:cubicBezTo>
                  <a:cubicBezTo>
                    <a:pt x="2562" y="18255"/>
                    <a:pt x="2584" y="18256"/>
                    <a:pt x="2606" y="18256"/>
                  </a:cubicBezTo>
                  <a:cubicBezTo>
                    <a:pt x="2925" y="18256"/>
                    <a:pt x="3176" y="18105"/>
                    <a:pt x="3363" y="17802"/>
                  </a:cubicBezTo>
                  <a:lnTo>
                    <a:pt x="4704" y="15614"/>
                  </a:lnTo>
                  <a:lnTo>
                    <a:pt x="4704" y="15614"/>
                  </a:lnTo>
                  <a:cubicBezTo>
                    <a:pt x="5266" y="15894"/>
                    <a:pt x="5822" y="16094"/>
                    <a:pt x="6373" y="16213"/>
                  </a:cubicBezTo>
                  <a:cubicBezTo>
                    <a:pt x="6728" y="16290"/>
                    <a:pt x="7075" y="16329"/>
                    <a:pt x="7413" y="16329"/>
                  </a:cubicBezTo>
                  <a:cubicBezTo>
                    <a:pt x="7949" y="16329"/>
                    <a:pt x="8463" y="16232"/>
                    <a:pt x="8956" y="16039"/>
                  </a:cubicBezTo>
                  <a:cubicBezTo>
                    <a:pt x="9761" y="15725"/>
                    <a:pt x="10412" y="15144"/>
                    <a:pt x="10909" y="14299"/>
                  </a:cubicBezTo>
                  <a:cubicBezTo>
                    <a:pt x="11222" y="13774"/>
                    <a:pt x="11407" y="13269"/>
                    <a:pt x="11467" y="12782"/>
                  </a:cubicBezTo>
                  <a:cubicBezTo>
                    <a:pt x="11526" y="12296"/>
                    <a:pt x="11464" y="11814"/>
                    <a:pt x="11280" y="11337"/>
                  </a:cubicBezTo>
                  <a:cubicBezTo>
                    <a:pt x="11090" y="10852"/>
                    <a:pt x="10835" y="10395"/>
                    <a:pt x="10521" y="9978"/>
                  </a:cubicBezTo>
                  <a:cubicBezTo>
                    <a:pt x="10199" y="9547"/>
                    <a:pt x="9772" y="9055"/>
                    <a:pt x="9242" y="8501"/>
                  </a:cubicBezTo>
                  <a:lnTo>
                    <a:pt x="7930" y="7168"/>
                  </a:lnTo>
                  <a:cubicBezTo>
                    <a:pt x="7534" y="6780"/>
                    <a:pt x="7284" y="6450"/>
                    <a:pt x="7177" y="6177"/>
                  </a:cubicBezTo>
                  <a:cubicBezTo>
                    <a:pt x="7069" y="5903"/>
                    <a:pt x="7099" y="5631"/>
                    <a:pt x="7265" y="5360"/>
                  </a:cubicBezTo>
                  <a:cubicBezTo>
                    <a:pt x="7394" y="5150"/>
                    <a:pt x="7607" y="5044"/>
                    <a:pt x="7904" y="5044"/>
                  </a:cubicBezTo>
                  <a:cubicBezTo>
                    <a:pt x="7926" y="5044"/>
                    <a:pt x="7948" y="5045"/>
                    <a:pt x="7971" y="5046"/>
                  </a:cubicBezTo>
                  <a:cubicBezTo>
                    <a:pt x="8302" y="5063"/>
                    <a:pt x="8625" y="5160"/>
                    <a:pt x="8936" y="5335"/>
                  </a:cubicBezTo>
                  <a:cubicBezTo>
                    <a:pt x="9249" y="5511"/>
                    <a:pt x="9535" y="5691"/>
                    <a:pt x="9797" y="5872"/>
                  </a:cubicBezTo>
                  <a:cubicBezTo>
                    <a:pt x="10528" y="6440"/>
                    <a:pt x="11187" y="7095"/>
                    <a:pt x="11758" y="7821"/>
                  </a:cubicBezTo>
                  <a:cubicBezTo>
                    <a:pt x="11991" y="8099"/>
                    <a:pt x="12244" y="8285"/>
                    <a:pt x="12512" y="8377"/>
                  </a:cubicBezTo>
                  <a:cubicBezTo>
                    <a:pt x="12630" y="8418"/>
                    <a:pt x="12744" y="8438"/>
                    <a:pt x="12855" y="8438"/>
                  </a:cubicBezTo>
                  <a:cubicBezTo>
                    <a:pt x="12999" y="8438"/>
                    <a:pt x="13137" y="8404"/>
                    <a:pt x="13269" y="8336"/>
                  </a:cubicBezTo>
                  <a:cubicBezTo>
                    <a:pt x="13497" y="8221"/>
                    <a:pt x="13696" y="8057"/>
                    <a:pt x="13852" y="7854"/>
                  </a:cubicBezTo>
                  <a:cubicBezTo>
                    <a:pt x="14007" y="7653"/>
                    <a:pt x="14088" y="7399"/>
                    <a:pt x="14095" y="7093"/>
                  </a:cubicBezTo>
                  <a:cubicBezTo>
                    <a:pt x="14101" y="6786"/>
                    <a:pt x="14010" y="6492"/>
                    <a:pt x="13820" y="6209"/>
                  </a:cubicBezTo>
                  <a:cubicBezTo>
                    <a:pt x="13579" y="5843"/>
                    <a:pt x="13374" y="5552"/>
                    <a:pt x="13205" y="5335"/>
                  </a:cubicBezTo>
                  <a:cubicBezTo>
                    <a:pt x="13037" y="5118"/>
                    <a:pt x="12777" y="4837"/>
                    <a:pt x="12424" y="4490"/>
                  </a:cubicBezTo>
                  <a:cubicBezTo>
                    <a:pt x="12175" y="4248"/>
                    <a:pt x="11912" y="4020"/>
                    <a:pt x="11636" y="3809"/>
                  </a:cubicBezTo>
                  <a:lnTo>
                    <a:pt x="11636" y="3809"/>
                  </a:lnTo>
                  <a:lnTo>
                    <a:pt x="13104" y="1417"/>
                  </a:lnTo>
                  <a:cubicBezTo>
                    <a:pt x="13252" y="1175"/>
                    <a:pt x="13288" y="934"/>
                    <a:pt x="13214" y="691"/>
                  </a:cubicBezTo>
                  <a:cubicBezTo>
                    <a:pt x="13140" y="449"/>
                    <a:pt x="13006" y="266"/>
                    <a:pt x="12813" y="142"/>
                  </a:cubicBezTo>
                  <a:cubicBezTo>
                    <a:pt x="12667" y="48"/>
                    <a:pt x="12506" y="1"/>
                    <a:pt x="1232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7"/>
            <p:cNvSpPr/>
            <p:nvPr/>
          </p:nvSpPr>
          <p:spPr>
            <a:xfrm>
              <a:off x="5438475" y="3617225"/>
              <a:ext cx="15200" cy="65200"/>
            </a:xfrm>
            <a:custGeom>
              <a:rect b="b" l="l" r="r" t="t"/>
              <a:pathLst>
                <a:path extrusionOk="0" h="2608" w="608">
                  <a:moveTo>
                    <a:pt x="304" y="0"/>
                  </a:moveTo>
                  <a:cubicBezTo>
                    <a:pt x="140" y="0"/>
                    <a:pt x="5" y="132"/>
                    <a:pt x="1" y="296"/>
                  </a:cubicBezTo>
                  <a:lnTo>
                    <a:pt x="1" y="2305"/>
                  </a:lnTo>
                  <a:cubicBezTo>
                    <a:pt x="1" y="2472"/>
                    <a:pt x="136" y="2607"/>
                    <a:pt x="304" y="2607"/>
                  </a:cubicBezTo>
                  <a:cubicBezTo>
                    <a:pt x="471" y="2607"/>
                    <a:pt x="608" y="2472"/>
                    <a:pt x="606" y="2305"/>
                  </a:cubicBezTo>
                  <a:lnTo>
                    <a:pt x="606" y="296"/>
                  </a:lnTo>
                  <a:cubicBezTo>
                    <a:pt x="604" y="132"/>
                    <a:pt x="468" y="0"/>
                    <a:pt x="3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7"/>
            <p:cNvSpPr/>
            <p:nvPr/>
          </p:nvSpPr>
          <p:spPr>
            <a:xfrm>
              <a:off x="5473950" y="3667425"/>
              <a:ext cx="15150" cy="68200"/>
            </a:xfrm>
            <a:custGeom>
              <a:rect b="b" l="l" r="r" t="t"/>
              <a:pathLst>
                <a:path extrusionOk="0" h="2728" w="606">
                  <a:moveTo>
                    <a:pt x="302" y="0"/>
                  </a:moveTo>
                  <a:cubicBezTo>
                    <a:pt x="138" y="0"/>
                    <a:pt x="4" y="132"/>
                    <a:pt x="0" y="297"/>
                  </a:cubicBezTo>
                  <a:lnTo>
                    <a:pt x="0" y="2424"/>
                  </a:lnTo>
                  <a:cubicBezTo>
                    <a:pt x="0" y="2592"/>
                    <a:pt x="135" y="2727"/>
                    <a:pt x="302" y="2727"/>
                  </a:cubicBezTo>
                  <a:cubicBezTo>
                    <a:pt x="470" y="2727"/>
                    <a:pt x="606" y="2592"/>
                    <a:pt x="606" y="2424"/>
                  </a:cubicBezTo>
                  <a:lnTo>
                    <a:pt x="606" y="297"/>
                  </a:lnTo>
                  <a:cubicBezTo>
                    <a:pt x="602" y="132"/>
                    <a:pt x="468" y="0"/>
                    <a:pt x="3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7"/>
            <p:cNvSpPr/>
            <p:nvPr/>
          </p:nvSpPr>
          <p:spPr>
            <a:xfrm>
              <a:off x="5544725" y="3726150"/>
              <a:ext cx="15375" cy="65600"/>
            </a:xfrm>
            <a:custGeom>
              <a:rect b="b" l="l" r="r" t="t"/>
              <a:pathLst>
                <a:path extrusionOk="0" h="2624" w="615">
                  <a:moveTo>
                    <a:pt x="307" y="1"/>
                  </a:moveTo>
                  <a:cubicBezTo>
                    <a:pt x="137" y="1"/>
                    <a:pt x="0" y="140"/>
                    <a:pt x="4" y="311"/>
                  </a:cubicBezTo>
                  <a:lnTo>
                    <a:pt x="4" y="2320"/>
                  </a:lnTo>
                  <a:cubicBezTo>
                    <a:pt x="4" y="2488"/>
                    <a:pt x="140" y="2623"/>
                    <a:pt x="307" y="2623"/>
                  </a:cubicBezTo>
                  <a:cubicBezTo>
                    <a:pt x="475" y="2623"/>
                    <a:pt x="611" y="2487"/>
                    <a:pt x="611" y="2320"/>
                  </a:cubicBezTo>
                  <a:lnTo>
                    <a:pt x="611" y="311"/>
                  </a:lnTo>
                  <a:cubicBezTo>
                    <a:pt x="615" y="140"/>
                    <a:pt x="478" y="1"/>
                    <a:pt x="3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7"/>
            <p:cNvSpPr/>
            <p:nvPr/>
          </p:nvSpPr>
          <p:spPr>
            <a:xfrm>
              <a:off x="5645250" y="3776550"/>
              <a:ext cx="15175" cy="59500"/>
            </a:xfrm>
            <a:custGeom>
              <a:rect b="b" l="l" r="r" t="t"/>
              <a:pathLst>
                <a:path extrusionOk="0" h="2380" w="607">
                  <a:moveTo>
                    <a:pt x="304" y="1"/>
                  </a:moveTo>
                  <a:cubicBezTo>
                    <a:pt x="136" y="1"/>
                    <a:pt x="1" y="137"/>
                    <a:pt x="1" y="304"/>
                  </a:cubicBezTo>
                  <a:lnTo>
                    <a:pt x="1" y="2076"/>
                  </a:lnTo>
                  <a:cubicBezTo>
                    <a:pt x="1" y="2243"/>
                    <a:pt x="136" y="2380"/>
                    <a:pt x="304" y="2380"/>
                  </a:cubicBezTo>
                  <a:cubicBezTo>
                    <a:pt x="471" y="2380"/>
                    <a:pt x="606" y="2243"/>
                    <a:pt x="606" y="2076"/>
                  </a:cubicBezTo>
                  <a:lnTo>
                    <a:pt x="606" y="304"/>
                  </a:lnTo>
                  <a:cubicBezTo>
                    <a:pt x="606" y="137"/>
                    <a:pt x="471" y="1"/>
                    <a:pt x="3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7"/>
            <p:cNvSpPr/>
            <p:nvPr/>
          </p:nvSpPr>
          <p:spPr>
            <a:xfrm>
              <a:off x="5754550" y="3797425"/>
              <a:ext cx="15200" cy="35675"/>
            </a:xfrm>
            <a:custGeom>
              <a:rect b="b" l="l" r="r" t="t"/>
              <a:pathLst>
                <a:path extrusionOk="0" h="1427" w="608">
                  <a:moveTo>
                    <a:pt x="304" y="0"/>
                  </a:moveTo>
                  <a:cubicBezTo>
                    <a:pt x="140" y="0"/>
                    <a:pt x="4" y="132"/>
                    <a:pt x="2" y="296"/>
                  </a:cubicBezTo>
                  <a:lnTo>
                    <a:pt x="2" y="1123"/>
                  </a:lnTo>
                  <a:cubicBezTo>
                    <a:pt x="0" y="1291"/>
                    <a:pt x="137" y="1426"/>
                    <a:pt x="304" y="1426"/>
                  </a:cubicBezTo>
                  <a:cubicBezTo>
                    <a:pt x="472" y="1426"/>
                    <a:pt x="607" y="1291"/>
                    <a:pt x="607" y="1123"/>
                  </a:cubicBezTo>
                  <a:lnTo>
                    <a:pt x="607" y="296"/>
                  </a:lnTo>
                  <a:cubicBezTo>
                    <a:pt x="603" y="132"/>
                    <a:pt x="468" y="0"/>
                    <a:pt x="3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7"/>
            <p:cNvSpPr/>
            <p:nvPr/>
          </p:nvSpPr>
          <p:spPr>
            <a:xfrm>
              <a:off x="5970100" y="3755725"/>
              <a:ext cx="15375" cy="47850"/>
            </a:xfrm>
            <a:custGeom>
              <a:rect b="b" l="l" r="r" t="t"/>
              <a:pathLst>
                <a:path extrusionOk="0" h="1914" w="615">
                  <a:moveTo>
                    <a:pt x="307" y="0"/>
                  </a:moveTo>
                  <a:cubicBezTo>
                    <a:pt x="137" y="0"/>
                    <a:pt x="1" y="139"/>
                    <a:pt x="5" y="310"/>
                  </a:cubicBezTo>
                  <a:lnTo>
                    <a:pt x="5" y="1610"/>
                  </a:lnTo>
                  <a:cubicBezTo>
                    <a:pt x="5" y="1776"/>
                    <a:pt x="140" y="1913"/>
                    <a:pt x="308" y="1913"/>
                  </a:cubicBezTo>
                  <a:cubicBezTo>
                    <a:pt x="475" y="1913"/>
                    <a:pt x="610" y="1776"/>
                    <a:pt x="610" y="1610"/>
                  </a:cubicBezTo>
                  <a:lnTo>
                    <a:pt x="610" y="310"/>
                  </a:lnTo>
                  <a:cubicBezTo>
                    <a:pt x="614" y="139"/>
                    <a:pt x="477" y="0"/>
                    <a:pt x="30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7"/>
            <p:cNvSpPr/>
            <p:nvPr/>
          </p:nvSpPr>
          <p:spPr>
            <a:xfrm>
              <a:off x="6017375" y="3705475"/>
              <a:ext cx="15350" cy="65600"/>
            </a:xfrm>
            <a:custGeom>
              <a:rect b="b" l="l" r="r" t="t"/>
              <a:pathLst>
                <a:path extrusionOk="0" h="2624" w="614">
                  <a:moveTo>
                    <a:pt x="307" y="1"/>
                  </a:moveTo>
                  <a:cubicBezTo>
                    <a:pt x="137" y="1"/>
                    <a:pt x="1" y="141"/>
                    <a:pt x="4" y="311"/>
                  </a:cubicBezTo>
                  <a:lnTo>
                    <a:pt x="4" y="2320"/>
                  </a:lnTo>
                  <a:cubicBezTo>
                    <a:pt x="4" y="2487"/>
                    <a:pt x="140" y="2623"/>
                    <a:pt x="307" y="2623"/>
                  </a:cubicBezTo>
                  <a:cubicBezTo>
                    <a:pt x="475" y="2623"/>
                    <a:pt x="610" y="2487"/>
                    <a:pt x="610" y="2320"/>
                  </a:cubicBezTo>
                  <a:lnTo>
                    <a:pt x="610" y="311"/>
                  </a:lnTo>
                  <a:cubicBezTo>
                    <a:pt x="614" y="141"/>
                    <a:pt x="477" y="1"/>
                    <a:pt x="30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7"/>
            <p:cNvSpPr/>
            <p:nvPr/>
          </p:nvSpPr>
          <p:spPr>
            <a:xfrm>
              <a:off x="5377250" y="2984800"/>
              <a:ext cx="793500" cy="793500"/>
            </a:xfrm>
            <a:custGeom>
              <a:rect b="b" l="l" r="r" t="t"/>
              <a:pathLst>
                <a:path extrusionOk="0" h="31740" w="31740">
                  <a:moveTo>
                    <a:pt x="15870" y="1"/>
                  </a:moveTo>
                  <a:cubicBezTo>
                    <a:pt x="11661" y="1"/>
                    <a:pt x="7625" y="1673"/>
                    <a:pt x="4649" y="4648"/>
                  </a:cubicBezTo>
                  <a:cubicBezTo>
                    <a:pt x="1672" y="7625"/>
                    <a:pt x="0" y="11661"/>
                    <a:pt x="0" y="15870"/>
                  </a:cubicBezTo>
                  <a:cubicBezTo>
                    <a:pt x="0" y="20079"/>
                    <a:pt x="1672" y="24116"/>
                    <a:pt x="4649" y="27092"/>
                  </a:cubicBezTo>
                  <a:cubicBezTo>
                    <a:pt x="7625" y="30067"/>
                    <a:pt x="11661" y="31740"/>
                    <a:pt x="15870" y="31740"/>
                  </a:cubicBezTo>
                  <a:cubicBezTo>
                    <a:pt x="20079" y="31740"/>
                    <a:pt x="24116" y="30067"/>
                    <a:pt x="27091" y="27092"/>
                  </a:cubicBezTo>
                  <a:cubicBezTo>
                    <a:pt x="30068" y="24116"/>
                    <a:pt x="31739" y="20079"/>
                    <a:pt x="31739" y="15870"/>
                  </a:cubicBezTo>
                  <a:cubicBezTo>
                    <a:pt x="31739" y="11661"/>
                    <a:pt x="30068" y="7625"/>
                    <a:pt x="27091" y="4648"/>
                  </a:cubicBezTo>
                  <a:cubicBezTo>
                    <a:pt x="24116" y="1673"/>
                    <a:pt x="20079" y="1"/>
                    <a:pt x="15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7"/>
            <p:cNvSpPr/>
            <p:nvPr/>
          </p:nvSpPr>
          <p:spPr>
            <a:xfrm>
              <a:off x="5355650" y="2977075"/>
              <a:ext cx="879600" cy="808725"/>
            </a:xfrm>
            <a:custGeom>
              <a:rect b="b" l="l" r="r" t="t"/>
              <a:pathLst>
                <a:path extrusionOk="0" h="32349" w="35184">
                  <a:moveTo>
                    <a:pt x="16764" y="606"/>
                  </a:moveTo>
                  <a:cubicBezTo>
                    <a:pt x="19603" y="606"/>
                    <a:pt x="22395" y="1389"/>
                    <a:pt x="24876" y="2910"/>
                  </a:cubicBezTo>
                  <a:cubicBezTo>
                    <a:pt x="32190" y="7399"/>
                    <a:pt x="34492" y="17003"/>
                    <a:pt x="30003" y="24320"/>
                  </a:cubicBezTo>
                  <a:cubicBezTo>
                    <a:pt x="27068" y="29103"/>
                    <a:pt x="21948" y="31742"/>
                    <a:pt x="16709" y="31742"/>
                  </a:cubicBezTo>
                  <a:cubicBezTo>
                    <a:pt x="13935" y="31742"/>
                    <a:pt x="11128" y="31002"/>
                    <a:pt x="8595" y="29448"/>
                  </a:cubicBezTo>
                  <a:cubicBezTo>
                    <a:pt x="5050" y="27273"/>
                    <a:pt x="2564" y="23849"/>
                    <a:pt x="1596" y="19806"/>
                  </a:cubicBezTo>
                  <a:cubicBezTo>
                    <a:pt x="627" y="15762"/>
                    <a:pt x="1291" y="11583"/>
                    <a:pt x="3466" y="8040"/>
                  </a:cubicBezTo>
                  <a:cubicBezTo>
                    <a:pt x="5640" y="4495"/>
                    <a:pt x="9065" y="2009"/>
                    <a:pt x="13108" y="1041"/>
                  </a:cubicBezTo>
                  <a:cubicBezTo>
                    <a:pt x="14305" y="754"/>
                    <a:pt x="15532" y="608"/>
                    <a:pt x="16764" y="606"/>
                  </a:cubicBezTo>
                  <a:close/>
                  <a:moveTo>
                    <a:pt x="16765" y="0"/>
                  </a:moveTo>
                  <a:cubicBezTo>
                    <a:pt x="15501" y="0"/>
                    <a:pt x="14228" y="149"/>
                    <a:pt x="12968" y="451"/>
                  </a:cubicBezTo>
                  <a:cubicBezTo>
                    <a:pt x="8766" y="1458"/>
                    <a:pt x="5209" y="4039"/>
                    <a:pt x="2951" y="7722"/>
                  </a:cubicBezTo>
                  <a:cubicBezTo>
                    <a:pt x="691" y="11405"/>
                    <a:pt x="1" y="15747"/>
                    <a:pt x="1006" y="19947"/>
                  </a:cubicBezTo>
                  <a:cubicBezTo>
                    <a:pt x="2013" y="24148"/>
                    <a:pt x="4595" y="27705"/>
                    <a:pt x="8277" y="29965"/>
                  </a:cubicBezTo>
                  <a:cubicBezTo>
                    <a:pt x="10810" y="31522"/>
                    <a:pt x="13726" y="32348"/>
                    <a:pt x="16701" y="32348"/>
                  </a:cubicBezTo>
                  <a:cubicBezTo>
                    <a:pt x="16703" y="32348"/>
                    <a:pt x="16705" y="32348"/>
                    <a:pt x="16708" y="32348"/>
                  </a:cubicBezTo>
                  <a:cubicBezTo>
                    <a:pt x="22150" y="32348"/>
                    <a:pt x="27471" y="29605"/>
                    <a:pt x="30520" y="24636"/>
                  </a:cubicBezTo>
                  <a:cubicBezTo>
                    <a:pt x="35183" y="17035"/>
                    <a:pt x="32793" y="7058"/>
                    <a:pt x="25192" y="2394"/>
                  </a:cubicBezTo>
                  <a:cubicBezTo>
                    <a:pt x="22614" y="813"/>
                    <a:pt x="19714" y="0"/>
                    <a:pt x="1676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7"/>
            <p:cNvSpPr/>
            <p:nvPr/>
          </p:nvSpPr>
          <p:spPr>
            <a:xfrm>
              <a:off x="5377250" y="2931725"/>
              <a:ext cx="793500" cy="793500"/>
            </a:xfrm>
            <a:custGeom>
              <a:rect b="b" l="l" r="r" t="t"/>
              <a:pathLst>
                <a:path extrusionOk="0" h="31740" w="31740">
                  <a:moveTo>
                    <a:pt x="15870" y="1"/>
                  </a:moveTo>
                  <a:cubicBezTo>
                    <a:pt x="11662" y="1"/>
                    <a:pt x="7625" y="1673"/>
                    <a:pt x="4649" y="4649"/>
                  </a:cubicBezTo>
                  <a:cubicBezTo>
                    <a:pt x="1672" y="7626"/>
                    <a:pt x="0" y="11661"/>
                    <a:pt x="0" y="15870"/>
                  </a:cubicBezTo>
                  <a:cubicBezTo>
                    <a:pt x="0" y="20079"/>
                    <a:pt x="1672" y="24116"/>
                    <a:pt x="4649" y="27092"/>
                  </a:cubicBezTo>
                  <a:cubicBezTo>
                    <a:pt x="7625" y="30068"/>
                    <a:pt x="11662" y="31740"/>
                    <a:pt x="15870" y="31740"/>
                  </a:cubicBezTo>
                  <a:cubicBezTo>
                    <a:pt x="20079" y="31740"/>
                    <a:pt x="24116" y="30068"/>
                    <a:pt x="27091" y="27092"/>
                  </a:cubicBezTo>
                  <a:cubicBezTo>
                    <a:pt x="30068" y="24116"/>
                    <a:pt x="31739" y="20079"/>
                    <a:pt x="31739" y="15870"/>
                  </a:cubicBezTo>
                  <a:cubicBezTo>
                    <a:pt x="31739" y="11661"/>
                    <a:pt x="30068" y="7626"/>
                    <a:pt x="27091" y="4649"/>
                  </a:cubicBezTo>
                  <a:cubicBezTo>
                    <a:pt x="24116" y="1673"/>
                    <a:pt x="20079" y="1"/>
                    <a:pt x="15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7"/>
            <p:cNvSpPr/>
            <p:nvPr/>
          </p:nvSpPr>
          <p:spPr>
            <a:xfrm>
              <a:off x="5355650" y="2924000"/>
              <a:ext cx="879600" cy="808725"/>
            </a:xfrm>
            <a:custGeom>
              <a:rect b="b" l="l" r="r" t="t"/>
              <a:pathLst>
                <a:path extrusionOk="0" h="32349" w="35184">
                  <a:moveTo>
                    <a:pt x="16762" y="607"/>
                  </a:moveTo>
                  <a:cubicBezTo>
                    <a:pt x="19601" y="607"/>
                    <a:pt x="22393" y="1389"/>
                    <a:pt x="24874" y="2912"/>
                  </a:cubicBezTo>
                  <a:cubicBezTo>
                    <a:pt x="32190" y="7401"/>
                    <a:pt x="34492" y="17005"/>
                    <a:pt x="30003" y="24320"/>
                  </a:cubicBezTo>
                  <a:cubicBezTo>
                    <a:pt x="27067" y="29103"/>
                    <a:pt x="21945" y="31741"/>
                    <a:pt x="16706" y="31741"/>
                  </a:cubicBezTo>
                  <a:cubicBezTo>
                    <a:pt x="13932" y="31741"/>
                    <a:pt x="11125" y="31001"/>
                    <a:pt x="8593" y="29448"/>
                  </a:cubicBezTo>
                  <a:cubicBezTo>
                    <a:pt x="5048" y="27273"/>
                    <a:pt x="2564" y="23850"/>
                    <a:pt x="1595" y="19806"/>
                  </a:cubicBezTo>
                  <a:cubicBezTo>
                    <a:pt x="627" y="15763"/>
                    <a:pt x="1291" y="11584"/>
                    <a:pt x="3465" y="8039"/>
                  </a:cubicBezTo>
                  <a:cubicBezTo>
                    <a:pt x="5640" y="4495"/>
                    <a:pt x="9065" y="2009"/>
                    <a:pt x="13108" y="1042"/>
                  </a:cubicBezTo>
                  <a:cubicBezTo>
                    <a:pt x="14305" y="754"/>
                    <a:pt x="15532" y="608"/>
                    <a:pt x="16762" y="607"/>
                  </a:cubicBezTo>
                  <a:close/>
                  <a:moveTo>
                    <a:pt x="16765" y="1"/>
                  </a:moveTo>
                  <a:cubicBezTo>
                    <a:pt x="15501" y="1"/>
                    <a:pt x="14228" y="150"/>
                    <a:pt x="12968" y="452"/>
                  </a:cubicBezTo>
                  <a:cubicBezTo>
                    <a:pt x="8766" y="1457"/>
                    <a:pt x="5209" y="4038"/>
                    <a:pt x="2951" y="7721"/>
                  </a:cubicBezTo>
                  <a:cubicBezTo>
                    <a:pt x="691" y="11404"/>
                    <a:pt x="1" y="15746"/>
                    <a:pt x="1006" y="19947"/>
                  </a:cubicBezTo>
                  <a:cubicBezTo>
                    <a:pt x="2013" y="24148"/>
                    <a:pt x="4595" y="27706"/>
                    <a:pt x="8277" y="29964"/>
                  </a:cubicBezTo>
                  <a:cubicBezTo>
                    <a:pt x="10810" y="31523"/>
                    <a:pt x="13726" y="32348"/>
                    <a:pt x="16701" y="32348"/>
                  </a:cubicBezTo>
                  <a:cubicBezTo>
                    <a:pt x="16703" y="32348"/>
                    <a:pt x="16705" y="32348"/>
                    <a:pt x="16708" y="32348"/>
                  </a:cubicBezTo>
                  <a:cubicBezTo>
                    <a:pt x="22150" y="32348"/>
                    <a:pt x="27471" y="29606"/>
                    <a:pt x="30520" y="24636"/>
                  </a:cubicBezTo>
                  <a:cubicBezTo>
                    <a:pt x="35183" y="17035"/>
                    <a:pt x="32792" y="7058"/>
                    <a:pt x="25192" y="2395"/>
                  </a:cubicBezTo>
                  <a:cubicBezTo>
                    <a:pt x="22614" y="813"/>
                    <a:pt x="19714" y="1"/>
                    <a:pt x="1676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7"/>
            <p:cNvSpPr/>
            <p:nvPr/>
          </p:nvSpPr>
          <p:spPr>
            <a:xfrm>
              <a:off x="5436750" y="2991250"/>
              <a:ext cx="674475" cy="674475"/>
            </a:xfrm>
            <a:custGeom>
              <a:rect b="b" l="l" r="r" t="t"/>
              <a:pathLst>
                <a:path extrusionOk="0" h="26979" w="26979">
                  <a:moveTo>
                    <a:pt x="13490" y="0"/>
                  </a:moveTo>
                  <a:cubicBezTo>
                    <a:pt x="9912" y="0"/>
                    <a:pt x="6482" y="1421"/>
                    <a:pt x="3952" y="3951"/>
                  </a:cubicBezTo>
                  <a:cubicBezTo>
                    <a:pt x="1423" y="6481"/>
                    <a:pt x="1" y="9912"/>
                    <a:pt x="1" y="13489"/>
                  </a:cubicBezTo>
                  <a:cubicBezTo>
                    <a:pt x="1" y="17067"/>
                    <a:pt x="1423" y="20498"/>
                    <a:pt x="3952" y="23027"/>
                  </a:cubicBezTo>
                  <a:cubicBezTo>
                    <a:pt x="6482" y="25557"/>
                    <a:pt x="9912" y="26978"/>
                    <a:pt x="13490" y="26978"/>
                  </a:cubicBezTo>
                  <a:cubicBezTo>
                    <a:pt x="17067" y="26978"/>
                    <a:pt x="20499" y="25557"/>
                    <a:pt x="23029" y="23027"/>
                  </a:cubicBezTo>
                  <a:cubicBezTo>
                    <a:pt x="25558" y="20498"/>
                    <a:pt x="26979" y="17067"/>
                    <a:pt x="26979" y="13489"/>
                  </a:cubicBezTo>
                  <a:cubicBezTo>
                    <a:pt x="26979" y="9912"/>
                    <a:pt x="25558" y="6481"/>
                    <a:pt x="23029" y="3951"/>
                  </a:cubicBezTo>
                  <a:cubicBezTo>
                    <a:pt x="20499" y="1421"/>
                    <a:pt x="17067" y="0"/>
                    <a:pt x="134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7"/>
            <p:cNvSpPr/>
            <p:nvPr/>
          </p:nvSpPr>
          <p:spPr>
            <a:xfrm>
              <a:off x="5417250" y="2983550"/>
              <a:ext cx="713525" cy="689875"/>
            </a:xfrm>
            <a:custGeom>
              <a:rect b="b" l="l" r="r" t="t"/>
              <a:pathLst>
                <a:path extrusionOk="0" h="27595" w="28541">
                  <a:moveTo>
                    <a:pt x="14295" y="607"/>
                  </a:moveTo>
                  <a:cubicBezTo>
                    <a:pt x="16700" y="607"/>
                    <a:pt x="19065" y="1269"/>
                    <a:pt x="21165" y="2559"/>
                  </a:cubicBezTo>
                  <a:cubicBezTo>
                    <a:pt x="24168" y="4400"/>
                    <a:pt x="26274" y="7302"/>
                    <a:pt x="27093" y="10727"/>
                  </a:cubicBezTo>
                  <a:cubicBezTo>
                    <a:pt x="27914" y="14152"/>
                    <a:pt x="27351" y="17691"/>
                    <a:pt x="25510" y="20693"/>
                  </a:cubicBezTo>
                  <a:cubicBezTo>
                    <a:pt x="23667" y="23696"/>
                    <a:pt x="20767" y="25802"/>
                    <a:pt x="17342" y="26621"/>
                  </a:cubicBezTo>
                  <a:cubicBezTo>
                    <a:pt x="16314" y="26867"/>
                    <a:pt x="15276" y="26989"/>
                    <a:pt x="14246" y="26989"/>
                  </a:cubicBezTo>
                  <a:cubicBezTo>
                    <a:pt x="11841" y="26989"/>
                    <a:pt x="9475" y="26326"/>
                    <a:pt x="7374" y="25037"/>
                  </a:cubicBezTo>
                  <a:cubicBezTo>
                    <a:pt x="4372" y="23195"/>
                    <a:pt x="2265" y="20294"/>
                    <a:pt x="1446" y="16869"/>
                  </a:cubicBezTo>
                  <a:cubicBezTo>
                    <a:pt x="627" y="13443"/>
                    <a:pt x="1188" y="9904"/>
                    <a:pt x="3031" y="6902"/>
                  </a:cubicBezTo>
                  <a:cubicBezTo>
                    <a:pt x="4873" y="3900"/>
                    <a:pt x="7773" y="1794"/>
                    <a:pt x="11199" y="974"/>
                  </a:cubicBezTo>
                  <a:cubicBezTo>
                    <a:pt x="12212" y="730"/>
                    <a:pt x="13251" y="607"/>
                    <a:pt x="14295" y="607"/>
                  </a:cubicBezTo>
                  <a:close/>
                  <a:moveTo>
                    <a:pt x="14295" y="1"/>
                  </a:moveTo>
                  <a:cubicBezTo>
                    <a:pt x="13217" y="1"/>
                    <a:pt x="12132" y="128"/>
                    <a:pt x="11057" y="385"/>
                  </a:cubicBezTo>
                  <a:cubicBezTo>
                    <a:pt x="7475" y="1243"/>
                    <a:pt x="4442" y="3444"/>
                    <a:pt x="2515" y="6585"/>
                  </a:cubicBezTo>
                  <a:cubicBezTo>
                    <a:pt x="588" y="9725"/>
                    <a:pt x="1" y="13427"/>
                    <a:pt x="858" y="17010"/>
                  </a:cubicBezTo>
                  <a:cubicBezTo>
                    <a:pt x="1716" y="20593"/>
                    <a:pt x="3918" y="23627"/>
                    <a:pt x="7058" y="25553"/>
                  </a:cubicBezTo>
                  <a:cubicBezTo>
                    <a:pt x="9256" y="26902"/>
                    <a:pt x="11729" y="27595"/>
                    <a:pt x="14245" y="27595"/>
                  </a:cubicBezTo>
                  <a:cubicBezTo>
                    <a:pt x="15335" y="27594"/>
                    <a:pt x="16422" y="27465"/>
                    <a:pt x="17482" y="27209"/>
                  </a:cubicBezTo>
                  <a:cubicBezTo>
                    <a:pt x="21065" y="26353"/>
                    <a:pt x="24099" y="24150"/>
                    <a:pt x="26025" y="21011"/>
                  </a:cubicBezTo>
                  <a:cubicBezTo>
                    <a:pt x="27953" y="17870"/>
                    <a:pt x="28540" y="14167"/>
                    <a:pt x="27683" y="10585"/>
                  </a:cubicBezTo>
                  <a:cubicBezTo>
                    <a:pt x="26825" y="7002"/>
                    <a:pt x="24624" y="3969"/>
                    <a:pt x="21483" y="2042"/>
                  </a:cubicBezTo>
                  <a:cubicBezTo>
                    <a:pt x="19284" y="693"/>
                    <a:pt x="16810" y="1"/>
                    <a:pt x="14295"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7"/>
            <p:cNvSpPr/>
            <p:nvPr/>
          </p:nvSpPr>
          <p:spPr>
            <a:xfrm>
              <a:off x="5574875" y="3099450"/>
              <a:ext cx="352550" cy="456400"/>
            </a:xfrm>
            <a:custGeom>
              <a:rect b="b" l="l" r="r" t="t"/>
              <a:pathLst>
                <a:path extrusionOk="0" h="18256" w="14102">
                  <a:moveTo>
                    <a:pt x="12329" y="1"/>
                  </a:moveTo>
                  <a:cubicBezTo>
                    <a:pt x="12271" y="1"/>
                    <a:pt x="12212" y="6"/>
                    <a:pt x="12152" y="15"/>
                  </a:cubicBezTo>
                  <a:cubicBezTo>
                    <a:pt x="11904" y="56"/>
                    <a:pt x="11702" y="203"/>
                    <a:pt x="11545" y="460"/>
                  </a:cubicBezTo>
                  <a:lnTo>
                    <a:pt x="10100" y="2813"/>
                  </a:lnTo>
                  <a:lnTo>
                    <a:pt x="10100" y="2813"/>
                  </a:lnTo>
                  <a:cubicBezTo>
                    <a:pt x="9019" y="2227"/>
                    <a:pt x="7994" y="1934"/>
                    <a:pt x="7025" y="1934"/>
                  </a:cubicBezTo>
                  <a:cubicBezTo>
                    <a:pt x="7001" y="1934"/>
                    <a:pt x="6978" y="1935"/>
                    <a:pt x="6954" y="1935"/>
                  </a:cubicBezTo>
                  <a:cubicBezTo>
                    <a:pt x="5636" y="1956"/>
                    <a:pt x="4639" y="2516"/>
                    <a:pt x="3964" y="3615"/>
                  </a:cubicBezTo>
                  <a:cubicBezTo>
                    <a:pt x="3687" y="4067"/>
                    <a:pt x="3504" y="4497"/>
                    <a:pt x="3416" y="4904"/>
                  </a:cubicBezTo>
                  <a:cubicBezTo>
                    <a:pt x="3326" y="5311"/>
                    <a:pt x="3305" y="5687"/>
                    <a:pt x="3353" y="6032"/>
                  </a:cubicBezTo>
                  <a:cubicBezTo>
                    <a:pt x="3400" y="6377"/>
                    <a:pt x="3546" y="6756"/>
                    <a:pt x="3790" y="7170"/>
                  </a:cubicBezTo>
                  <a:cubicBezTo>
                    <a:pt x="4021" y="7567"/>
                    <a:pt x="4282" y="7946"/>
                    <a:pt x="4571" y="8303"/>
                  </a:cubicBezTo>
                  <a:cubicBezTo>
                    <a:pt x="4848" y="8646"/>
                    <a:pt x="5231" y="9079"/>
                    <a:pt x="5717" y="9605"/>
                  </a:cubicBezTo>
                  <a:lnTo>
                    <a:pt x="7019" y="10979"/>
                  </a:lnTo>
                  <a:cubicBezTo>
                    <a:pt x="7384" y="11348"/>
                    <a:pt x="7626" y="11697"/>
                    <a:pt x="7746" y="12025"/>
                  </a:cubicBezTo>
                  <a:cubicBezTo>
                    <a:pt x="7867" y="12353"/>
                    <a:pt x="7867" y="12615"/>
                    <a:pt x="7746" y="12810"/>
                  </a:cubicBezTo>
                  <a:cubicBezTo>
                    <a:pt x="7594" y="13059"/>
                    <a:pt x="7389" y="13215"/>
                    <a:pt x="7131" y="13280"/>
                  </a:cubicBezTo>
                  <a:cubicBezTo>
                    <a:pt x="7018" y="13309"/>
                    <a:pt x="6904" y="13323"/>
                    <a:pt x="6788" y="13323"/>
                  </a:cubicBezTo>
                  <a:cubicBezTo>
                    <a:pt x="6641" y="13323"/>
                    <a:pt x="6491" y="13300"/>
                    <a:pt x="6340" y="13253"/>
                  </a:cubicBezTo>
                  <a:cubicBezTo>
                    <a:pt x="6052" y="13163"/>
                    <a:pt x="5772" y="13051"/>
                    <a:pt x="5502" y="12918"/>
                  </a:cubicBezTo>
                  <a:cubicBezTo>
                    <a:pt x="5234" y="12791"/>
                    <a:pt x="4981" y="12633"/>
                    <a:pt x="4749" y="12448"/>
                  </a:cubicBezTo>
                  <a:cubicBezTo>
                    <a:pt x="4425" y="12231"/>
                    <a:pt x="4126" y="11979"/>
                    <a:pt x="3856" y="11698"/>
                  </a:cubicBezTo>
                  <a:cubicBezTo>
                    <a:pt x="3590" y="11422"/>
                    <a:pt x="3398" y="11192"/>
                    <a:pt x="3277" y="11009"/>
                  </a:cubicBezTo>
                  <a:cubicBezTo>
                    <a:pt x="3155" y="10826"/>
                    <a:pt x="3019" y="10602"/>
                    <a:pt x="2865" y="10336"/>
                  </a:cubicBezTo>
                  <a:cubicBezTo>
                    <a:pt x="2711" y="10070"/>
                    <a:pt x="2615" y="9910"/>
                    <a:pt x="2576" y="9855"/>
                  </a:cubicBezTo>
                  <a:cubicBezTo>
                    <a:pt x="2381" y="9549"/>
                    <a:pt x="2158" y="9335"/>
                    <a:pt x="1907" y="9212"/>
                  </a:cubicBezTo>
                  <a:cubicBezTo>
                    <a:pt x="1747" y="9134"/>
                    <a:pt x="1587" y="9095"/>
                    <a:pt x="1426" y="9095"/>
                  </a:cubicBezTo>
                  <a:cubicBezTo>
                    <a:pt x="1333" y="9095"/>
                    <a:pt x="1240" y="9108"/>
                    <a:pt x="1146" y="9134"/>
                  </a:cubicBezTo>
                  <a:cubicBezTo>
                    <a:pt x="897" y="9200"/>
                    <a:pt x="666" y="9322"/>
                    <a:pt x="469" y="9488"/>
                  </a:cubicBezTo>
                  <a:cubicBezTo>
                    <a:pt x="275" y="9654"/>
                    <a:pt x="142" y="9871"/>
                    <a:pt x="70" y="10138"/>
                  </a:cubicBezTo>
                  <a:cubicBezTo>
                    <a:pt x="0" y="10405"/>
                    <a:pt x="20" y="10677"/>
                    <a:pt x="130" y="10952"/>
                  </a:cubicBezTo>
                  <a:cubicBezTo>
                    <a:pt x="762" y="12400"/>
                    <a:pt x="1765" y="13630"/>
                    <a:pt x="3140" y="14642"/>
                  </a:cubicBezTo>
                  <a:lnTo>
                    <a:pt x="3140" y="14642"/>
                  </a:lnTo>
                  <a:lnTo>
                    <a:pt x="1792" y="16838"/>
                  </a:lnTo>
                  <a:cubicBezTo>
                    <a:pt x="1584" y="17177"/>
                    <a:pt x="1569" y="17492"/>
                    <a:pt x="1748" y="17784"/>
                  </a:cubicBezTo>
                  <a:cubicBezTo>
                    <a:pt x="1926" y="18075"/>
                    <a:pt x="2190" y="18232"/>
                    <a:pt x="2539" y="18254"/>
                  </a:cubicBezTo>
                  <a:cubicBezTo>
                    <a:pt x="2562" y="18255"/>
                    <a:pt x="2584" y="18256"/>
                    <a:pt x="2606" y="18256"/>
                  </a:cubicBezTo>
                  <a:cubicBezTo>
                    <a:pt x="2924" y="18256"/>
                    <a:pt x="3176" y="18104"/>
                    <a:pt x="3363" y="17802"/>
                  </a:cubicBezTo>
                  <a:lnTo>
                    <a:pt x="4705" y="15613"/>
                  </a:lnTo>
                  <a:lnTo>
                    <a:pt x="4705" y="15613"/>
                  </a:lnTo>
                  <a:cubicBezTo>
                    <a:pt x="5266" y="15893"/>
                    <a:pt x="5822" y="16093"/>
                    <a:pt x="6373" y="16213"/>
                  </a:cubicBezTo>
                  <a:cubicBezTo>
                    <a:pt x="6729" y="16290"/>
                    <a:pt x="7075" y="16328"/>
                    <a:pt x="7414" y="16328"/>
                  </a:cubicBezTo>
                  <a:cubicBezTo>
                    <a:pt x="7949" y="16328"/>
                    <a:pt x="8463" y="16232"/>
                    <a:pt x="8956" y="16039"/>
                  </a:cubicBezTo>
                  <a:cubicBezTo>
                    <a:pt x="9761" y="15723"/>
                    <a:pt x="10412" y="15144"/>
                    <a:pt x="10909" y="14299"/>
                  </a:cubicBezTo>
                  <a:cubicBezTo>
                    <a:pt x="11222" y="13774"/>
                    <a:pt x="11407" y="13269"/>
                    <a:pt x="11467" y="12782"/>
                  </a:cubicBezTo>
                  <a:cubicBezTo>
                    <a:pt x="11526" y="12296"/>
                    <a:pt x="11464" y="11814"/>
                    <a:pt x="11280" y="11337"/>
                  </a:cubicBezTo>
                  <a:cubicBezTo>
                    <a:pt x="11090" y="10852"/>
                    <a:pt x="10834" y="10395"/>
                    <a:pt x="10521" y="9978"/>
                  </a:cubicBezTo>
                  <a:cubicBezTo>
                    <a:pt x="10199" y="9547"/>
                    <a:pt x="9772" y="9055"/>
                    <a:pt x="9242" y="8501"/>
                  </a:cubicBezTo>
                  <a:lnTo>
                    <a:pt x="7930" y="7166"/>
                  </a:lnTo>
                  <a:cubicBezTo>
                    <a:pt x="7534" y="6779"/>
                    <a:pt x="7284" y="6450"/>
                    <a:pt x="7177" y="6177"/>
                  </a:cubicBezTo>
                  <a:cubicBezTo>
                    <a:pt x="7069" y="5903"/>
                    <a:pt x="7099" y="5631"/>
                    <a:pt x="7265" y="5360"/>
                  </a:cubicBezTo>
                  <a:cubicBezTo>
                    <a:pt x="7394" y="5149"/>
                    <a:pt x="7607" y="5044"/>
                    <a:pt x="7903" y="5044"/>
                  </a:cubicBezTo>
                  <a:cubicBezTo>
                    <a:pt x="7925" y="5044"/>
                    <a:pt x="7948" y="5045"/>
                    <a:pt x="7971" y="5046"/>
                  </a:cubicBezTo>
                  <a:cubicBezTo>
                    <a:pt x="8302" y="5063"/>
                    <a:pt x="8625" y="5159"/>
                    <a:pt x="8936" y="5335"/>
                  </a:cubicBezTo>
                  <a:cubicBezTo>
                    <a:pt x="9249" y="5511"/>
                    <a:pt x="9535" y="5689"/>
                    <a:pt x="9797" y="5872"/>
                  </a:cubicBezTo>
                  <a:cubicBezTo>
                    <a:pt x="10528" y="6440"/>
                    <a:pt x="11187" y="7093"/>
                    <a:pt x="11758" y="7821"/>
                  </a:cubicBezTo>
                  <a:cubicBezTo>
                    <a:pt x="11991" y="8099"/>
                    <a:pt x="12244" y="8285"/>
                    <a:pt x="12512" y="8377"/>
                  </a:cubicBezTo>
                  <a:cubicBezTo>
                    <a:pt x="12630" y="8418"/>
                    <a:pt x="12744" y="8438"/>
                    <a:pt x="12855" y="8438"/>
                  </a:cubicBezTo>
                  <a:cubicBezTo>
                    <a:pt x="12999" y="8438"/>
                    <a:pt x="13137" y="8404"/>
                    <a:pt x="13269" y="8336"/>
                  </a:cubicBezTo>
                  <a:cubicBezTo>
                    <a:pt x="13497" y="8221"/>
                    <a:pt x="13696" y="8056"/>
                    <a:pt x="13852" y="7854"/>
                  </a:cubicBezTo>
                  <a:cubicBezTo>
                    <a:pt x="14007" y="7653"/>
                    <a:pt x="14088" y="7399"/>
                    <a:pt x="14095" y="7092"/>
                  </a:cubicBezTo>
                  <a:cubicBezTo>
                    <a:pt x="14101" y="6786"/>
                    <a:pt x="14010" y="6492"/>
                    <a:pt x="13820" y="6209"/>
                  </a:cubicBezTo>
                  <a:cubicBezTo>
                    <a:pt x="13579" y="5843"/>
                    <a:pt x="13374" y="5551"/>
                    <a:pt x="13205" y="5334"/>
                  </a:cubicBezTo>
                  <a:cubicBezTo>
                    <a:pt x="13037" y="5118"/>
                    <a:pt x="12777" y="4836"/>
                    <a:pt x="12424" y="4490"/>
                  </a:cubicBezTo>
                  <a:cubicBezTo>
                    <a:pt x="12175" y="4248"/>
                    <a:pt x="11912" y="4020"/>
                    <a:pt x="11636" y="3809"/>
                  </a:cubicBezTo>
                  <a:lnTo>
                    <a:pt x="11636" y="3809"/>
                  </a:lnTo>
                  <a:lnTo>
                    <a:pt x="13104" y="1417"/>
                  </a:lnTo>
                  <a:cubicBezTo>
                    <a:pt x="13252" y="1174"/>
                    <a:pt x="13288" y="934"/>
                    <a:pt x="13214" y="691"/>
                  </a:cubicBezTo>
                  <a:cubicBezTo>
                    <a:pt x="13140" y="448"/>
                    <a:pt x="13006" y="266"/>
                    <a:pt x="12813" y="142"/>
                  </a:cubicBezTo>
                  <a:cubicBezTo>
                    <a:pt x="12667" y="47"/>
                    <a:pt x="12506" y="1"/>
                    <a:pt x="1232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7"/>
            <p:cNvSpPr/>
            <p:nvPr/>
          </p:nvSpPr>
          <p:spPr>
            <a:xfrm>
              <a:off x="5438375" y="3542850"/>
              <a:ext cx="15400" cy="65575"/>
            </a:xfrm>
            <a:custGeom>
              <a:rect b="b" l="l" r="r" t="t"/>
              <a:pathLst>
                <a:path extrusionOk="0" h="2623" w="616">
                  <a:moveTo>
                    <a:pt x="308" y="1"/>
                  </a:moveTo>
                  <a:cubicBezTo>
                    <a:pt x="138" y="1"/>
                    <a:pt x="1" y="140"/>
                    <a:pt x="5" y="311"/>
                  </a:cubicBezTo>
                  <a:lnTo>
                    <a:pt x="5" y="2320"/>
                  </a:lnTo>
                  <a:cubicBezTo>
                    <a:pt x="5" y="2487"/>
                    <a:pt x="142" y="2622"/>
                    <a:pt x="308" y="2622"/>
                  </a:cubicBezTo>
                  <a:cubicBezTo>
                    <a:pt x="475" y="2622"/>
                    <a:pt x="612" y="2487"/>
                    <a:pt x="610" y="2320"/>
                  </a:cubicBezTo>
                  <a:lnTo>
                    <a:pt x="610" y="311"/>
                  </a:lnTo>
                  <a:cubicBezTo>
                    <a:pt x="616" y="140"/>
                    <a:pt x="479" y="1"/>
                    <a:pt x="3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7"/>
            <p:cNvSpPr/>
            <p:nvPr/>
          </p:nvSpPr>
          <p:spPr>
            <a:xfrm>
              <a:off x="5473850" y="3593050"/>
              <a:ext cx="15350" cy="68525"/>
            </a:xfrm>
            <a:custGeom>
              <a:rect b="b" l="l" r="r" t="t"/>
              <a:pathLst>
                <a:path extrusionOk="0" h="2741" w="614">
                  <a:moveTo>
                    <a:pt x="306" y="1"/>
                  </a:moveTo>
                  <a:cubicBezTo>
                    <a:pt x="137" y="1"/>
                    <a:pt x="0" y="142"/>
                    <a:pt x="4" y="312"/>
                  </a:cubicBezTo>
                  <a:lnTo>
                    <a:pt x="4" y="2439"/>
                  </a:lnTo>
                  <a:cubicBezTo>
                    <a:pt x="4" y="2605"/>
                    <a:pt x="139" y="2741"/>
                    <a:pt x="306" y="2741"/>
                  </a:cubicBezTo>
                  <a:cubicBezTo>
                    <a:pt x="474" y="2741"/>
                    <a:pt x="610" y="2605"/>
                    <a:pt x="610" y="2439"/>
                  </a:cubicBezTo>
                  <a:lnTo>
                    <a:pt x="610" y="312"/>
                  </a:lnTo>
                  <a:cubicBezTo>
                    <a:pt x="613" y="142"/>
                    <a:pt x="477" y="1"/>
                    <a:pt x="3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7"/>
            <p:cNvSpPr/>
            <p:nvPr/>
          </p:nvSpPr>
          <p:spPr>
            <a:xfrm>
              <a:off x="5544725" y="3652150"/>
              <a:ext cx="15375" cy="65600"/>
            </a:xfrm>
            <a:custGeom>
              <a:rect b="b" l="l" r="r" t="t"/>
              <a:pathLst>
                <a:path extrusionOk="0" h="2624" w="615">
                  <a:moveTo>
                    <a:pt x="307" y="1"/>
                  </a:moveTo>
                  <a:cubicBezTo>
                    <a:pt x="137" y="1"/>
                    <a:pt x="0" y="141"/>
                    <a:pt x="4" y="310"/>
                  </a:cubicBezTo>
                  <a:lnTo>
                    <a:pt x="4" y="2320"/>
                  </a:lnTo>
                  <a:cubicBezTo>
                    <a:pt x="4" y="2487"/>
                    <a:pt x="141" y="2623"/>
                    <a:pt x="307" y="2623"/>
                  </a:cubicBezTo>
                  <a:cubicBezTo>
                    <a:pt x="474" y="2623"/>
                    <a:pt x="611" y="2487"/>
                    <a:pt x="611" y="2320"/>
                  </a:cubicBezTo>
                  <a:lnTo>
                    <a:pt x="611" y="310"/>
                  </a:lnTo>
                  <a:cubicBezTo>
                    <a:pt x="615" y="141"/>
                    <a:pt x="478" y="1"/>
                    <a:pt x="3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7"/>
            <p:cNvSpPr/>
            <p:nvPr/>
          </p:nvSpPr>
          <p:spPr>
            <a:xfrm>
              <a:off x="5645250" y="3702550"/>
              <a:ext cx="15175" cy="59500"/>
            </a:xfrm>
            <a:custGeom>
              <a:rect b="b" l="l" r="r" t="t"/>
              <a:pathLst>
                <a:path extrusionOk="0" h="2380" w="607">
                  <a:moveTo>
                    <a:pt x="304" y="0"/>
                  </a:moveTo>
                  <a:cubicBezTo>
                    <a:pt x="136" y="0"/>
                    <a:pt x="1" y="137"/>
                    <a:pt x="1" y="304"/>
                  </a:cubicBezTo>
                  <a:lnTo>
                    <a:pt x="1" y="2076"/>
                  </a:lnTo>
                  <a:cubicBezTo>
                    <a:pt x="1" y="2243"/>
                    <a:pt x="136" y="2380"/>
                    <a:pt x="304" y="2380"/>
                  </a:cubicBezTo>
                  <a:cubicBezTo>
                    <a:pt x="471" y="2380"/>
                    <a:pt x="606" y="2243"/>
                    <a:pt x="606" y="2076"/>
                  </a:cubicBezTo>
                  <a:lnTo>
                    <a:pt x="606" y="304"/>
                  </a:lnTo>
                  <a:cubicBezTo>
                    <a:pt x="606" y="137"/>
                    <a:pt x="471" y="0"/>
                    <a:pt x="3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7"/>
            <p:cNvSpPr/>
            <p:nvPr/>
          </p:nvSpPr>
          <p:spPr>
            <a:xfrm>
              <a:off x="5754450" y="3723050"/>
              <a:ext cx="15400" cy="36050"/>
            </a:xfrm>
            <a:custGeom>
              <a:rect b="b" l="l" r="r" t="t"/>
              <a:pathLst>
                <a:path extrusionOk="0" h="1442" w="616">
                  <a:moveTo>
                    <a:pt x="308" y="1"/>
                  </a:moveTo>
                  <a:cubicBezTo>
                    <a:pt x="137" y="1"/>
                    <a:pt x="0" y="140"/>
                    <a:pt x="6" y="311"/>
                  </a:cubicBezTo>
                  <a:lnTo>
                    <a:pt x="6" y="1138"/>
                  </a:lnTo>
                  <a:cubicBezTo>
                    <a:pt x="4" y="1306"/>
                    <a:pt x="141" y="1441"/>
                    <a:pt x="308" y="1441"/>
                  </a:cubicBezTo>
                  <a:cubicBezTo>
                    <a:pt x="476" y="1441"/>
                    <a:pt x="611" y="1304"/>
                    <a:pt x="611" y="1138"/>
                  </a:cubicBezTo>
                  <a:lnTo>
                    <a:pt x="611" y="311"/>
                  </a:lnTo>
                  <a:cubicBezTo>
                    <a:pt x="615" y="140"/>
                    <a:pt x="478" y="1"/>
                    <a:pt x="3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7"/>
            <p:cNvSpPr/>
            <p:nvPr/>
          </p:nvSpPr>
          <p:spPr>
            <a:xfrm>
              <a:off x="5970100" y="3681675"/>
              <a:ext cx="15375" cy="47850"/>
            </a:xfrm>
            <a:custGeom>
              <a:rect b="b" l="l" r="r" t="t"/>
              <a:pathLst>
                <a:path extrusionOk="0" h="1914" w="615">
                  <a:moveTo>
                    <a:pt x="307" y="1"/>
                  </a:moveTo>
                  <a:cubicBezTo>
                    <a:pt x="137" y="1"/>
                    <a:pt x="1" y="141"/>
                    <a:pt x="5" y="312"/>
                  </a:cubicBezTo>
                  <a:lnTo>
                    <a:pt x="5" y="1612"/>
                  </a:lnTo>
                  <a:cubicBezTo>
                    <a:pt x="5" y="1778"/>
                    <a:pt x="140" y="1914"/>
                    <a:pt x="308" y="1914"/>
                  </a:cubicBezTo>
                  <a:cubicBezTo>
                    <a:pt x="475" y="1914"/>
                    <a:pt x="610" y="1778"/>
                    <a:pt x="610" y="1612"/>
                  </a:cubicBezTo>
                  <a:lnTo>
                    <a:pt x="610" y="312"/>
                  </a:lnTo>
                  <a:cubicBezTo>
                    <a:pt x="614" y="141"/>
                    <a:pt x="477" y="1"/>
                    <a:pt x="30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7"/>
            <p:cNvSpPr/>
            <p:nvPr/>
          </p:nvSpPr>
          <p:spPr>
            <a:xfrm>
              <a:off x="6017475" y="3631825"/>
              <a:ext cx="15175" cy="65225"/>
            </a:xfrm>
            <a:custGeom>
              <a:rect b="b" l="l" r="r" t="t"/>
              <a:pathLst>
                <a:path extrusionOk="0" h="2609" w="607">
                  <a:moveTo>
                    <a:pt x="303" y="1"/>
                  </a:moveTo>
                  <a:cubicBezTo>
                    <a:pt x="139" y="1"/>
                    <a:pt x="4" y="132"/>
                    <a:pt x="0" y="297"/>
                  </a:cubicBezTo>
                  <a:lnTo>
                    <a:pt x="0" y="2306"/>
                  </a:lnTo>
                  <a:cubicBezTo>
                    <a:pt x="0" y="2473"/>
                    <a:pt x="136" y="2608"/>
                    <a:pt x="303" y="2608"/>
                  </a:cubicBezTo>
                  <a:cubicBezTo>
                    <a:pt x="471" y="2608"/>
                    <a:pt x="606" y="2473"/>
                    <a:pt x="606" y="2305"/>
                  </a:cubicBezTo>
                  <a:lnTo>
                    <a:pt x="606" y="297"/>
                  </a:lnTo>
                  <a:cubicBezTo>
                    <a:pt x="602" y="132"/>
                    <a:pt x="468" y="1"/>
                    <a:pt x="30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7"/>
            <p:cNvSpPr/>
            <p:nvPr/>
          </p:nvSpPr>
          <p:spPr>
            <a:xfrm>
              <a:off x="5377250" y="2910800"/>
              <a:ext cx="793500" cy="793500"/>
            </a:xfrm>
            <a:custGeom>
              <a:rect b="b" l="l" r="r" t="t"/>
              <a:pathLst>
                <a:path extrusionOk="0" h="31740" w="31740">
                  <a:moveTo>
                    <a:pt x="15870" y="0"/>
                  </a:moveTo>
                  <a:cubicBezTo>
                    <a:pt x="11661" y="0"/>
                    <a:pt x="7625" y="1673"/>
                    <a:pt x="4649" y="4648"/>
                  </a:cubicBezTo>
                  <a:cubicBezTo>
                    <a:pt x="1672" y="7625"/>
                    <a:pt x="0" y="11661"/>
                    <a:pt x="0" y="15870"/>
                  </a:cubicBezTo>
                  <a:cubicBezTo>
                    <a:pt x="0" y="20079"/>
                    <a:pt x="1672" y="24116"/>
                    <a:pt x="4649" y="27092"/>
                  </a:cubicBezTo>
                  <a:cubicBezTo>
                    <a:pt x="7625" y="30067"/>
                    <a:pt x="11661" y="31739"/>
                    <a:pt x="15870" y="31739"/>
                  </a:cubicBezTo>
                  <a:cubicBezTo>
                    <a:pt x="20079" y="31739"/>
                    <a:pt x="24116" y="30067"/>
                    <a:pt x="27091" y="27092"/>
                  </a:cubicBezTo>
                  <a:cubicBezTo>
                    <a:pt x="30067" y="24116"/>
                    <a:pt x="31739" y="20079"/>
                    <a:pt x="31739" y="15870"/>
                  </a:cubicBezTo>
                  <a:cubicBezTo>
                    <a:pt x="31739" y="11661"/>
                    <a:pt x="30067" y="7625"/>
                    <a:pt x="27091" y="4648"/>
                  </a:cubicBezTo>
                  <a:cubicBezTo>
                    <a:pt x="24116" y="1673"/>
                    <a:pt x="20079" y="0"/>
                    <a:pt x="158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7"/>
            <p:cNvSpPr/>
            <p:nvPr/>
          </p:nvSpPr>
          <p:spPr>
            <a:xfrm>
              <a:off x="5355650" y="2903300"/>
              <a:ext cx="879600" cy="808725"/>
            </a:xfrm>
            <a:custGeom>
              <a:rect b="b" l="l" r="r" t="t"/>
              <a:pathLst>
                <a:path extrusionOk="0" h="32349" w="35184">
                  <a:moveTo>
                    <a:pt x="16767" y="608"/>
                  </a:moveTo>
                  <a:cubicBezTo>
                    <a:pt x="19629" y="608"/>
                    <a:pt x="22437" y="1402"/>
                    <a:pt x="24876" y="2902"/>
                  </a:cubicBezTo>
                  <a:cubicBezTo>
                    <a:pt x="32192" y="7391"/>
                    <a:pt x="34492" y="16996"/>
                    <a:pt x="30003" y="24310"/>
                  </a:cubicBezTo>
                  <a:cubicBezTo>
                    <a:pt x="27829" y="27855"/>
                    <a:pt x="24405" y="30341"/>
                    <a:pt x="20361" y="31309"/>
                  </a:cubicBezTo>
                  <a:cubicBezTo>
                    <a:pt x="19147" y="31600"/>
                    <a:pt x="17922" y="31743"/>
                    <a:pt x="16705" y="31743"/>
                  </a:cubicBezTo>
                  <a:cubicBezTo>
                    <a:pt x="13867" y="31743"/>
                    <a:pt x="11076" y="30961"/>
                    <a:pt x="8595" y="29439"/>
                  </a:cubicBezTo>
                  <a:cubicBezTo>
                    <a:pt x="5050" y="27264"/>
                    <a:pt x="2565" y="23840"/>
                    <a:pt x="1596" y="19797"/>
                  </a:cubicBezTo>
                  <a:cubicBezTo>
                    <a:pt x="627" y="15753"/>
                    <a:pt x="1293" y="11574"/>
                    <a:pt x="3466" y="8031"/>
                  </a:cubicBezTo>
                  <a:cubicBezTo>
                    <a:pt x="6402" y="3246"/>
                    <a:pt x="11522" y="608"/>
                    <a:pt x="16760" y="608"/>
                  </a:cubicBezTo>
                  <a:cubicBezTo>
                    <a:pt x="16762" y="608"/>
                    <a:pt x="16764" y="608"/>
                    <a:pt x="16767" y="608"/>
                  </a:cubicBezTo>
                  <a:close/>
                  <a:moveTo>
                    <a:pt x="16761" y="1"/>
                  </a:moveTo>
                  <a:cubicBezTo>
                    <a:pt x="11319" y="1"/>
                    <a:pt x="5999" y="2743"/>
                    <a:pt x="2951" y="7712"/>
                  </a:cubicBezTo>
                  <a:cubicBezTo>
                    <a:pt x="691" y="11395"/>
                    <a:pt x="1" y="15736"/>
                    <a:pt x="1008" y="19937"/>
                  </a:cubicBezTo>
                  <a:cubicBezTo>
                    <a:pt x="2013" y="24139"/>
                    <a:pt x="4595" y="27696"/>
                    <a:pt x="8277" y="29955"/>
                  </a:cubicBezTo>
                  <a:cubicBezTo>
                    <a:pt x="10855" y="31537"/>
                    <a:pt x="13755" y="32348"/>
                    <a:pt x="16705" y="32348"/>
                  </a:cubicBezTo>
                  <a:cubicBezTo>
                    <a:pt x="17984" y="32347"/>
                    <a:pt x="19259" y="32196"/>
                    <a:pt x="20501" y="31898"/>
                  </a:cubicBezTo>
                  <a:cubicBezTo>
                    <a:pt x="24704" y="30891"/>
                    <a:pt x="28260" y="28308"/>
                    <a:pt x="30520" y="24627"/>
                  </a:cubicBezTo>
                  <a:cubicBezTo>
                    <a:pt x="35183" y="17026"/>
                    <a:pt x="32792" y="7049"/>
                    <a:pt x="25192" y="2385"/>
                  </a:cubicBezTo>
                  <a:cubicBezTo>
                    <a:pt x="22560" y="770"/>
                    <a:pt x="19644" y="1"/>
                    <a:pt x="1676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7"/>
            <p:cNvSpPr/>
            <p:nvPr/>
          </p:nvSpPr>
          <p:spPr>
            <a:xfrm>
              <a:off x="5377250" y="2857725"/>
              <a:ext cx="793500" cy="793500"/>
            </a:xfrm>
            <a:custGeom>
              <a:rect b="b" l="l" r="r" t="t"/>
              <a:pathLst>
                <a:path extrusionOk="0" h="31740" w="31740">
                  <a:moveTo>
                    <a:pt x="15870" y="1"/>
                  </a:moveTo>
                  <a:cubicBezTo>
                    <a:pt x="11661" y="1"/>
                    <a:pt x="7625" y="1673"/>
                    <a:pt x="4649" y="4649"/>
                  </a:cubicBezTo>
                  <a:cubicBezTo>
                    <a:pt x="1672" y="7624"/>
                    <a:pt x="0" y="11661"/>
                    <a:pt x="0" y="15870"/>
                  </a:cubicBezTo>
                  <a:cubicBezTo>
                    <a:pt x="0" y="20079"/>
                    <a:pt x="1672" y="24115"/>
                    <a:pt x="4649" y="27092"/>
                  </a:cubicBezTo>
                  <a:cubicBezTo>
                    <a:pt x="7625" y="30068"/>
                    <a:pt x="11661" y="31740"/>
                    <a:pt x="15870" y="31740"/>
                  </a:cubicBezTo>
                  <a:cubicBezTo>
                    <a:pt x="20079" y="31740"/>
                    <a:pt x="24116" y="30068"/>
                    <a:pt x="27091" y="27092"/>
                  </a:cubicBezTo>
                  <a:cubicBezTo>
                    <a:pt x="30068" y="24115"/>
                    <a:pt x="31739" y="20079"/>
                    <a:pt x="31739" y="15870"/>
                  </a:cubicBezTo>
                  <a:cubicBezTo>
                    <a:pt x="31739" y="11661"/>
                    <a:pt x="30068" y="7624"/>
                    <a:pt x="27091" y="4649"/>
                  </a:cubicBezTo>
                  <a:cubicBezTo>
                    <a:pt x="24116" y="1673"/>
                    <a:pt x="20079" y="1"/>
                    <a:pt x="15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7"/>
            <p:cNvSpPr/>
            <p:nvPr/>
          </p:nvSpPr>
          <p:spPr>
            <a:xfrm>
              <a:off x="5355650" y="2850000"/>
              <a:ext cx="836700" cy="808725"/>
            </a:xfrm>
            <a:custGeom>
              <a:rect b="b" l="l" r="r" t="t"/>
              <a:pathLst>
                <a:path extrusionOk="0" h="32349" w="33468">
                  <a:moveTo>
                    <a:pt x="16762" y="607"/>
                  </a:moveTo>
                  <a:cubicBezTo>
                    <a:pt x="19601" y="607"/>
                    <a:pt x="22393" y="1389"/>
                    <a:pt x="24874" y="2912"/>
                  </a:cubicBezTo>
                  <a:cubicBezTo>
                    <a:pt x="28418" y="5087"/>
                    <a:pt x="30904" y="8510"/>
                    <a:pt x="31873" y="12555"/>
                  </a:cubicBezTo>
                  <a:cubicBezTo>
                    <a:pt x="32840" y="16599"/>
                    <a:pt x="32176" y="20778"/>
                    <a:pt x="30003" y="24321"/>
                  </a:cubicBezTo>
                  <a:cubicBezTo>
                    <a:pt x="27067" y="29104"/>
                    <a:pt x="21946" y="31742"/>
                    <a:pt x="16708" y="31742"/>
                  </a:cubicBezTo>
                  <a:cubicBezTo>
                    <a:pt x="13933" y="31742"/>
                    <a:pt x="11126" y="31002"/>
                    <a:pt x="8593" y="29448"/>
                  </a:cubicBezTo>
                  <a:cubicBezTo>
                    <a:pt x="5048" y="27275"/>
                    <a:pt x="2564" y="23850"/>
                    <a:pt x="1595" y="19806"/>
                  </a:cubicBezTo>
                  <a:cubicBezTo>
                    <a:pt x="627" y="15763"/>
                    <a:pt x="1291" y="11585"/>
                    <a:pt x="3465" y="8040"/>
                  </a:cubicBezTo>
                  <a:cubicBezTo>
                    <a:pt x="5640" y="4495"/>
                    <a:pt x="9065" y="2011"/>
                    <a:pt x="13108" y="1042"/>
                  </a:cubicBezTo>
                  <a:cubicBezTo>
                    <a:pt x="14305" y="754"/>
                    <a:pt x="15532" y="608"/>
                    <a:pt x="16762" y="607"/>
                  </a:cubicBezTo>
                  <a:close/>
                  <a:moveTo>
                    <a:pt x="16765" y="0"/>
                  </a:moveTo>
                  <a:cubicBezTo>
                    <a:pt x="15501" y="0"/>
                    <a:pt x="14228" y="150"/>
                    <a:pt x="12968" y="452"/>
                  </a:cubicBezTo>
                  <a:cubicBezTo>
                    <a:pt x="8766" y="1457"/>
                    <a:pt x="5209" y="4038"/>
                    <a:pt x="2951" y="7721"/>
                  </a:cubicBezTo>
                  <a:cubicBezTo>
                    <a:pt x="691" y="11404"/>
                    <a:pt x="1" y="15746"/>
                    <a:pt x="1006" y="19947"/>
                  </a:cubicBezTo>
                  <a:cubicBezTo>
                    <a:pt x="2013" y="24147"/>
                    <a:pt x="4595" y="27706"/>
                    <a:pt x="8277" y="29964"/>
                  </a:cubicBezTo>
                  <a:cubicBezTo>
                    <a:pt x="10810" y="31523"/>
                    <a:pt x="13726" y="32348"/>
                    <a:pt x="16701" y="32348"/>
                  </a:cubicBezTo>
                  <a:cubicBezTo>
                    <a:pt x="16703" y="32348"/>
                    <a:pt x="16705" y="32348"/>
                    <a:pt x="16708" y="32348"/>
                  </a:cubicBezTo>
                  <a:cubicBezTo>
                    <a:pt x="22150" y="32348"/>
                    <a:pt x="27471" y="29606"/>
                    <a:pt x="30520" y="24636"/>
                  </a:cubicBezTo>
                  <a:cubicBezTo>
                    <a:pt x="32779" y="20953"/>
                    <a:pt x="33468" y="16612"/>
                    <a:pt x="32463" y="12412"/>
                  </a:cubicBezTo>
                  <a:cubicBezTo>
                    <a:pt x="31456" y="8211"/>
                    <a:pt x="28875" y="4654"/>
                    <a:pt x="25192" y="2395"/>
                  </a:cubicBezTo>
                  <a:cubicBezTo>
                    <a:pt x="22614" y="813"/>
                    <a:pt x="19714" y="0"/>
                    <a:pt x="1676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7"/>
            <p:cNvSpPr/>
            <p:nvPr/>
          </p:nvSpPr>
          <p:spPr>
            <a:xfrm>
              <a:off x="5436750" y="2917250"/>
              <a:ext cx="674500" cy="674475"/>
            </a:xfrm>
            <a:custGeom>
              <a:rect b="b" l="l" r="r" t="t"/>
              <a:pathLst>
                <a:path extrusionOk="0" h="26979" w="26980">
                  <a:moveTo>
                    <a:pt x="13490" y="0"/>
                  </a:moveTo>
                  <a:cubicBezTo>
                    <a:pt x="9912" y="0"/>
                    <a:pt x="6482" y="1421"/>
                    <a:pt x="3952" y="3951"/>
                  </a:cubicBezTo>
                  <a:cubicBezTo>
                    <a:pt x="1423" y="6480"/>
                    <a:pt x="1" y="9912"/>
                    <a:pt x="1" y="13489"/>
                  </a:cubicBezTo>
                  <a:cubicBezTo>
                    <a:pt x="1" y="17067"/>
                    <a:pt x="1423" y="20498"/>
                    <a:pt x="3952" y="23027"/>
                  </a:cubicBezTo>
                  <a:cubicBezTo>
                    <a:pt x="6482" y="25557"/>
                    <a:pt x="9912" y="26978"/>
                    <a:pt x="13490" y="26978"/>
                  </a:cubicBezTo>
                  <a:cubicBezTo>
                    <a:pt x="17068" y="26978"/>
                    <a:pt x="20499" y="25557"/>
                    <a:pt x="23029" y="23027"/>
                  </a:cubicBezTo>
                  <a:cubicBezTo>
                    <a:pt x="25558" y="20498"/>
                    <a:pt x="26980" y="17067"/>
                    <a:pt x="26980" y="13489"/>
                  </a:cubicBezTo>
                  <a:cubicBezTo>
                    <a:pt x="26980" y="9912"/>
                    <a:pt x="25558" y="6480"/>
                    <a:pt x="23029" y="3951"/>
                  </a:cubicBezTo>
                  <a:cubicBezTo>
                    <a:pt x="20499" y="1421"/>
                    <a:pt x="17068" y="0"/>
                    <a:pt x="1349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27"/>
            <p:cNvSpPr/>
            <p:nvPr/>
          </p:nvSpPr>
          <p:spPr>
            <a:xfrm>
              <a:off x="5380675" y="2909550"/>
              <a:ext cx="769400" cy="689875"/>
            </a:xfrm>
            <a:custGeom>
              <a:rect b="b" l="l" r="r" t="t"/>
              <a:pathLst>
                <a:path extrusionOk="0" h="27595" w="30776">
                  <a:moveTo>
                    <a:pt x="15759" y="605"/>
                  </a:moveTo>
                  <a:cubicBezTo>
                    <a:pt x="18163" y="605"/>
                    <a:pt x="20528" y="1268"/>
                    <a:pt x="22630" y="2557"/>
                  </a:cubicBezTo>
                  <a:cubicBezTo>
                    <a:pt x="28827" y="6360"/>
                    <a:pt x="30775" y="14495"/>
                    <a:pt x="26973" y="20693"/>
                  </a:cubicBezTo>
                  <a:cubicBezTo>
                    <a:pt x="25131" y="23695"/>
                    <a:pt x="22230" y="25800"/>
                    <a:pt x="18805" y="26621"/>
                  </a:cubicBezTo>
                  <a:cubicBezTo>
                    <a:pt x="17777" y="26867"/>
                    <a:pt x="16739" y="26989"/>
                    <a:pt x="15709" y="26989"/>
                  </a:cubicBezTo>
                  <a:cubicBezTo>
                    <a:pt x="13304" y="26989"/>
                    <a:pt x="10939" y="26326"/>
                    <a:pt x="8837" y="25037"/>
                  </a:cubicBezTo>
                  <a:cubicBezTo>
                    <a:pt x="2640" y="21235"/>
                    <a:pt x="692" y="13098"/>
                    <a:pt x="4494" y="6902"/>
                  </a:cubicBezTo>
                  <a:cubicBezTo>
                    <a:pt x="6336" y="3899"/>
                    <a:pt x="9236" y="1794"/>
                    <a:pt x="12662" y="974"/>
                  </a:cubicBezTo>
                  <a:cubicBezTo>
                    <a:pt x="13676" y="729"/>
                    <a:pt x="14716" y="607"/>
                    <a:pt x="15759" y="605"/>
                  </a:cubicBezTo>
                  <a:close/>
                  <a:moveTo>
                    <a:pt x="15758" y="0"/>
                  </a:moveTo>
                  <a:cubicBezTo>
                    <a:pt x="14680" y="0"/>
                    <a:pt x="13595" y="128"/>
                    <a:pt x="12520" y="385"/>
                  </a:cubicBezTo>
                  <a:cubicBezTo>
                    <a:pt x="8939" y="1243"/>
                    <a:pt x="5905" y="3446"/>
                    <a:pt x="3978" y="6585"/>
                  </a:cubicBezTo>
                  <a:cubicBezTo>
                    <a:pt x="0" y="13068"/>
                    <a:pt x="2039" y="21576"/>
                    <a:pt x="8521" y="25553"/>
                  </a:cubicBezTo>
                  <a:cubicBezTo>
                    <a:pt x="10719" y="26902"/>
                    <a:pt x="13192" y="27595"/>
                    <a:pt x="15708" y="27595"/>
                  </a:cubicBezTo>
                  <a:cubicBezTo>
                    <a:pt x="16798" y="27595"/>
                    <a:pt x="17885" y="27465"/>
                    <a:pt x="18945" y="27211"/>
                  </a:cubicBezTo>
                  <a:cubicBezTo>
                    <a:pt x="22528" y="26352"/>
                    <a:pt x="25562" y="24150"/>
                    <a:pt x="27488" y="21011"/>
                  </a:cubicBezTo>
                  <a:cubicBezTo>
                    <a:pt x="29416" y="17871"/>
                    <a:pt x="30003" y="14168"/>
                    <a:pt x="29146" y="10586"/>
                  </a:cubicBezTo>
                  <a:cubicBezTo>
                    <a:pt x="28288" y="7002"/>
                    <a:pt x="26087" y="3969"/>
                    <a:pt x="22946" y="2042"/>
                  </a:cubicBezTo>
                  <a:cubicBezTo>
                    <a:pt x="20747" y="693"/>
                    <a:pt x="18273" y="0"/>
                    <a:pt x="1575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27"/>
            <p:cNvSpPr/>
            <p:nvPr/>
          </p:nvSpPr>
          <p:spPr>
            <a:xfrm>
              <a:off x="5574875" y="3025450"/>
              <a:ext cx="352550" cy="456400"/>
            </a:xfrm>
            <a:custGeom>
              <a:rect b="b" l="l" r="r" t="t"/>
              <a:pathLst>
                <a:path extrusionOk="0" h="18256" w="14102">
                  <a:moveTo>
                    <a:pt x="12329" y="1"/>
                  </a:moveTo>
                  <a:cubicBezTo>
                    <a:pt x="12272" y="1"/>
                    <a:pt x="12212" y="5"/>
                    <a:pt x="12152" y="15"/>
                  </a:cubicBezTo>
                  <a:cubicBezTo>
                    <a:pt x="11904" y="54"/>
                    <a:pt x="11702" y="203"/>
                    <a:pt x="11545" y="459"/>
                  </a:cubicBezTo>
                  <a:lnTo>
                    <a:pt x="10101" y="2812"/>
                  </a:lnTo>
                  <a:lnTo>
                    <a:pt x="10101" y="2812"/>
                  </a:lnTo>
                  <a:cubicBezTo>
                    <a:pt x="9021" y="2227"/>
                    <a:pt x="7997" y="1934"/>
                    <a:pt x="7030" y="1934"/>
                  </a:cubicBezTo>
                  <a:cubicBezTo>
                    <a:pt x="7004" y="1934"/>
                    <a:pt x="6979" y="1935"/>
                    <a:pt x="6954" y="1935"/>
                  </a:cubicBezTo>
                  <a:cubicBezTo>
                    <a:pt x="5636" y="1954"/>
                    <a:pt x="4639" y="2514"/>
                    <a:pt x="3964" y="3615"/>
                  </a:cubicBezTo>
                  <a:cubicBezTo>
                    <a:pt x="3687" y="4067"/>
                    <a:pt x="3504" y="4495"/>
                    <a:pt x="3416" y="4903"/>
                  </a:cubicBezTo>
                  <a:cubicBezTo>
                    <a:pt x="3326" y="5309"/>
                    <a:pt x="3305" y="5686"/>
                    <a:pt x="3353" y="6031"/>
                  </a:cubicBezTo>
                  <a:cubicBezTo>
                    <a:pt x="3400" y="6376"/>
                    <a:pt x="3546" y="6756"/>
                    <a:pt x="3790" y="7170"/>
                  </a:cubicBezTo>
                  <a:cubicBezTo>
                    <a:pt x="4021" y="7566"/>
                    <a:pt x="4282" y="7945"/>
                    <a:pt x="4571" y="8303"/>
                  </a:cubicBezTo>
                  <a:cubicBezTo>
                    <a:pt x="4848" y="8644"/>
                    <a:pt x="5231" y="9079"/>
                    <a:pt x="5717" y="9605"/>
                  </a:cubicBezTo>
                  <a:lnTo>
                    <a:pt x="7019" y="10979"/>
                  </a:lnTo>
                  <a:cubicBezTo>
                    <a:pt x="7384" y="11348"/>
                    <a:pt x="7626" y="11695"/>
                    <a:pt x="7746" y="12024"/>
                  </a:cubicBezTo>
                  <a:cubicBezTo>
                    <a:pt x="7867" y="12353"/>
                    <a:pt x="7867" y="12615"/>
                    <a:pt x="7746" y="12810"/>
                  </a:cubicBezTo>
                  <a:cubicBezTo>
                    <a:pt x="7594" y="13058"/>
                    <a:pt x="7389" y="13215"/>
                    <a:pt x="7131" y="13280"/>
                  </a:cubicBezTo>
                  <a:cubicBezTo>
                    <a:pt x="7018" y="13308"/>
                    <a:pt x="6903" y="13323"/>
                    <a:pt x="6787" y="13323"/>
                  </a:cubicBezTo>
                  <a:cubicBezTo>
                    <a:pt x="6640" y="13323"/>
                    <a:pt x="6490" y="13300"/>
                    <a:pt x="6340" y="13253"/>
                  </a:cubicBezTo>
                  <a:cubicBezTo>
                    <a:pt x="6052" y="13163"/>
                    <a:pt x="5772" y="13051"/>
                    <a:pt x="5502" y="12918"/>
                  </a:cubicBezTo>
                  <a:cubicBezTo>
                    <a:pt x="5235" y="12791"/>
                    <a:pt x="4981" y="12633"/>
                    <a:pt x="4749" y="12448"/>
                  </a:cubicBezTo>
                  <a:cubicBezTo>
                    <a:pt x="4425" y="12231"/>
                    <a:pt x="4126" y="11979"/>
                    <a:pt x="3856" y="11698"/>
                  </a:cubicBezTo>
                  <a:cubicBezTo>
                    <a:pt x="3590" y="11421"/>
                    <a:pt x="3398" y="11192"/>
                    <a:pt x="3277" y="11008"/>
                  </a:cubicBezTo>
                  <a:cubicBezTo>
                    <a:pt x="3155" y="10826"/>
                    <a:pt x="3019" y="10602"/>
                    <a:pt x="2865" y="10336"/>
                  </a:cubicBezTo>
                  <a:cubicBezTo>
                    <a:pt x="2711" y="10070"/>
                    <a:pt x="2615" y="9910"/>
                    <a:pt x="2576" y="9855"/>
                  </a:cubicBezTo>
                  <a:cubicBezTo>
                    <a:pt x="2381" y="9549"/>
                    <a:pt x="2158" y="9334"/>
                    <a:pt x="1907" y="9211"/>
                  </a:cubicBezTo>
                  <a:cubicBezTo>
                    <a:pt x="1748" y="9133"/>
                    <a:pt x="1588" y="9094"/>
                    <a:pt x="1427" y="9094"/>
                  </a:cubicBezTo>
                  <a:cubicBezTo>
                    <a:pt x="1334" y="9094"/>
                    <a:pt x="1240" y="9108"/>
                    <a:pt x="1146" y="9134"/>
                  </a:cubicBezTo>
                  <a:cubicBezTo>
                    <a:pt x="897" y="9200"/>
                    <a:pt x="666" y="9321"/>
                    <a:pt x="469" y="9488"/>
                  </a:cubicBezTo>
                  <a:cubicBezTo>
                    <a:pt x="275" y="9654"/>
                    <a:pt x="142" y="9870"/>
                    <a:pt x="70" y="10138"/>
                  </a:cubicBezTo>
                  <a:cubicBezTo>
                    <a:pt x="0" y="10405"/>
                    <a:pt x="20" y="10676"/>
                    <a:pt x="130" y="10952"/>
                  </a:cubicBezTo>
                  <a:cubicBezTo>
                    <a:pt x="762" y="12399"/>
                    <a:pt x="1765" y="13630"/>
                    <a:pt x="3140" y="14641"/>
                  </a:cubicBezTo>
                  <a:lnTo>
                    <a:pt x="3140" y="14641"/>
                  </a:lnTo>
                  <a:lnTo>
                    <a:pt x="1792" y="16838"/>
                  </a:lnTo>
                  <a:cubicBezTo>
                    <a:pt x="1584" y="17177"/>
                    <a:pt x="1569" y="17492"/>
                    <a:pt x="1748" y="17784"/>
                  </a:cubicBezTo>
                  <a:cubicBezTo>
                    <a:pt x="1926" y="18074"/>
                    <a:pt x="2190" y="18232"/>
                    <a:pt x="2539" y="18254"/>
                  </a:cubicBezTo>
                  <a:cubicBezTo>
                    <a:pt x="2562" y="18255"/>
                    <a:pt x="2584" y="18256"/>
                    <a:pt x="2606" y="18256"/>
                  </a:cubicBezTo>
                  <a:cubicBezTo>
                    <a:pt x="2924" y="18256"/>
                    <a:pt x="3176" y="18104"/>
                    <a:pt x="3363" y="17802"/>
                  </a:cubicBezTo>
                  <a:lnTo>
                    <a:pt x="4705" y="15613"/>
                  </a:lnTo>
                  <a:lnTo>
                    <a:pt x="4705" y="15613"/>
                  </a:lnTo>
                  <a:cubicBezTo>
                    <a:pt x="5266" y="15893"/>
                    <a:pt x="5822" y="16093"/>
                    <a:pt x="6373" y="16213"/>
                  </a:cubicBezTo>
                  <a:cubicBezTo>
                    <a:pt x="6728" y="16289"/>
                    <a:pt x="7073" y="16328"/>
                    <a:pt x="7410" y="16328"/>
                  </a:cubicBezTo>
                  <a:cubicBezTo>
                    <a:pt x="7947" y="16328"/>
                    <a:pt x="8462" y="16231"/>
                    <a:pt x="8956" y="16037"/>
                  </a:cubicBezTo>
                  <a:cubicBezTo>
                    <a:pt x="9761" y="15723"/>
                    <a:pt x="10412" y="15143"/>
                    <a:pt x="10909" y="14297"/>
                  </a:cubicBezTo>
                  <a:cubicBezTo>
                    <a:pt x="11222" y="13774"/>
                    <a:pt x="11407" y="13267"/>
                    <a:pt x="11467" y="12782"/>
                  </a:cubicBezTo>
                  <a:cubicBezTo>
                    <a:pt x="11526" y="12295"/>
                    <a:pt x="11464" y="11813"/>
                    <a:pt x="11280" y="11337"/>
                  </a:cubicBezTo>
                  <a:cubicBezTo>
                    <a:pt x="11090" y="10850"/>
                    <a:pt x="10835" y="10393"/>
                    <a:pt x="10521" y="9976"/>
                  </a:cubicBezTo>
                  <a:cubicBezTo>
                    <a:pt x="10199" y="9545"/>
                    <a:pt x="9772" y="9053"/>
                    <a:pt x="9242" y="8500"/>
                  </a:cubicBezTo>
                  <a:lnTo>
                    <a:pt x="7930" y="7166"/>
                  </a:lnTo>
                  <a:cubicBezTo>
                    <a:pt x="7534" y="6778"/>
                    <a:pt x="7284" y="6449"/>
                    <a:pt x="7177" y="6175"/>
                  </a:cubicBezTo>
                  <a:cubicBezTo>
                    <a:pt x="7069" y="5903"/>
                    <a:pt x="7099" y="5631"/>
                    <a:pt x="7265" y="5359"/>
                  </a:cubicBezTo>
                  <a:cubicBezTo>
                    <a:pt x="7394" y="5149"/>
                    <a:pt x="7607" y="5043"/>
                    <a:pt x="7904" y="5043"/>
                  </a:cubicBezTo>
                  <a:cubicBezTo>
                    <a:pt x="7926" y="5043"/>
                    <a:pt x="7948" y="5044"/>
                    <a:pt x="7971" y="5045"/>
                  </a:cubicBezTo>
                  <a:cubicBezTo>
                    <a:pt x="8302" y="5062"/>
                    <a:pt x="8625" y="5158"/>
                    <a:pt x="8936" y="5334"/>
                  </a:cubicBezTo>
                  <a:cubicBezTo>
                    <a:pt x="9249" y="5511"/>
                    <a:pt x="9535" y="5689"/>
                    <a:pt x="9797" y="5870"/>
                  </a:cubicBezTo>
                  <a:cubicBezTo>
                    <a:pt x="10528" y="6438"/>
                    <a:pt x="11187" y="7093"/>
                    <a:pt x="11758" y="7820"/>
                  </a:cubicBezTo>
                  <a:cubicBezTo>
                    <a:pt x="11991" y="8099"/>
                    <a:pt x="12244" y="8284"/>
                    <a:pt x="12512" y="8376"/>
                  </a:cubicBezTo>
                  <a:cubicBezTo>
                    <a:pt x="12630" y="8417"/>
                    <a:pt x="12744" y="8437"/>
                    <a:pt x="12854" y="8437"/>
                  </a:cubicBezTo>
                  <a:cubicBezTo>
                    <a:pt x="12998" y="8437"/>
                    <a:pt x="13136" y="8403"/>
                    <a:pt x="13269" y="8334"/>
                  </a:cubicBezTo>
                  <a:cubicBezTo>
                    <a:pt x="13497" y="8220"/>
                    <a:pt x="13696" y="8056"/>
                    <a:pt x="13852" y="7852"/>
                  </a:cubicBezTo>
                  <a:cubicBezTo>
                    <a:pt x="14007" y="7652"/>
                    <a:pt x="14088" y="7398"/>
                    <a:pt x="14095" y="7092"/>
                  </a:cubicBezTo>
                  <a:cubicBezTo>
                    <a:pt x="14101" y="6785"/>
                    <a:pt x="14010" y="6490"/>
                    <a:pt x="13820" y="6208"/>
                  </a:cubicBezTo>
                  <a:cubicBezTo>
                    <a:pt x="13579" y="5842"/>
                    <a:pt x="13374" y="5550"/>
                    <a:pt x="13205" y="5334"/>
                  </a:cubicBezTo>
                  <a:cubicBezTo>
                    <a:pt x="13037" y="5116"/>
                    <a:pt x="12777" y="4835"/>
                    <a:pt x="12424" y="4489"/>
                  </a:cubicBezTo>
                  <a:cubicBezTo>
                    <a:pt x="12175" y="4247"/>
                    <a:pt x="11912" y="4019"/>
                    <a:pt x="11636" y="3808"/>
                  </a:cubicBezTo>
                  <a:lnTo>
                    <a:pt x="11636" y="3808"/>
                  </a:lnTo>
                  <a:lnTo>
                    <a:pt x="13104" y="1415"/>
                  </a:lnTo>
                  <a:cubicBezTo>
                    <a:pt x="13252" y="1174"/>
                    <a:pt x="13288" y="932"/>
                    <a:pt x="13214" y="690"/>
                  </a:cubicBezTo>
                  <a:cubicBezTo>
                    <a:pt x="13140" y="448"/>
                    <a:pt x="13006" y="264"/>
                    <a:pt x="12813" y="140"/>
                  </a:cubicBezTo>
                  <a:cubicBezTo>
                    <a:pt x="12667" y="47"/>
                    <a:pt x="12506" y="1"/>
                    <a:pt x="1232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7"/>
            <p:cNvSpPr/>
            <p:nvPr/>
          </p:nvSpPr>
          <p:spPr>
            <a:xfrm>
              <a:off x="5438475" y="3469225"/>
              <a:ext cx="15200" cy="65200"/>
            </a:xfrm>
            <a:custGeom>
              <a:rect b="b" l="l" r="r" t="t"/>
              <a:pathLst>
                <a:path extrusionOk="0" h="2608" w="608">
                  <a:moveTo>
                    <a:pt x="304" y="0"/>
                  </a:moveTo>
                  <a:cubicBezTo>
                    <a:pt x="140" y="0"/>
                    <a:pt x="5" y="132"/>
                    <a:pt x="1" y="296"/>
                  </a:cubicBezTo>
                  <a:lnTo>
                    <a:pt x="1" y="2305"/>
                  </a:lnTo>
                  <a:cubicBezTo>
                    <a:pt x="1" y="2472"/>
                    <a:pt x="136" y="2607"/>
                    <a:pt x="304" y="2607"/>
                  </a:cubicBezTo>
                  <a:cubicBezTo>
                    <a:pt x="471" y="2607"/>
                    <a:pt x="608" y="2472"/>
                    <a:pt x="606" y="2305"/>
                  </a:cubicBezTo>
                  <a:lnTo>
                    <a:pt x="606" y="296"/>
                  </a:lnTo>
                  <a:cubicBezTo>
                    <a:pt x="604" y="132"/>
                    <a:pt x="468" y="0"/>
                    <a:pt x="3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7"/>
            <p:cNvSpPr/>
            <p:nvPr/>
          </p:nvSpPr>
          <p:spPr>
            <a:xfrm>
              <a:off x="5473950" y="3519425"/>
              <a:ext cx="15150" cy="68150"/>
            </a:xfrm>
            <a:custGeom>
              <a:rect b="b" l="l" r="r" t="t"/>
              <a:pathLst>
                <a:path extrusionOk="0" h="2726" w="606">
                  <a:moveTo>
                    <a:pt x="302" y="0"/>
                  </a:moveTo>
                  <a:cubicBezTo>
                    <a:pt x="138" y="0"/>
                    <a:pt x="4" y="132"/>
                    <a:pt x="0" y="297"/>
                  </a:cubicBezTo>
                  <a:lnTo>
                    <a:pt x="0" y="2424"/>
                  </a:lnTo>
                  <a:cubicBezTo>
                    <a:pt x="0" y="2590"/>
                    <a:pt x="135" y="2726"/>
                    <a:pt x="302" y="2726"/>
                  </a:cubicBezTo>
                  <a:cubicBezTo>
                    <a:pt x="470" y="2726"/>
                    <a:pt x="606" y="2590"/>
                    <a:pt x="606" y="2424"/>
                  </a:cubicBezTo>
                  <a:lnTo>
                    <a:pt x="606" y="297"/>
                  </a:lnTo>
                  <a:cubicBezTo>
                    <a:pt x="602" y="132"/>
                    <a:pt x="468" y="0"/>
                    <a:pt x="3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7"/>
            <p:cNvSpPr/>
            <p:nvPr/>
          </p:nvSpPr>
          <p:spPr>
            <a:xfrm>
              <a:off x="5544825" y="3578500"/>
              <a:ext cx="15175" cy="65200"/>
            </a:xfrm>
            <a:custGeom>
              <a:rect b="b" l="l" r="r" t="t"/>
              <a:pathLst>
                <a:path extrusionOk="0" h="2608" w="607">
                  <a:moveTo>
                    <a:pt x="303" y="1"/>
                  </a:moveTo>
                  <a:cubicBezTo>
                    <a:pt x="139" y="1"/>
                    <a:pt x="4" y="132"/>
                    <a:pt x="0" y="296"/>
                  </a:cubicBezTo>
                  <a:lnTo>
                    <a:pt x="0" y="2305"/>
                  </a:lnTo>
                  <a:cubicBezTo>
                    <a:pt x="0" y="2473"/>
                    <a:pt x="137" y="2608"/>
                    <a:pt x="303" y="2608"/>
                  </a:cubicBezTo>
                  <a:cubicBezTo>
                    <a:pt x="470" y="2608"/>
                    <a:pt x="607" y="2473"/>
                    <a:pt x="607" y="2305"/>
                  </a:cubicBezTo>
                  <a:lnTo>
                    <a:pt x="607" y="296"/>
                  </a:lnTo>
                  <a:cubicBezTo>
                    <a:pt x="603" y="132"/>
                    <a:pt x="468" y="1"/>
                    <a:pt x="3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7"/>
            <p:cNvSpPr/>
            <p:nvPr/>
          </p:nvSpPr>
          <p:spPr>
            <a:xfrm>
              <a:off x="5645250" y="3628550"/>
              <a:ext cx="15175" cy="59475"/>
            </a:xfrm>
            <a:custGeom>
              <a:rect b="b" l="l" r="r" t="t"/>
              <a:pathLst>
                <a:path extrusionOk="0" h="2379" w="607">
                  <a:moveTo>
                    <a:pt x="304" y="0"/>
                  </a:moveTo>
                  <a:cubicBezTo>
                    <a:pt x="136" y="0"/>
                    <a:pt x="1" y="136"/>
                    <a:pt x="1" y="303"/>
                  </a:cubicBezTo>
                  <a:lnTo>
                    <a:pt x="1" y="2075"/>
                  </a:lnTo>
                  <a:cubicBezTo>
                    <a:pt x="1" y="2243"/>
                    <a:pt x="136" y="2378"/>
                    <a:pt x="304" y="2378"/>
                  </a:cubicBezTo>
                  <a:cubicBezTo>
                    <a:pt x="471" y="2378"/>
                    <a:pt x="606" y="2243"/>
                    <a:pt x="606" y="2075"/>
                  </a:cubicBezTo>
                  <a:lnTo>
                    <a:pt x="606" y="303"/>
                  </a:lnTo>
                  <a:cubicBezTo>
                    <a:pt x="606" y="136"/>
                    <a:pt x="471" y="0"/>
                    <a:pt x="30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7"/>
            <p:cNvSpPr/>
            <p:nvPr/>
          </p:nvSpPr>
          <p:spPr>
            <a:xfrm>
              <a:off x="5754450" y="3649050"/>
              <a:ext cx="15400" cy="36050"/>
            </a:xfrm>
            <a:custGeom>
              <a:rect b="b" l="l" r="r" t="t"/>
              <a:pathLst>
                <a:path extrusionOk="0" h="1442" w="616">
                  <a:moveTo>
                    <a:pt x="308" y="1"/>
                  </a:moveTo>
                  <a:cubicBezTo>
                    <a:pt x="137" y="1"/>
                    <a:pt x="0" y="140"/>
                    <a:pt x="6" y="311"/>
                  </a:cubicBezTo>
                  <a:lnTo>
                    <a:pt x="6" y="1139"/>
                  </a:lnTo>
                  <a:cubicBezTo>
                    <a:pt x="4" y="1306"/>
                    <a:pt x="141" y="1441"/>
                    <a:pt x="308" y="1441"/>
                  </a:cubicBezTo>
                  <a:cubicBezTo>
                    <a:pt x="476" y="1441"/>
                    <a:pt x="611" y="1306"/>
                    <a:pt x="611" y="1139"/>
                  </a:cubicBezTo>
                  <a:lnTo>
                    <a:pt x="611" y="311"/>
                  </a:lnTo>
                  <a:cubicBezTo>
                    <a:pt x="615" y="140"/>
                    <a:pt x="478" y="1"/>
                    <a:pt x="3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7"/>
            <p:cNvSpPr/>
            <p:nvPr/>
          </p:nvSpPr>
          <p:spPr>
            <a:xfrm>
              <a:off x="5970200" y="3608025"/>
              <a:ext cx="15175" cy="47500"/>
            </a:xfrm>
            <a:custGeom>
              <a:rect b="b" l="l" r="r" t="t"/>
              <a:pathLst>
                <a:path extrusionOk="0" h="1900" w="607">
                  <a:moveTo>
                    <a:pt x="303" y="1"/>
                  </a:moveTo>
                  <a:cubicBezTo>
                    <a:pt x="139" y="1"/>
                    <a:pt x="4" y="132"/>
                    <a:pt x="1" y="297"/>
                  </a:cubicBezTo>
                  <a:lnTo>
                    <a:pt x="1" y="1596"/>
                  </a:lnTo>
                  <a:cubicBezTo>
                    <a:pt x="1" y="1764"/>
                    <a:pt x="136" y="1900"/>
                    <a:pt x="304" y="1900"/>
                  </a:cubicBezTo>
                  <a:cubicBezTo>
                    <a:pt x="471" y="1900"/>
                    <a:pt x="606" y="1764"/>
                    <a:pt x="606" y="1596"/>
                  </a:cubicBezTo>
                  <a:lnTo>
                    <a:pt x="606" y="297"/>
                  </a:lnTo>
                  <a:cubicBezTo>
                    <a:pt x="602" y="132"/>
                    <a:pt x="468" y="1"/>
                    <a:pt x="303"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7"/>
            <p:cNvSpPr/>
            <p:nvPr/>
          </p:nvSpPr>
          <p:spPr>
            <a:xfrm>
              <a:off x="6017450" y="3557825"/>
              <a:ext cx="15200" cy="65200"/>
            </a:xfrm>
            <a:custGeom>
              <a:rect b="b" l="l" r="r" t="t"/>
              <a:pathLst>
                <a:path extrusionOk="0" h="2608" w="608">
                  <a:moveTo>
                    <a:pt x="304" y="1"/>
                  </a:moveTo>
                  <a:cubicBezTo>
                    <a:pt x="140" y="1"/>
                    <a:pt x="5" y="131"/>
                    <a:pt x="1" y="296"/>
                  </a:cubicBezTo>
                  <a:lnTo>
                    <a:pt x="1" y="2305"/>
                  </a:lnTo>
                  <a:cubicBezTo>
                    <a:pt x="0" y="2473"/>
                    <a:pt x="137" y="2608"/>
                    <a:pt x="304" y="2608"/>
                  </a:cubicBezTo>
                  <a:cubicBezTo>
                    <a:pt x="472" y="2608"/>
                    <a:pt x="607" y="2473"/>
                    <a:pt x="607" y="2305"/>
                  </a:cubicBezTo>
                  <a:lnTo>
                    <a:pt x="607" y="296"/>
                  </a:lnTo>
                  <a:cubicBezTo>
                    <a:pt x="603" y="131"/>
                    <a:pt x="469" y="1"/>
                    <a:pt x="30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7"/>
            <p:cNvSpPr/>
            <p:nvPr/>
          </p:nvSpPr>
          <p:spPr>
            <a:xfrm>
              <a:off x="5377250" y="2836800"/>
              <a:ext cx="793500" cy="793500"/>
            </a:xfrm>
            <a:custGeom>
              <a:rect b="b" l="l" r="r" t="t"/>
              <a:pathLst>
                <a:path extrusionOk="0" h="31740" w="31740">
                  <a:moveTo>
                    <a:pt x="15870" y="0"/>
                  </a:moveTo>
                  <a:cubicBezTo>
                    <a:pt x="11661" y="0"/>
                    <a:pt x="7625" y="1673"/>
                    <a:pt x="4649" y="4648"/>
                  </a:cubicBezTo>
                  <a:cubicBezTo>
                    <a:pt x="1672" y="7624"/>
                    <a:pt x="0" y="11661"/>
                    <a:pt x="0" y="15870"/>
                  </a:cubicBezTo>
                  <a:cubicBezTo>
                    <a:pt x="0" y="20079"/>
                    <a:pt x="1672" y="24115"/>
                    <a:pt x="4649" y="27092"/>
                  </a:cubicBezTo>
                  <a:cubicBezTo>
                    <a:pt x="7625" y="30067"/>
                    <a:pt x="11661" y="31739"/>
                    <a:pt x="15870" y="31739"/>
                  </a:cubicBezTo>
                  <a:cubicBezTo>
                    <a:pt x="20079" y="31739"/>
                    <a:pt x="24116" y="30067"/>
                    <a:pt x="27091" y="27092"/>
                  </a:cubicBezTo>
                  <a:cubicBezTo>
                    <a:pt x="30067" y="24115"/>
                    <a:pt x="31739" y="20079"/>
                    <a:pt x="31739" y="15870"/>
                  </a:cubicBezTo>
                  <a:cubicBezTo>
                    <a:pt x="31739" y="11661"/>
                    <a:pt x="30067" y="7624"/>
                    <a:pt x="27091" y="4648"/>
                  </a:cubicBezTo>
                  <a:cubicBezTo>
                    <a:pt x="24116" y="1673"/>
                    <a:pt x="20079" y="0"/>
                    <a:pt x="158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7"/>
            <p:cNvSpPr/>
            <p:nvPr/>
          </p:nvSpPr>
          <p:spPr>
            <a:xfrm>
              <a:off x="5355650" y="2829050"/>
              <a:ext cx="879600" cy="808700"/>
            </a:xfrm>
            <a:custGeom>
              <a:rect b="b" l="l" r="r" t="t"/>
              <a:pathLst>
                <a:path extrusionOk="0" h="32348" w="35184">
                  <a:moveTo>
                    <a:pt x="16762" y="607"/>
                  </a:moveTo>
                  <a:cubicBezTo>
                    <a:pt x="19601" y="607"/>
                    <a:pt x="22393" y="1389"/>
                    <a:pt x="24874" y="2912"/>
                  </a:cubicBezTo>
                  <a:cubicBezTo>
                    <a:pt x="32190" y="7401"/>
                    <a:pt x="34492" y="17006"/>
                    <a:pt x="30003" y="24320"/>
                  </a:cubicBezTo>
                  <a:cubicBezTo>
                    <a:pt x="27067" y="29104"/>
                    <a:pt x="21945" y="31742"/>
                    <a:pt x="16706" y="31742"/>
                  </a:cubicBezTo>
                  <a:cubicBezTo>
                    <a:pt x="13932" y="31742"/>
                    <a:pt x="11125" y="31002"/>
                    <a:pt x="8593" y="29449"/>
                  </a:cubicBezTo>
                  <a:cubicBezTo>
                    <a:pt x="5048" y="27274"/>
                    <a:pt x="2564" y="23850"/>
                    <a:pt x="1595" y="19807"/>
                  </a:cubicBezTo>
                  <a:cubicBezTo>
                    <a:pt x="627" y="15762"/>
                    <a:pt x="1291" y="11584"/>
                    <a:pt x="3465" y="8039"/>
                  </a:cubicBezTo>
                  <a:cubicBezTo>
                    <a:pt x="5640" y="4495"/>
                    <a:pt x="9065" y="2010"/>
                    <a:pt x="13108" y="1041"/>
                  </a:cubicBezTo>
                  <a:cubicBezTo>
                    <a:pt x="14305" y="753"/>
                    <a:pt x="15532" y="607"/>
                    <a:pt x="16762" y="607"/>
                  </a:cubicBezTo>
                  <a:close/>
                  <a:moveTo>
                    <a:pt x="16764" y="0"/>
                  </a:moveTo>
                  <a:cubicBezTo>
                    <a:pt x="15500" y="0"/>
                    <a:pt x="14228" y="150"/>
                    <a:pt x="12968" y="451"/>
                  </a:cubicBezTo>
                  <a:cubicBezTo>
                    <a:pt x="8766" y="1458"/>
                    <a:pt x="5209" y="4039"/>
                    <a:pt x="2951" y="7722"/>
                  </a:cubicBezTo>
                  <a:cubicBezTo>
                    <a:pt x="691" y="11404"/>
                    <a:pt x="1" y="15746"/>
                    <a:pt x="1006" y="19947"/>
                  </a:cubicBezTo>
                  <a:cubicBezTo>
                    <a:pt x="2013" y="24149"/>
                    <a:pt x="4595" y="27705"/>
                    <a:pt x="8277" y="29964"/>
                  </a:cubicBezTo>
                  <a:cubicBezTo>
                    <a:pt x="10810" y="31523"/>
                    <a:pt x="13726" y="32348"/>
                    <a:pt x="16701" y="32348"/>
                  </a:cubicBezTo>
                  <a:cubicBezTo>
                    <a:pt x="16703" y="32348"/>
                    <a:pt x="16705" y="32348"/>
                    <a:pt x="16708" y="32348"/>
                  </a:cubicBezTo>
                  <a:cubicBezTo>
                    <a:pt x="22150" y="32348"/>
                    <a:pt x="27471" y="29606"/>
                    <a:pt x="30520" y="24637"/>
                  </a:cubicBezTo>
                  <a:cubicBezTo>
                    <a:pt x="35183" y="17035"/>
                    <a:pt x="32792" y="7057"/>
                    <a:pt x="25192" y="2395"/>
                  </a:cubicBezTo>
                  <a:cubicBezTo>
                    <a:pt x="22614" y="813"/>
                    <a:pt x="19713" y="0"/>
                    <a:pt x="167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7"/>
            <p:cNvSpPr/>
            <p:nvPr/>
          </p:nvSpPr>
          <p:spPr>
            <a:xfrm>
              <a:off x="5377250" y="2783725"/>
              <a:ext cx="793500" cy="793500"/>
            </a:xfrm>
            <a:custGeom>
              <a:rect b="b" l="l" r="r" t="t"/>
              <a:pathLst>
                <a:path extrusionOk="0" h="31740" w="31740">
                  <a:moveTo>
                    <a:pt x="15870" y="1"/>
                  </a:moveTo>
                  <a:cubicBezTo>
                    <a:pt x="11661" y="1"/>
                    <a:pt x="7625" y="1673"/>
                    <a:pt x="4649" y="4649"/>
                  </a:cubicBezTo>
                  <a:cubicBezTo>
                    <a:pt x="1672" y="7624"/>
                    <a:pt x="0" y="11661"/>
                    <a:pt x="0" y="15870"/>
                  </a:cubicBezTo>
                  <a:cubicBezTo>
                    <a:pt x="0" y="20079"/>
                    <a:pt x="1672" y="24115"/>
                    <a:pt x="4649" y="27092"/>
                  </a:cubicBezTo>
                  <a:cubicBezTo>
                    <a:pt x="7625" y="30068"/>
                    <a:pt x="11661" y="31740"/>
                    <a:pt x="15870" y="31740"/>
                  </a:cubicBezTo>
                  <a:cubicBezTo>
                    <a:pt x="20079" y="31740"/>
                    <a:pt x="24116" y="30068"/>
                    <a:pt x="27091" y="27092"/>
                  </a:cubicBezTo>
                  <a:cubicBezTo>
                    <a:pt x="30068" y="24115"/>
                    <a:pt x="31739" y="20079"/>
                    <a:pt x="31739" y="15870"/>
                  </a:cubicBezTo>
                  <a:cubicBezTo>
                    <a:pt x="31739" y="11661"/>
                    <a:pt x="30068" y="7624"/>
                    <a:pt x="27091" y="4649"/>
                  </a:cubicBezTo>
                  <a:cubicBezTo>
                    <a:pt x="24116" y="1673"/>
                    <a:pt x="20079" y="1"/>
                    <a:pt x="15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7"/>
            <p:cNvSpPr/>
            <p:nvPr/>
          </p:nvSpPr>
          <p:spPr>
            <a:xfrm>
              <a:off x="5355650" y="2776225"/>
              <a:ext cx="879600" cy="808725"/>
            </a:xfrm>
            <a:custGeom>
              <a:rect b="b" l="l" r="r" t="t"/>
              <a:pathLst>
                <a:path extrusionOk="0" h="32349" w="35184">
                  <a:moveTo>
                    <a:pt x="16767" y="607"/>
                  </a:moveTo>
                  <a:cubicBezTo>
                    <a:pt x="19631" y="607"/>
                    <a:pt x="22437" y="1401"/>
                    <a:pt x="24876" y="2901"/>
                  </a:cubicBezTo>
                  <a:cubicBezTo>
                    <a:pt x="32190" y="7392"/>
                    <a:pt x="34492" y="16995"/>
                    <a:pt x="30003" y="24311"/>
                  </a:cubicBezTo>
                  <a:cubicBezTo>
                    <a:pt x="27828" y="27855"/>
                    <a:pt x="24404" y="30339"/>
                    <a:pt x="20361" y="31309"/>
                  </a:cubicBezTo>
                  <a:cubicBezTo>
                    <a:pt x="19147" y="31600"/>
                    <a:pt x="17922" y="31744"/>
                    <a:pt x="16705" y="31744"/>
                  </a:cubicBezTo>
                  <a:cubicBezTo>
                    <a:pt x="13866" y="31744"/>
                    <a:pt x="11075" y="30961"/>
                    <a:pt x="8595" y="29439"/>
                  </a:cubicBezTo>
                  <a:cubicBezTo>
                    <a:pt x="5050" y="27264"/>
                    <a:pt x="2564" y="23839"/>
                    <a:pt x="1596" y="19797"/>
                  </a:cubicBezTo>
                  <a:cubicBezTo>
                    <a:pt x="627" y="15753"/>
                    <a:pt x="1291" y="11574"/>
                    <a:pt x="3466" y="8031"/>
                  </a:cubicBezTo>
                  <a:cubicBezTo>
                    <a:pt x="6400" y="3246"/>
                    <a:pt x="11522" y="608"/>
                    <a:pt x="16760" y="608"/>
                  </a:cubicBezTo>
                  <a:lnTo>
                    <a:pt x="16760" y="607"/>
                  </a:lnTo>
                  <a:cubicBezTo>
                    <a:pt x="16762" y="607"/>
                    <a:pt x="16764" y="607"/>
                    <a:pt x="16767" y="607"/>
                  </a:cubicBezTo>
                  <a:close/>
                  <a:moveTo>
                    <a:pt x="16761" y="0"/>
                  </a:moveTo>
                  <a:cubicBezTo>
                    <a:pt x="11318" y="0"/>
                    <a:pt x="5999" y="2743"/>
                    <a:pt x="2951" y="7712"/>
                  </a:cubicBezTo>
                  <a:cubicBezTo>
                    <a:pt x="691" y="11395"/>
                    <a:pt x="1" y="15737"/>
                    <a:pt x="1006" y="19938"/>
                  </a:cubicBezTo>
                  <a:cubicBezTo>
                    <a:pt x="2013" y="24138"/>
                    <a:pt x="4595" y="27697"/>
                    <a:pt x="8277" y="29955"/>
                  </a:cubicBezTo>
                  <a:cubicBezTo>
                    <a:pt x="10854" y="31537"/>
                    <a:pt x="13754" y="32348"/>
                    <a:pt x="16704" y="32348"/>
                  </a:cubicBezTo>
                  <a:cubicBezTo>
                    <a:pt x="17983" y="32348"/>
                    <a:pt x="19258" y="32196"/>
                    <a:pt x="20501" y="31896"/>
                  </a:cubicBezTo>
                  <a:cubicBezTo>
                    <a:pt x="24702" y="30891"/>
                    <a:pt x="28260" y="28309"/>
                    <a:pt x="30518" y="24627"/>
                  </a:cubicBezTo>
                  <a:cubicBezTo>
                    <a:pt x="35183" y="17026"/>
                    <a:pt x="32793" y="7050"/>
                    <a:pt x="25192" y="2384"/>
                  </a:cubicBezTo>
                  <a:cubicBezTo>
                    <a:pt x="22560" y="769"/>
                    <a:pt x="19643" y="0"/>
                    <a:pt x="167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7"/>
            <p:cNvSpPr/>
            <p:nvPr/>
          </p:nvSpPr>
          <p:spPr>
            <a:xfrm>
              <a:off x="5755300" y="2888275"/>
              <a:ext cx="403550" cy="629475"/>
            </a:xfrm>
            <a:custGeom>
              <a:rect b="b" l="l" r="r" t="t"/>
              <a:pathLst>
                <a:path extrusionOk="0" h="25179" w="16142">
                  <a:moveTo>
                    <a:pt x="7482" y="0"/>
                  </a:moveTo>
                  <a:lnTo>
                    <a:pt x="0" y="25159"/>
                  </a:lnTo>
                  <a:cubicBezTo>
                    <a:pt x="246" y="25172"/>
                    <a:pt x="491" y="25179"/>
                    <a:pt x="736" y="25179"/>
                  </a:cubicBezTo>
                  <a:cubicBezTo>
                    <a:pt x="5271" y="25179"/>
                    <a:pt x="9700" y="22892"/>
                    <a:pt x="12246" y="18743"/>
                  </a:cubicBezTo>
                  <a:cubicBezTo>
                    <a:pt x="16142" y="12393"/>
                    <a:pt x="14152" y="4087"/>
                    <a:pt x="7802" y="190"/>
                  </a:cubicBezTo>
                  <a:cubicBezTo>
                    <a:pt x="7695" y="125"/>
                    <a:pt x="7590" y="62"/>
                    <a:pt x="748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7"/>
            <p:cNvSpPr/>
            <p:nvPr/>
          </p:nvSpPr>
          <p:spPr>
            <a:xfrm>
              <a:off x="5747525" y="2880675"/>
              <a:ext cx="419800" cy="644650"/>
            </a:xfrm>
            <a:custGeom>
              <a:rect b="b" l="l" r="r" t="t"/>
              <a:pathLst>
                <a:path extrusionOk="0" h="25786" w="16792">
                  <a:moveTo>
                    <a:pt x="7794" y="1"/>
                  </a:moveTo>
                  <a:cubicBezTo>
                    <a:pt x="7690" y="1"/>
                    <a:pt x="7588" y="55"/>
                    <a:pt x="7531" y="152"/>
                  </a:cubicBezTo>
                  <a:cubicBezTo>
                    <a:pt x="7448" y="296"/>
                    <a:pt x="7497" y="481"/>
                    <a:pt x="7642" y="566"/>
                  </a:cubicBezTo>
                  <a:cubicBezTo>
                    <a:pt x="7747" y="627"/>
                    <a:pt x="7851" y="688"/>
                    <a:pt x="7956" y="752"/>
                  </a:cubicBezTo>
                  <a:cubicBezTo>
                    <a:pt x="14153" y="4555"/>
                    <a:pt x="16101" y="12690"/>
                    <a:pt x="12299" y="18888"/>
                  </a:cubicBezTo>
                  <a:cubicBezTo>
                    <a:pt x="9887" y="22818"/>
                    <a:pt x="5629" y="25180"/>
                    <a:pt x="1045" y="25180"/>
                  </a:cubicBezTo>
                  <a:cubicBezTo>
                    <a:pt x="807" y="25180"/>
                    <a:pt x="568" y="25174"/>
                    <a:pt x="328" y="25161"/>
                  </a:cubicBezTo>
                  <a:cubicBezTo>
                    <a:pt x="321" y="25160"/>
                    <a:pt x="315" y="25160"/>
                    <a:pt x="308" y="25160"/>
                  </a:cubicBezTo>
                  <a:cubicBezTo>
                    <a:pt x="141" y="25160"/>
                    <a:pt x="18" y="25286"/>
                    <a:pt x="9" y="25447"/>
                  </a:cubicBezTo>
                  <a:cubicBezTo>
                    <a:pt x="0" y="25614"/>
                    <a:pt x="128" y="25756"/>
                    <a:pt x="294" y="25765"/>
                  </a:cubicBezTo>
                  <a:cubicBezTo>
                    <a:pt x="548" y="25779"/>
                    <a:pt x="801" y="25786"/>
                    <a:pt x="1054" y="25786"/>
                  </a:cubicBezTo>
                  <a:cubicBezTo>
                    <a:pt x="1056" y="25786"/>
                    <a:pt x="1059" y="25786"/>
                    <a:pt x="1061" y="25786"/>
                  </a:cubicBezTo>
                  <a:cubicBezTo>
                    <a:pt x="5857" y="25786"/>
                    <a:pt x="10308" y="23294"/>
                    <a:pt x="12814" y="19204"/>
                  </a:cubicBezTo>
                  <a:cubicBezTo>
                    <a:pt x="16792" y="12723"/>
                    <a:pt x="14753" y="4214"/>
                    <a:pt x="8271" y="235"/>
                  </a:cubicBezTo>
                  <a:cubicBezTo>
                    <a:pt x="8163" y="170"/>
                    <a:pt x="8055" y="105"/>
                    <a:pt x="7945" y="41"/>
                  </a:cubicBezTo>
                  <a:cubicBezTo>
                    <a:pt x="7898" y="14"/>
                    <a:pt x="7846" y="1"/>
                    <a:pt x="779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7"/>
            <p:cNvSpPr/>
            <p:nvPr/>
          </p:nvSpPr>
          <p:spPr>
            <a:xfrm>
              <a:off x="5597650" y="3467900"/>
              <a:ext cx="127000" cy="46275"/>
            </a:xfrm>
            <a:custGeom>
              <a:rect b="b" l="l" r="r" t="t"/>
              <a:pathLst>
                <a:path extrusionOk="0" h="1851" w="5080">
                  <a:moveTo>
                    <a:pt x="1" y="1"/>
                  </a:moveTo>
                  <a:lnTo>
                    <a:pt x="1" y="1"/>
                  </a:lnTo>
                  <a:cubicBezTo>
                    <a:pt x="1550" y="954"/>
                    <a:pt x="3278" y="1585"/>
                    <a:pt x="5080" y="1850"/>
                  </a:cubicBez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7"/>
            <p:cNvSpPr/>
            <p:nvPr/>
          </p:nvSpPr>
          <p:spPr>
            <a:xfrm>
              <a:off x="5589050" y="3460375"/>
              <a:ext cx="143425" cy="61375"/>
            </a:xfrm>
            <a:custGeom>
              <a:rect b="b" l="l" r="r" t="t"/>
              <a:pathLst>
                <a:path extrusionOk="0" h="2455" w="5737">
                  <a:moveTo>
                    <a:pt x="346" y="0"/>
                  </a:moveTo>
                  <a:cubicBezTo>
                    <a:pt x="244" y="0"/>
                    <a:pt x="145" y="51"/>
                    <a:pt x="88" y="144"/>
                  </a:cubicBezTo>
                  <a:cubicBezTo>
                    <a:pt x="1" y="286"/>
                    <a:pt x="45" y="471"/>
                    <a:pt x="186" y="560"/>
                  </a:cubicBezTo>
                  <a:cubicBezTo>
                    <a:pt x="1771" y="1537"/>
                    <a:pt x="3538" y="2180"/>
                    <a:pt x="5381" y="2452"/>
                  </a:cubicBezTo>
                  <a:cubicBezTo>
                    <a:pt x="5395" y="2453"/>
                    <a:pt x="5409" y="2455"/>
                    <a:pt x="5425" y="2455"/>
                  </a:cubicBezTo>
                  <a:cubicBezTo>
                    <a:pt x="5582" y="2452"/>
                    <a:pt x="5713" y="2331"/>
                    <a:pt x="5724" y="2173"/>
                  </a:cubicBezTo>
                  <a:cubicBezTo>
                    <a:pt x="5736" y="2016"/>
                    <a:pt x="5624" y="1876"/>
                    <a:pt x="5469" y="1852"/>
                  </a:cubicBezTo>
                  <a:cubicBezTo>
                    <a:pt x="3707" y="1593"/>
                    <a:pt x="2018" y="978"/>
                    <a:pt x="502" y="44"/>
                  </a:cubicBezTo>
                  <a:cubicBezTo>
                    <a:pt x="453" y="14"/>
                    <a:pt x="399" y="0"/>
                    <a:pt x="34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7"/>
            <p:cNvSpPr/>
            <p:nvPr/>
          </p:nvSpPr>
          <p:spPr>
            <a:xfrm>
              <a:off x="5398900" y="2843200"/>
              <a:ext cx="510800" cy="592300"/>
            </a:xfrm>
            <a:custGeom>
              <a:rect b="b" l="l" r="r" t="t"/>
              <a:pathLst>
                <a:path extrusionOk="0" h="23692" w="20432">
                  <a:moveTo>
                    <a:pt x="15017" y="0"/>
                  </a:moveTo>
                  <a:cubicBezTo>
                    <a:pt x="10481" y="0"/>
                    <a:pt x="6052" y="2288"/>
                    <a:pt x="3506" y="6437"/>
                  </a:cubicBezTo>
                  <a:cubicBezTo>
                    <a:pt x="0" y="12151"/>
                    <a:pt x="1260" y="19449"/>
                    <a:pt x="6176" y="23692"/>
                  </a:cubicBezTo>
                  <a:lnTo>
                    <a:pt x="20432" y="1140"/>
                  </a:lnTo>
                  <a:cubicBezTo>
                    <a:pt x="18687" y="371"/>
                    <a:pt x="16843" y="0"/>
                    <a:pt x="1501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7"/>
            <p:cNvSpPr/>
            <p:nvPr/>
          </p:nvSpPr>
          <p:spPr>
            <a:xfrm>
              <a:off x="5391275" y="2835750"/>
              <a:ext cx="526700" cy="607350"/>
            </a:xfrm>
            <a:custGeom>
              <a:rect b="b" l="l" r="r" t="t"/>
              <a:pathLst>
                <a:path extrusionOk="0" h="24294" w="21068">
                  <a:moveTo>
                    <a:pt x="15348" y="1"/>
                  </a:moveTo>
                  <a:cubicBezTo>
                    <a:pt x="10671" y="1"/>
                    <a:pt x="6126" y="2385"/>
                    <a:pt x="3554" y="6577"/>
                  </a:cubicBezTo>
                  <a:cubicBezTo>
                    <a:pt x="1" y="12367"/>
                    <a:pt x="1148" y="19786"/>
                    <a:pt x="6283" y="24219"/>
                  </a:cubicBezTo>
                  <a:cubicBezTo>
                    <a:pt x="6337" y="24267"/>
                    <a:pt x="6408" y="24293"/>
                    <a:pt x="6481" y="24293"/>
                  </a:cubicBezTo>
                  <a:cubicBezTo>
                    <a:pt x="6762" y="24293"/>
                    <a:pt x="6892" y="23943"/>
                    <a:pt x="6679" y="23761"/>
                  </a:cubicBezTo>
                  <a:cubicBezTo>
                    <a:pt x="1770" y="19523"/>
                    <a:pt x="674" y="12430"/>
                    <a:pt x="4070" y="6894"/>
                  </a:cubicBezTo>
                  <a:cubicBezTo>
                    <a:pt x="6529" y="2885"/>
                    <a:pt x="10876" y="606"/>
                    <a:pt x="15348" y="606"/>
                  </a:cubicBezTo>
                  <a:cubicBezTo>
                    <a:pt x="17120" y="606"/>
                    <a:pt x="18913" y="964"/>
                    <a:pt x="20616" y="1715"/>
                  </a:cubicBezTo>
                  <a:cubicBezTo>
                    <a:pt x="20652" y="1729"/>
                    <a:pt x="20689" y="1735"/>
                    <a:pt x="20725" y="1735"/>
                  </a:cubicBezTo>
                  <a:cubicBezTo>
                    <a:pt x="20841" y="1735"/>
                    <a:pt x="20951" y="1667"/>
                    <a:pt x="21001" y="1554"/>
                  </a:cubicBezTo>
                  <a:cubicBezTo>
                    <a:pt x="21067" y="1407"/>
                    <a:pt x="21004" y="1234"/>
                    <a:pt x="20859" y="1161"/>
                  </a:cubicBezTo>
                  <a:cubicBezTo>
                    <a:pt x="19078" y="375"/>
                    <a:pt x="17203" y="1"/>
                    <a:pt x="153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7"/>
            <p:cNvSpPr/>
            <p:nvPr/>
          </p:nvSpPr>
          <p:spPr>
            <a:xfrm>
              <a:off x="5574875" y="2951425"/>
              <a:ext cx="352550" cy="456425"/>
            </a:xfrm>
            <a:custGeom>
              <a:rect b="b" l="l" r="r" t="t"/>
              <a:pathLst>
                <a:path extrusionOk="0" h="18257" w="14102">
                  <a:moveTo>
                    <a:pt x="12326" y="1"/>
                  </a:moveTo>
                  <a:cubicBezTo>
                    <a:pt x="12269" y="1"/>
                    <a:pt x="12211" y="6"/>
                    <a:pt x="12152" y="15"/>
                  </a:cubicBezTo>
                  <a:cubicBezTo>
                    <a:pt x="11904" y="55"/>
                    <a:pt x="11702" y="204"/>
                    <a:pt x="11545" y="460"/>
                  </a:cubicBezTo>
                  <a:lnTo>
                    <a:pt x="10101" y="2812"/>
                  </a:lnTo>
                  <a:lnTo>
                    <a:pt x="10101" y="2812"/>
                  </a:lnTo>
                  <a:cubicBezTo>
                    <a:pt x="9021" y="2226"/>
                    <a:pt x="7997" y="1934"/>
                    <a:pt x="7030" y="1934"/>
                  </a:cubicBezTo>
                  <a:cubicBezTo>
                    <a:pt x="7004" y="1934"/>
                    <a:pt x="6979" y="1934"/>
                    <a:pt x="6954" y="1935"/>
                  </a:cubicBezTo>
                  <a:cubicBezTo>
                    <a:pt x="5636" y="1954"/>
                    <a:pt x="4639" y="2514"/>
                    <a:pt x="3964" y="3615"/>
                  </a:cubicBezTo>
                  <a:cubicBezTo>
                    <a:pt x="3687" y="4066"/>
                    <a:pt x="3504" y="4496"/>
                    <a:pt x="3416" y="4902"/>
                  </a:cubicBezTo>
                  <a:cubicBezTo>
                    <a:pt x="3326" y="5309"/>
                    <a:pt x="3305" y="5685"/>
                    <a:pt x="3353" y="6030"/>
                  </a:cubicBezTo>
                  <a:cubicBezTo>
                    <a:pt x="3400" y="6377"/>
                    <a:pt x="3546" y="6756"/>
                    <a:pt x="3790" y="7170"/>
                  </a:cubicBezTo>
                  <a:cubicBezTo>
                    <a:pt x="4021" y="7567"/>
                    <a:pt x="4282" y="7946"/>
                    <a:pt x="4571" y="8303"/>
                  </a:cubicBezTo>
                  <a:cubicBezTo>
                    <a:pt x="4848" y="8645"/>
                    <a:pt x="5231" y="9079"/>
                    <a:pt x="5717" y="9605"/>
                  </a:cubicBezTo>
                  <a:lnTo>
                    <a:pt x="7019" y="10980"/>
                  </a:lnTo>
                  <a:cubicBezTo>
                    <a:pt x="7384" y="11349"/>
                    <a:pt x="7626" y="11698"/>
                    <a:pt x="7746" y="12025"/>
                  </a:cubicBezTo>
                  <a:cubicBezTo>
                    <a:pt x="7867" y="12353"/>
                    <a:pt x="7867" y="12615"/>
                    <a:pt x="7746" y="12811"/>
                  </a:cubicBezTo>
                  <a:cubicBezTo>
                    <a:pt x="7594" y="13059"/>
                    <a:pt x="7389" y="13216"/>
                    <a:pt x="7131" y="13281"/>
                  </a:cubicBezTo>
                  <a:cubicBezTo>
                    <a:pt x="7018" y="13309"/>
                    <a:pt x="6904" y="13323"/>
                    <a:pt x="6789" y="13323"/>
                  </a:cubicBezTo>
                  <a:cubicBezTo>
                    <a:pt x="6641" y="13323"/>
                    <a:pt x="6491" y="13300"/>
                    <a:pt x="6340" y="13254"/>
                  </a:cubicBezTo>
                  <a:cubicBezTo>
                    <a:pt x="6052" y="13164"/>
                    <a:pt x="5772" y="13052"/>
                    <a:pt x="5502" y="12919"/>
                  </a:cubicBezTo>
                  <a:cubicBezTo>
                    <a:pt x="5235" y="12792"/>
                    <a:pt x="4981" y="12634"/>
                    <a:pt x="4749" y="12449"/>
                  </a:cubicBezTo>
                  <a:cubicBezTo>
                    <a:pt x="4425" y="12232"/>
                    <a:pt x="4127" y="11980"/>
                    <a:pt x="3856" y="11699"/>
                  </a:cubicBezTo>
                  <a:cubicBezTo>
                    <a:pt x="3590" y="11422"/>
                    <a:pt x="3398" y="11192"/>
                    <a:pt x="3277" y="11009"/>
                  </a:cubicBezTo>
                  <a:cubicBezTo>
                    <a:pt x="3155" y="10827"/>
                    <a:pt x="3019" y="10601"/>
                    <a:pt x="2865" y="10337"/>
                  </a:cubicBezTo>
                  <a:cubicBezTo>
                    <a:pt x="2711" y="10071"/>
                    <a:pt x="2615" y="9911"/>
                    <a:pt x="2576" y="9856"/>
                  </a:cubicBezTo>
                  <a:cubicBezTo>
                    <a:pt x="2381" y="9550"/>
                    <a:pt x="2158" y="9335"/>
                    <a:pt x="1907" y="9212"/>
                  </a:cubicBezTo>
                  <a:cubicBezTo>
                    <a:pt x="1747" y="9134"/>
                    <a:pt x="1586" y="9095"/>
                    <a:pt x="1425" y="9095"/>
                  </a:cubicBezTo>
                  <a:cubicBezTo>
                    <a:pt x="1332" y="9095"/>
                    <a:pt x="1239" y="9108"/>
                    <a:pt x="1146" y="9134"/>
                  </a:cubicBezTo>
                  <a:cubicBezTo>
                    <a:pt x="897" y="9201"/>
                    <a:pt x="666" y="9322"/>
                    <a:pt x="469" y="9489"/>
                  </a:cubicBezTo>
                  <a:cubicBezTo>
                    <a:pt x="275" y="9654"/>
                    <a:pt x="142" y="9871"/>
                    <a:pt x="70" y="10139"/>
                  </a:cubicBezTo>
                  <a:cubicBezTo>
                    <a:pt x="0" y="10406"/>
                    <a:pt x="20" y="10677"/>
                    <a:pt x="130" y="10953"/>
                  </a:cubicBezTo>
                  <a:cubicBezTo>
                    <a:pt x="762" y="12400"/>
                    <a:pt x="1765" y="13630"/>
                    <a:pt x="3140" y="14642"/>
                  </a:cubicBezTo>
                  <a:lnTo>
                    <a:pt x="3140" y="14642"/>
                  </a:lnTo>
                  <a:lnTo>
                    <a:pt x="1792" y="16839"/>
                  </a:lnTo>
                  <a:cubicBezTo>
                    <a:pt x="1584" y="17178"/>
                    <a:pt x="1569" y="17493"/>
                    <a:pt x="1748" y="17785"/>
                  </a:cubicBezTo>
                  <a:cubicBezTo>
                    <a:pt x="1926" y="18075"/>
                    <a:pt x="2190" y="18233"/>
                    <a:pt x="2539" y="18255"/>
                  </a:cubicBezTo>
                  <a:cubicBezTo>
                    <a:pt x="2562" y="18256"/>
                    <a:pt x="2584" y="18257"/>
                    <a:pt x="2606" y="18257"/>
                  </a:cubicBezTo>
                  <a:cubicBezTo>
                    <a:pt x="2924" y="18257"/>
                    <a:pt x="3176" y="18105"/>
                    <a:pt x="3363" y="17803"/>
                  </a:cubicBezTo>
                  <a:lnTo>
                    <a:pt x="4705" y="15614"/>
                  </a:lnTo>
                  <a:lnTo>
                    <a:pt x="4705" y="15614"/>
                  </a:lnTo>
                  <a:cubicBezTo>
                    <a:pt x="5266" y="15894"/>
                    <a:pt x="5822" y="16094"/>
                    <a:pt x="6373" y="16213"/>
                  </a:cubicBezTo>
                  <a:cubicBezTo>
                    <a:pt x="6728" y="16289"/>
                    <a:pt x="7074" y="16327"/>
                    <a:pt x="7411" y="16327"/>
                  </a:cubicBezTo>
                  <a:cubicBezTo>
                    <a:pt x="7948" y="16327"/>
                    <a:pt x="8463" y="16231"/>
                    <a:pt x="8956" y="16038"/>
                  </a:cubicBezTo>
                  <a:cubicBezTo>
                    <a:pt x="9761" y="15723"/>
                    <a:pt x="10412" y="15144"/>
                    <a:pt x="10909" y="14297"/>
                  </a:cubicBezTo>
                  <a:cubicBezTo>
                    <a:pt x="11222" y="13774"/>
                    <a:pt x="11407" y="13267"/>
                    <a:pt x="11467" y="12781"/>
                  </a:cubicBezTo>
                  <a:cubicBezTo>
                    <a:pt x="11526" y="12294"/>
                    <a:pt x="11464" y="11812"/>
                    <a:pt x="11280" y="11337"/>
                  </a:cubicBezTo>
                  <a:cubicBezTo>
                    <a:pt x="11090" y="10851"/>
                    <a:pt x="10835" y="10393"/>
                    <a:pt x="10521" y="9976"/>
                  </a:cubicBezTo>
                  <a:cubicBezTo>
                    <a:pt x="10199" y="9545"/>
                    <a:pt x="9772" y="9053"/>
                    <a:pt x="9242" y="8499"/>
                  </a:cubicBezTo>
                  <a:lnTo>
                    <a:pt x="7930" y="7166"/>
                  </a:lnTo>
                  <a:cubicBezTo>
                    <a:pt x="7534" y="6779"/>
                    <a:pt x="7284" y="6448"/>
                    <a:pt x="7177" y="6175"/>
                  </a:cubicBezTo>
                  <a:cubicBezTo>
                    <a:pt x="7069" y="5903"/>
                    <a:pt x="7099" y="5630"/>
                    <a:pt x="7265" y="5358"/>
                  </a:cubicBezTo>
                  <a:cubicBezTo>
                    <a:pt x="7394" y="5149"/>
                    <a:pt x="7607" y="5044"/>
                    <a:pt x="7903" y="5044"/>
                  </a:cubicBezTo>
                  <a:cubicBezTo>
                    <a:pt x="7925" y="5044"/>
                    <a:pt x="7948" y="5045"/>
                    <a:pt x="7971" y="5046"/>
                  </a:cubicBezTo>
                  <a:cubicBezTo>
                    <a:pt x="8302" y="5063"/>
                    <a:pt x="8625" y="5159"/>
                    <a:pt x="8936" y="5335"/>
                  </a:cubicBezTo>
                  <a:cubicBezTo>
                    <a:pt x="9249" y="5511"/>
                    <a:pt x="9535" y="5689"/>
                    <a:pt x="9797" y="5870"/>
                  </a:cubicBezTo>
                  <a:cubicBezTo>
                    <a:pt x="10528" y="6438"/>
                    <a:pt x="11187" y="7093"/>
                    <a:pt x="11758" y="7820"/>
                  </a:cubicBezTo>
                  <a:cubicBezTo>
                    <a:pt x="11991" y="8098"/>
                    <a:pt x="12244" y="8283"/>
                    <a:pt x="12512" y="8376"/>
                  </a:cubicBezTo>
                  <a:cubicBezTo>
                    <a:pt x="12630" y="8417"/>
                    <a:pt x="12744" y="8437"/>
                    <a:pt x="12855" y="8437"/>
                  </a:cubicBezTo>
                  <a:cubicBezTo>
                    <a:pt x="12999" y="8437"/>
                    <a:pt x="13137" y="8403"/>
                    <a:pt x="13269" y="8335"/>
                  </a:cubicBezTo>
                  <a:cubicBezTo>
                    <a:pt x="13497" y="8219"/>
                    <a:pt x="13696" y="8055"/>
                    <a:pt x="13852" y="7853"/>
                  </a:cubicBezTo>
                  <a:cubicBezTo>
                    <a:pt x="14007" y="7653"/>
                    <a:pt x="14088" y="7399"/>
                    <a:pt x="14095" y="7092"/>
                  </a:cubicBezTo>
                  <a:cubicBezTo>
                    <a:pt x="14101" y="6784"/>
                    <a:pt x="14010" y="6490"/>
                    <a:pt x="13820" y="6209"/>
                  </a:cubicBezTo>
                  <a:cubicBezTo>
                    <a:pt x="13579" y="5841"/>
                    <a:pt x="13374" y="5550"/>
                    <a:pt x="13205" y="5334"/>
                  </a:cubicBezTo>
                  <a:cubicBezTo>
                    <a:pt x="13037" y="5116"/>
                    <a:pt x="12777" y="4835"/>
                    <a:pt x="12424" y="4490"/>
                  </a:cubicBezTo>
                  <a:cubicBezTo>
                    <a:pt x="12175" y="4247"/>
                    <a:pt x="11912" y="4019"/>
                    <a:pt x="11636" y="3808"/>
                  </a:cubicBezTo>
                  <a:lnTo>
                    <a:pt x="11636" y="3808"/>
                  </a:lnTo>
                  <a:lnTo>
                    <a:pt x="13104" y="1416"/>
                  </a:lnTo>
                  <a:cubicBezTo>
                    <a:pt x="13252" y="1175"/>
                    <a:pt x="13288" y="933"/>
                    <a:pt x="13214" y="691"/>
                  </a:cubicBezTo>
                  <a:cubicBezTo>
                    <a:pt x="13140" y="449"/>
                    <a:pt x="13006" y="265"/>
                    <a:pt x="12813" y="141"/>
                  </a:cubicBezTo>
                  <a:cubicBezTo>
                    <a:pt x="12666" y="48"/>
                    <a:pt x="12504" y="1"/>
                    <a:pt x="12326"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7"/>
            <p:cNvSpPr/>
            <p:nvPr/>
          </p:nvSpPr>
          <p:spPr>
            <a:xfrm>
              <a:off x="5438375" y="3394850"/>
              <a:ext cx="15400" cy="65575"/>
            </a:xfrm>
            <a:custGeom>
              <a:rect b="b" l="l" r="r" t="t"/>
              <a:pathLst>
                <a:path extrusionOk="0" h="2623" w="616">
                  <a:moveTo>
                    <a:pt x="308" y="1"/>
                  </a:moveTo>
                  <a:cubicBezTo>
                    <a:pt x="138" y="1"/>
                    <a:pt x="1" y="140"/>
                    <a:pt x="5" y="311"/>
                  </a:cubicBezTo>
                  <a:lnTo>
                    <a:pt x="5" y="2319"/>
                  </a:lnTo>
                  <a:cubicBezTo>
                    <a:pt x="5" y="2487"/>
                    <a:pt x="140" y="2622"/>
                    <a:pt x="308" y="2622"/>
                  </a:cubicBezTo>
                  <a:cubicBezTo>
                    <a:pt x="475" y="2622"/>
                    <a:pt x="612" y="2485"/>
                    <a:pt x="610" y="2319"/>
                  </a:cubicBezTo>
                  <a:lnTo>
                    <a:pt x="610" y="311"/>
                  </a:lnTo>
                  <a:cubicBezTo>
                    <a:pt x="616" y="140"/>
                    <a:pt x="479" y="1"/>
                    <a:pt x="3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7"/>
            <p:cNvSpPr/>
            <p:nvPr/>
          </p:nvSpPr>
          <p:spPr>
            <a:xfrm>
              <a:off x="5473950" y="3445425"/>
              <a:ext cx="15150" cy="68150"/>
            </a:xfrm>
            <a:custGeom>
              <a:rect b="b" l="l" r="r" t="t"/>
              <a:pathLst>
                <a:path extrusionOk="0" h="2726" w="606">
                  <a:moveTo>
                    <a:pt x="302" y="0"/>
                  </a:moveTo>
                  <a:cubicBezTo>
                    <a:pt x="138" y="0"/>
                    <a:pt x="4" y="132"/>
                    <a:pt x="0" y="296"/>
                  </a:cubicBezTo>
                  <a:lnTo>
                    <a:pt x="0" y="2424"/>
                  </a:lnTo>
                  <a:cubicBezTo>
                    <a:pt x="0" y="2590"/>
                    <a:pt x="135" y="2726"/>
                    <a:pt x="302" y="2726"/>
                  </a:cubicBezTo>
                  <a:cubicBezTo>
                    <a:pt x="470" y="2726"/>
                    <a:pt x="606" y="2590"/>
                    <a:pt x="606" y="2424"/>
                  </a:cubicBezTo>
                  <a:lnTo>
                    <a:pt x="606" y="296"/>
                  </a:lnTo>
                  <a:cubicBezTo>
                    <a:pt x="602" y="132"/>
                    <a:pt x="468" y="0"/>
                    <a:pt x="3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7"/>
            <p:cNvSpPr/>
            <p:nvPr/>
          </p:nvSpPr>
          <p:spPr>
            <a:xfrm>
              <a:off x="5544825" y="3504500"/>
              <a:ext cx="15175" cy="65200"/>
            </a:xfrm>
            <a:custGeom>
              <a:rect b="b" l="l" r="r" t="t"/>
              <a:pathLst>
                <a:path extrusionOk="0" h="2608" w="607">
                  <a:moveTo>
                    <a:pt x="303" y="1"/>
                  </a:moveTo>
                  <a:cubicBezTo>
                    <a:pt x="139" y="1"/>
                    <a:pt x="4" y="131"/>
                    <a:pt x="0" y="296"/>
                  </a:cubicBezTo>
                  <a:lnTo>
                    <a:pt x="0" y="2304"/>
                  </a:lnTo>
                  <a:cubicBezTo>
                    <a:pt x="0" y="2472"/>
                    <a:pt x="136" y="2608"/>
                    <a:pt x="303" y="2608"/>
                  </a:cubicBezTo>
                  <a:cubicBezTo>
                    <a:pt x="470" y="2608"/>
                    <a:pt x="607" y="2472"/>
                    <a:pt x="607" y="2304"/>
                  </a:cubicBezTo>
                  <a:lnTo>
                    <a:pt x="607" y="296"/>
                  </a:lnTo>
                  <a:cubicBezTo>
                    <a:pt x="603" y="131"/>
                    <a:pt x="468" y="1"/>
                    <a:pt x="3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7"/>
            <p:cNvSpPr/>
            <p:nvPr/>
          </p:nvSpPr>
          <p:spPr>
            <a:xfrm>
              <a:off x="5645250" y="3554550"/>
              <a:ext cx="15175" cy="59475"/>
            </a:xfrm>
            <a:custGeom>
              <a:rect b="b" l="l" r="r" t="t"/>
              <a:pathLst>
                <a:path extrusionOk="0" h="2379" w="607">
                  <a:moveTo>
                    <a:pt x="304" y="0"/>
                  </a:moveTo>
                  <a:cubicBezTo>
                    <a:pt x="136" y="0"/>
                    <a:pt x="1" y="136"/>
                    <a:pt x="1" y="302"/>
                  </a:cubicBezTo>
                  <a:lnTo>
                    <a:pt x="1" y="2075"/>
                  </a:lnTo>
                  <a:cubicBezTo>
                    <a:pt x="1" y="2243"/>
                    <a:pt x="136" y="2378"/>
                    <a:pt x="304" y="2378"/>
                  </a:cubicBezTo>
                  <a:cubicBezTo>
                    <a:pt x="471" y="2378"/>
                    <a:pt x="606" y="2243"/>
                    <a:pt x="606" y="2075"/>
                  </a:cubicBezTo>
                  <a:lnTo>
                    <a:pt x="606" y="302"/>
                  </a:lnTo>
                  <a:cubicBezTo>
                    <a:pt x="606" y="136"/>
                    <a:pt x="471" y="0"/>
                    <a:pt x="30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7"/>
            <p:cNvSpPr/>
            <p:nvPr/>
          </p:nvSpPr>
          <p:spPr>
            <a:xfrm>
              <a:off x="5754550" y="3575375"/>
              <a:ext cx="15200" cy="35675"/>
            </a:xfrm>
            <a:custGeom>
              <a:rect b="b" l="l" r="r" t="t"/>
              <a:pathLst>
                <a:path extrusionOk="0" h="1427" w="608">
                  <a:moveTo>
                    <a:pt x="304" y="1"/>
                  </a:moveTo>
                  <a:cubicBezTo>
                    <a:pt x="140" y="1"/>
                    <a:pt x="4" y="132"/>
                    <a:pt x="2" y="296"/>
                  </a:cubicBezTo>
                  <a:lnTo>
                    <a:pt x="2" y="1125"/>
                  </a:lnTo>
                  <a:cubicBezTo>
                    <a:pt x="0" y="1291"/>
                    <a:pt x="137" y="1427"/>
                    <a:pt x="304" y="1427"/>
                  </a:cubicBezTo>
                  <a:cubicBezTo>
                    <a:pt x="472" y="1427"/>
                    <a:pt x="607" y="1291"/>
                    <a:pt x="607" y="1125"/>
                  </a:cubicBezTo>
                  <a:lnTo>
                    <a:pt x="607" y="296"/>
                  </a:lnTo>
                  <a:cubicBezTo>
                    <a:pt x="603" y="132"/>
                    <a:pt x="468" y="1"/>
                    <a:pt x="3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7"/>
            <p:cNvSpPr/>
            <p:nvPr/>
          </p:nvSpPr>
          <p:spPr>
            <a:xfrm>
              <a:off x="5970100" y="3533675"/>
              <a:ext cx="15375" cy="47850"/>
            </a:xfrm>
            <a:custGeom>
              <a:rect b="b" l="l" r="r" t="t"/>
              <a:pathLst>
                <a:path extrusionOk="0" h="1914" w="615">
                  <a:moveTo>
                    <a:pt x="307" y="1"/>
                  </a:moveTo>
                  <a:cubicBezTo>
                    <a:pt x="137" y="1"/>
                    <a:pt x="1" y="141"/>
                    <a:pt x="5" y="311"/>
                  </a:cubicBezTo>
                  <a:lnTo>
                    <a:pt x="5" y="1610"/>
                  </a:lnTo>
                  <a:cubicBezTo>
                    <a:pt x="5" y="1778"/>
                    <a:pt x="140" y="1914"/>
                    <a:pt x="308" y="1914"/>
                  </a:cubicBezTo>
                  <a:cubicBezTo>
                    <a:pt x="475" y="1914"/>
                    <a:pt x="610" y="1778"/>
                    <a:pt x="610" y="1610"/>
                  </a:cubicBezTo>
                  <a:lnTo>
                    <a:pt x="610" y="311"/>
                  </a:lnTo>
                  <a:cubicBezTo>
                    <a:pt x="614" y="141"/>
                    <a:pt x="477" y="1"/>
                    <a:pt x="307"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7"/>
            <p:cNvSpPr/>
            <p:nvPr/>
          </p:nvSpPr>
          <p:spPr>
            <a:xfrm>
              <a:off x="6017375" y="3483475"/>
              <a:ext cx="15350" cy="65550"/>
            </a:xfrm>
            <a:custGeom>
              <a:rect b="b" l="l" r="r" t="t"/>
              <a:pathLst>
                <a:path extrusionOk="0" h="2622" w="614">
                  <a:moveTo>
                    <a:pt x="307" y="0"/>
                  </a:moveTo>
                  <a:cubicBezTo>
                    <a:pt x="137" y="0"/>
                    <a:pt x="1" y="140"/>
                    <a:pt x="4" y="310"/>
                  </a:cubicBezTo>
                  <a:lnTo>
                    <a:pt x="4" y="2319"/>
                  </a:lnTo>
                  <a:cubicBezTo>
                    <a:pt x="4" y="2486"/>
                    <a:pt x="140" y="2622"/>
                    <a:pt x="307" y="2622"/>
                  </a:cubicBezTo>
                  <a:cubicBezTo>
                    <a:pt x="475" y="2622"/>
                    <a:pt x="610" y="2486"/>
                    <a:pt x="610" y="2319"/>
                  </a:cubicBezTo>
                  <a:lnTo>
                    <a:pt x="610" y="310"/>
                  </a:lnTo>
                  <a:cubicBezTo>
                    <a:pt x="614" y="140"/>
                    <a:pt x="477" y="0"/>
                    <a:pt x="307"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7"/>
            <p:cNvSpPr/>
            <p:nvPr/>
          </p:nvSpPr>
          <p:spPr>
            <a:xfrm>
              <a:off x="6052025" y="3816525"/>
              <a:ext cx="793500" cy="793500"/>
            </a:xfrm>
            <a:custGeom>
              <a:rect b="b" l="l" r="r" t="t"/>
              <a:pathLst>
                <a:path extrusionOk="0" h="31740" w="31740">
                  <a:moveTo>
                    <a:pt x="15870" y="1"/>
                  </a:moveTo>
                  <a:cubicBezTo>
                    <a:pt x="11661" y="1"/>
                    <a:pt x="7625" y="1673"/>
                    <a:pt x="4649" y="4649"/>
                  </a:cubicBezTo>
                  <a:cubicBezTo>
                    <a:pt x="1672" y="7624"/>
                    <a:pt x="0" y="11661"/>
                    <a:pt x="0" y="15870"/>
                  </a:cubicBezTo>
                  <a:cubicBezTo>
                    <a:pt x="0" y="20079"/>
                    <a:pt x="1672" y="24115"/>
                    <a:pt x="4649" y="27092"/>
                  </a:cubicBezTo>
                  <a:cubicBezTo>
                    <a:pt x="7625" y="30068"/>
                    <a:pt x="11661" y="31740"/>
                    <a:pt x="15870" y="31740"/>
                  </a:cubicBezTo>
                  <a:cubicBezTo>
                    <a:pt x="20079" y="31740"/>
                    <a:pt x="24116" y="30068"/>
                    <a:pt x="27091" y="27092"/>
                  </a:cubicBezTo>
                  <a:cubicBezTo>
                    <a:pt x="30068" y="24115"/>
                    <a:pt x="31739" y="20079"/>
                    <a:pt x="31739" y="15870"/>
                  </a:cubicBezTo>
                  <a:cubicBezTo>
                    <a:pt x="31739" y="11661"/>
                    <a:pt x="30068" y="7624"/>
                    <a:pt x="27091" y="4649"/>
                  </a:cubicBezTo>
                  <a:cubicBezTo>
                    <a:pt x="24116" y="1673"/>
                    <a:pt x="20079" y="1"/>
                    <a:pt x="1587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7"/>
            <p:cNvSpPr/>
            <p:nvPr/>
          </p:nvSpPr>
          <p:spPr>
            <a:xfrm>
              <a:off x="5987550" y="3808800"/>
              <a:ext cx="922450" cy="808675"/>
            </a:xfrm>
            <a:custGeom>
              <a:rect b="b" l="l" r="r" t="t"/>
              <a:pathLst>
                <a:path extrusionOk="0" h="32347" w="36898">
                  <a:moveTo>
                    <a:pt x="18479" y="607"/>
                  </a:moveTo>
                  <a:cubicBezTo>
                    <a:pt x="21316" y="607"/>
                    <a:pt x="24110" y="1389"/>
                    <a:pt x="26589" y="2910"/>
                  </a:cubicBezTo>
                  <a:cubicBezTo>
                    <a:pt x="33905" y="7399"/>
                    <a:pt x="36206" y="17004"/>
                    <a:pt x="31718" y="24320"/>
                  </a:cubicBezTo>
                  <a:cubicBezTo>
                    <a:pt x="28784" y="29103"/>
                    <a:pt x="23662" y="31741"/>
                    <a:pt x="18423" y="31741"/>
                  </a:cubicBezTo>
                  <a:cubicBezTo>
                    <a:pt x="15648" y="31741"/>
                    <a:pt x="12841" y="31001"/>
                    <a:pt x="10308" y="29448"/>
                  </a:cubicBezTo>
                  <a:cubicBezTo>
                    <a:pt x="2992" y="24959"/>
                    <a:pt x="692" y="15355"/>
                    <a:pt x="5181" y="8040"/>
                  </a:cubicBezTo>
                  <a:cubicBezTo>
                    <a:pt x="7355" y="4495"/>
                    <a:pt x="10780" y="2010"/>
                    <a:pt x="14823" y="1042"/>
                  </a:cubicBezTo>
                  <a:cubicBezTo>
                    <a:pt x="16020" y="754"/>
                    <a:pt x="17247" y="608"/>
                    <a:pt x="18479" y="607"/>
                  </a:cubicBezTo>
                  <a:close/>
                  <a:moveTo>
                    <a:pt x="18480" y="0"/>
                  </a:moveTo>
                  <a:cubicBezTo>
                    <a:pt x="17216" y="0"/>
                    <a:pt x="15943" y="150"/>
                    <a:pt x="14682" y="452"/>
                  </a:cubicBezTo>
                  <a:cubicBezTo>
                    <a:pt x="10481" y="1458"/>
                    <a:pt x="6924" y="4041"/>
                    <a:pt x="4665" y="7722"/>
                  </a:cubicBezTo>
                  <a:cubicBezTo>
                    <a:pt x="1" y="15324"/>
                    <a:pt x="2390" y="25300"/>
                    <a:pt x="9992" y="29964"/>
                  </a:cubicBezTo>
                  <a:cubicBezTo>
                    <a:pt x="12523" y="31521"/>
                    <a:pt x="15436" y="32347"/>
                    <a:pt x="18409" y="32347"/>
                  </a:cubicBezTo>
                  <a:cubicBezTo>
                    <a:pt x="18413" y="32347"/>
                    <a:pt x="18418" y="32347"/>
                    <a:pt x="18423" y="32347"/>
                  </a:cubicBezTo>
                  <a:cubicBezTo>
                    <a:pt x="23865" y="32347"/>
                    <a:pt x="29186" y="29606"/>
                    <a:pt x="32235" y="24636"/>
                  </a:cubicBezTo>
                  <a:cubicBezTo>
                    <a:pt x="36898" y="17035"/>
                    <a:pt x="34508" y="7058"/>
                    <a:pt x="26907" y="2395"/>
                  </a:cubicBezTo>
                  <a:cubicBezTo>
                    <a:pt x="24329" y="813"/>
                    <a:pt x="21429" y="0"/>
                    <a:pt x="184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7"/>
            <p:cNvSpPr/>
            <p:nvPr/>
          </p:nvSpPr>
          <p:spPr>
            <a:xfrm>
              <a:off x="6052050" y="3763475"/>
              <a:ext cx="793475" cy="793475"/>
            </a:xfrm>
            <a:custGeom>
              <a:rect b="b" l="l" r="r" t="t"/>
              <a:pathLst>
                <a:path extrusionOk="0" h="31739" w="31739">
                  <a:moveTo>
                    <a:pt x="15869" y="0"/>
                  </a:moveTo>
                  <a:cubicBezTo>
                    <a:pt x="11661" y="0"/>
                    <a:pt x="7624" y="1672"/>
                    <a:pt x="4648" y="4648"/>
                  </a:cubicBezTo>
                  <a:cubicBezTo>
                    <a:pt x="1671" y="7625"/>
                    <a:pt x="0" y="11661"/>
                    <a:pt x="0" y="15869"/>
                  </a:cubicBezTo>
                  <a:cubicBezTo>
                    <a:pt x="0" y="20078"/>
                    <a:pt x="1671" y="24114"/>
                    <a:pt x="4648" y="27091"/>
                  </a:cubicBezTo>
                  <a:cubicBezTo>
                    <a:pt x="7624" y="30067"/>
                    <a:pt x="11661" y="31739"/>
                    <a:pt x="15869" y="31739"/>
                  </a:cubicBezTo>
                  <a:cubicBezTo>
                    <a:pt x="20078" y="31739"/>
                    <a:pt x="24115" y="30067"/>
                    <a:pt x="27090" y="27091"/>
                  </a:cubicBezTo>
                  <a:cubicBezTo>
                    <a:pt x="30066" y="24114"/>
                    <a:pt x="31738" y="20078"/>
                    <a:pt x="31738" y="15869"/>
                  </a:cubicBezTo>
                  <a:cubicBezTo>
                    <a:pt x="31738" y="11661"/>
                    <a:pt x="30066" y="7625"/>
                    <a:pt x="27090" y="4648"/>
                  </a:cubicBezTo>
                  <a:cubicBezTo>
                    <a:pt x="24115" y="1672"/>
                    <a:pt x="20078" y="0"/>
                    <a:pt x="158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7"/>
            <p:cNvSpPr/>
            <p:nvPr/>
          </p:nvSpPr>
          <p:spPr>
            <a:xfrm>
              <a:off x="6000750" y="3755825"/>
              <a:ext cx="896075" cy="808875"/>
            </a:xfrm>
            <a:custGeom>
              <a:rect b="b" l="l" r="r" t="t"/>
              <a:pathLst>
                <a:path extrusionOk="0" h="32355" w="35843">
                  <a:moveTo>
                    <a:pt x="17919" y="607"/>
                  </a:moveTo>
                  <a:cubicBezTo>
                    <a:pt x="24802" y="607"/>
                    <a:pt x="31114" y="5214"/>
                    <a:pt x="32965" y="12175"/>
                  </a:cubicBezTo>
                  <a:cubicBezTo>
                    <a:pt x="35171" y="20469"/>
                    <a:pt x="30218" y="29013"/>
                    <a:pt x="21923" y="31219"/>
                  </a:cubicBezTo>
                  <a:cubicBezTo>
                    <a:pt x="20590" y="31573"/>
                    <a:pt x="19239" y="31749"/>
                    <a:pt x="17896" y="31749"/>
                  </a:cubicBezTo>
                  <a:cubicBezTo>
                    <a:pt x="15189" y="31749"/>
                    <a:pt x="12518" y="31037"/>
                    <a:pt x="10114" y="29642"/>
                  </a:cubicBezTo>
                  <a:cubicBezTo>
                    <a:pt x="6515" y="27556"/>
                    <a:pt x="3946" y="24195"/>
                    <a:pt x="2878" y="20176"/>
                  </a:cubicBezTo>
                  <a:cubicBezTo>
                    <a:pt x="672" y="11882"/>
                    <a:pt x="5625" y="3339"/>
                    <a:pt x="13920" y="1133"/>
                  </a:cubicBezTo>
                  <a:cubicBezTo>
                    <a:pt x="15225" y="784"/>
                    <a:pt x="16569" y="608"/>
                    <a:pt x="17919" y="607"/>
                  </a:cubicBezTo>
                  <a:close/>
                  <a:moveTo>
                    <a:pt x="17920" y="0"/>
                  </a:moveTo>
                  <a:cubicBezTo>
                    <a:pt x="16547" y="0"/>
                    <a:pt x="15152" y="177"/>
                    <a:pt x="13764" y="547"/>
                  </a:cubicBezTo>
                  <a:cubicBezTo>
                    <a:pt x="5147" y="2839"/>
                    <a:pt x="0" y="11715"/>
                    <a:pt x="2292" y="20332"/>
                  </a:cubicBezTo>
                  <a:cubicBezTo>
                    <a:pt x="3403" y="24507"/>
                    <a:pt x="6073" y="27999"/>
                    <a:pt x="9809" y="30167"/>
                  </a:cubicBezTo>
                  <a:cubicBezTo>
                    <a:pt x="12308" y="31615"/>
                    <a:pt x="15082" y="32355"/>
                    <a:pt x="17895" y="32355"/>
                  </a:cubicBezTo>
                  <a:cubicBezTo>
                    <a:pt x="19308" y="32354"/>
                    <a:pt x="20714" y="32169"/>
                    <a:pt x="22079" y="31804"/>
                  </a:cubicBezTo>
                  <a:cubicBezTo>
                    <a:pt x="30696" y="29512"/>
                    <a:pt x="35843" y="20637"/>
                    <a:pt x="33551" y="12019"/>
                  </a:cubicBezTo>
                  <a:cubicBezTo>
                    <a:pt x="31627" y="4790"/>
                    <a:pt x="25071" y="0"/>
                    <a:pt x="1792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7"/>
            <p:cNvSpPr/>
            <p:nvPr/>
          </p:nvSpPr>
          <p:spPr>
            <a:xfrm>
              <a:off x="6111525" y="3822975"/>
              <a:ext cx="674500" cy="674475"/>
            </a:xfrm>
            <a:custGeom>
              <a:rect b="b" l="l" r="r" t="t"/>
              <a:pathLst>
                <a:path extrusionOk="0" h="26979" w="26980">
                  <a:moveTo>
                    <a:pt x="13490" y="1"/>
                  </a:moveTo>
                  <a:cubicBezTo>
                    <a:pt x="9912" y="1"/>
                    <a:pt x="6482" y="1421"/>
                    <a:pt x="3952" y="3952"/>
                  </a:cubicBezTo>
                  <a:cubicBezTo>
                    <a:pt x="1423" y="6481"/>
                    <a:pt x="1" y="9912"/>
                    <a:pt x="1" y="13489"/>
                  </a:cubicBezTo>
                  <a:cubicBezTo>
                    <a:pt x="1" y="17067"/>
                    <a:pt x="1423" y="20498"/>
                    <a:pt x="3952" y="23027"/>
                  </a:cubicBezTo>
                  <a:cubicBezTo>
                    <a:pt x="6482" y="25558"/>
                    <a:pt x="9912" y="26978"/>
                    <a:pt x="13490" y="26978"/>
                  </a:cubicBezTo>
                  <a:cubicBezTo>
                    <a:pt x="17068" y="26978"/>
                    <a:pt x="20499" y="25558"/>
                    <a:pt x="23029" y="23027"/>
                  </a:cubicBezTo>
                  <a:cubicBezTo>
                    <a:pt x="25558" y="20498"/>
                    <a:pt x="26980" y="17067"/>
                    <a:pt x="26980" y="13489"/>
                  </a:cubicBezTo>
                  <a:cubicBezTo>
                    <a:pt x="26980" y="9912"/>
                    <a:pt x="25558" y="6481"/>
                    <a:pt x="23029" y="3952"/>
                  </a:cubicBezTo>
                  <a:cubicBezTo>
                    <a:pt x="20499" y="1421"/>
                    <a:pt x="17068" y="1"/>
                    <a:pt x="1349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27"/>
            <p:cNvSpPr/>
            <p:nvPr/>
          </p:nvSpPr>
          <p:spPr>
            <a:xfrm>
              <a:off x="6091875" y="3815250"/>
              <a:ext cx="713825" cy="689925"/>
            </a:xfrm>
            <a:custGeom>
              <a:rect b="b" l="l" r="r" t="t"/>
              <a:pathLst>
                <a:path extrusionOk="0" h="27597" w="28553">
                  <a:moveTo>
                    <a:pt x="14298" y="606"/>
                  </a:moveTo>
                  <a:cubicBezTo>
                    <a:pt x="16591" y="606"/>
                    <a:pt x="18854" y="1211"/>
                    <a:pt x="20890" y="2392"/>
                  </a:cubicBezTo>
                  <a:cubicBezTo>
                    <a:pt x="23937" y="4159"/>
                    <a:pt x="26115" y="7006"/>
                    <a:pt x="27020" y="10410"/>
                  </a:cubicBezTo>
                  <a:cubicBezTo>
                    <a:pt x="27925" y="13813"/>
                    <a:pt x="27451" y="17367"/>
                    <a:pt x="25684" y="20413"/>
                  </a:cubicBezTo>
                  <a:cubicBezTo>
                    <a:pt x="23916" y="23460"/>
                    <a:pt x="21070" y="25636"/>
                    <a:pt x="17665" y="26543"/>
                  </a:cubicBezTo>
                  <a:cubicBezTo>
                    <a:pt x="16536" y="26843"/>
                    <a:pt x="15391" y="26992"/>
                    <a:pt x="14253" y="26992"/>
                  </a:cubicBezTo>
                  <a:cubicBezTo>
                    <a:pt x="11960" y="26992"/>
                    <a:pt x="9698" y="26388"/>
                    <a:pt x="7661" y="25206"/>
                  </a:cubicBezTo>
                  <a:cubicBezTo>
                    <a:pt x="4615" y="23439"/>
                    <a:pt x="2439" y="20591"/>
                    <a:pt x="1533" y="17188"/>
                  </a:cubicBezTo>
                  <a:cubicBezTo>
                    <a:pt x="628" y="13785"/>
                    <a:pt x="1102" y="10233"/>
                    <a:pt x="2869" y="7186"/>
                  </a:cubicBezTo>
                  <a:cubicBezTo>
                    <a:pt x="4636" y="4138"/>
                    <a:pt x="7483" y="1961"/>
                    <a:pt x="10887" y="1056"/>
                  </a:cubicBezTo>
                  <a:cubicBezTo>
                    <a:pt x="11999" y="759"/>
                    <a:pt x="13147" y="608"/>
                    <a:pt x="14298" y="606"/>
                  </a:cubicBezTo>
                  <a:close/>
                  <a:moveTo>
                    <a:pt x="14299" y="1"/>
                  </a:moveTo>
                  <a:cubicBezTo>
                    <a:pt x="13109" y="1"/>
                    <a:pt x="11911" y="156"/>
                    <a:pt x="10731" y="470"/>
                  </a:cubicBezTo>
                  <a:cubicBezTo>
                    <a:pt x="7170" y="1416"/>
                    <a:pt x="4193" y="3693"/>
                    <a:pt x="2346" y="6881"/>
                  </a:cubicBezTo>
                  <a:cubicBezTo>
                    <a:pt x="498" y="10067"/>
                    <a:pt x="0" y="13784"/>
                    <a:pt x="948" y="17343"/>
                  </a:cubicBezTo>
                  <a:cubicBezTo>
                    <a:pt x="1895" y="20904"/>
                    <a:pt x="4171" y="23882"/>
                    <a:pt x="7358" y="25730"/>
                  </a:cubicBezTo>
                  <a:cubicBezTo>
                    <a:pt x="9489" y="26966"/>
                    <a:pt x="11855" y="27596"/>
                    <a:pt x="14254" y="27596"/>
                  </a:cubicBezTo>
                  <a:cubicBezTo>
                    <a:pt x="15458" y="27596"/>
                    <a:pt x="16658" y="27438"/>
                    <a:pt x="17822" y="27127"/>
                  </a:cubicBezTo>
                  <a:cubicBezTo>
                    <a:pt x="21381" y="26181"/>
                    <a:pt x="24359" y="23904"/>
                    <a:pt x="26208" y="20717"/>
                  </a:cubicBezTo>
                  <a:cubicBezTo>
                    <a:pt x="28056" y="17530"/>
                    <a:pt x="28552" y="13814"/>
                    <a:pt x="27604" y="10254"/>
                  </a:cubicBezTo>
                  <a:cubicBezTo>
                    <a:pt x="26658" y="6693"/>
                    <a:pt x="24381" y="3715"/>
                    <a:pt x="21195" y="1867"/>
                  </a:cubicBezTo>
                  <a:cubicBezTo>
                    <a:pt x="19064" y="632"/>
                    <a:pt x="16698" y="1"/>
                    <a:pt x="1429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7"/>
            <p:cNvSpPr/>
            <p:nvPr/>
          </p:nvSpPr>
          <p:spPr>
            <a:xfrm>
              <a:off x="6271025" y="3916275"/>
              <a:ext cx="328225" cy="505750"/>
            </a:xfrm>
            <a:custGeom>
              <a:rect b="b" l="l" r="r" t="t"/>
              <a:pathLst>
                <a:path extrusionOk="0" h="20230" w="13129">
                  <a:moveTo>
                    <a:pt x="4134" y="1"/>
                  </a:moveTo>
                  <a:cubicBezTo>
                    <a:pt x="4062" y="1"/>
                    <a:pt x="3989" y="10"/>
                    <a:pt x="3916" y="27"/>
                  </a:cubicBezTo>
                  <a:cubicBezTo>
                    <a:pt x="3694" y="82"/>
                    <a:pt x="3511" y="213"/>
                    <a:pt x="3370" y="420"/>
                  </a:cubicBezTo>
                  <a:cubicBezTo>
                    <a:pt x="3228" y="627"/>
                    <a:pt x="3196" y="876"/>
                    <a:pt x="3273" y="1165"/>
                  </a:cubicBezTo>
                  <a:lnTo>
                    <a:pt x="3982" y="3833"/>
                  </a:lnTo>
                  <a:lnTo>
                    <a:pt x="3982" y="3833"/>
                  </a:lnTo>
                  <a:cubicBezTo>
                    <a:pt x="2783" y="4223"/>
                    <a:pt x="1848" y="4781"/>
                    <a:pt x="1177" y="5508"/>
                  </a:cubicBezTo>
                  <a:cubicBezTo>
                    <a:pt x="283" y="6478"/>
                    <a:pt x="1" y="7585"/>
                    <a:pt x="333" y="8833"/>
                  </a:cubicBezTo>
                  <a:cubicBezTo>
                    <a:pt x="469" y="9345"/>
                    <a:pt x="654" y="9774"/>
                    <a:pt x="887" y="10118"/>
                  </a:cubicBezTo>
                  <a:cubicBezTo>
                    <a:pt x="1121" y="10463"/>
                    <a:pt x="1380" y="10738"/>
                    <a:pt x="1662" y="10941"/>
                  </a:cubicBezTo>
                  <a:cubicBezTo>
                    <a:pt x="1945" y="11146"/>
                    <a:pt x="2320" y="11302"/>
                    <a:pt x="2787" y="11410"/>
                  </a:cubicBezTo>
                  <a:cubicBezTo>
                    <a:pt x="3235" y="11516"/>
                    <a:pt x="3690" y="11587"/>
                    <a:pt x="4148" y="11625"/>
                  </a:cubicBezTo>
                  <a:cubicBezTo>
                    <a:pt x="4586" y="11659"/>
                    <a:pt x="5164" y="11681"/>
                    <a:pt x="5880" y="11691"/>
                  </a:cubicBezTo>
                  <a:lnTo>
                    <a:pt x="7774" y="11695"/>
                  </a:lnTo>
                  <a:cubicBezTo>
                    <a:pt x="7806" y="11695"/>
                    <a:pt x="7838" y="11694"/>
                    <a:pt x="7870" y="11694"/>
                  </a:cubicBezTo>
                  <a:cubicBezTo>
                    <a:pt x="8344" y="11694"/>
                    <a:pt x="8732" y="11759"/>
                    <a:pt x="9033" y="11889"/>
                  </a:cubicBezTo>
                  <a:cubicBezTo>
                    <a:pt x="9353" y="12027"/>
                    <a:pt x="9544" y="12208"/>
                    <a:pt x="9602" y="12430"/>
                  </a:cubicBezTo>
                  <a:cubicBezTo>
                    <a:pt x="9678" y="12712"/>
                    <a:pt x="9649" y="12969"/>
                    <a:pt x="9519" y="13199"/>
                  </a:cubicBezTo>
                  <a:cubicBezTo>
                    <a:pt x="9389" y="13431"/>
                    <a:pt x="9200" y="13616"/>
                    <a:pt x="8954" y="13755"/>
                  </a:cubicBezTo>
                  <a:cubicBezTo>
                    <a:pt x="8691" y="13901"/>
                    <a:pt x="8417" y="14026"/>
                    <a:pt x="8135" y="14131"/>
                  </a:cubicBezTo>
                  <a:cubicBezTo>
                    <a:pt x="7857" y="14237"/>
                    <a:pt x="7568" y="14312"/>
                    <a:pt x="7274" y="14352"/>
                  </a:cubicBezTo>
                  <a:cubicBezTo>
                    <a:pt x="6893" y="14437"/>
                    <a:pt x="6505" y="14481"/>
                    <a:pt x="6116" y="14482"/>
                  </a:cubicBezTo>
                  <a:cubicBezTo>
                    <a:pt x="6093" y="14482"/>
                    <a:pt x="6071" y="14482"/>
                    <a:pt x="6049" y="14482"/>
                  </a:cubicBezTo>
                  <a:cubicBezTo>
                    <a:pt x="5697" y="14482"/>
                    <a:pt x="5420" y="14463"/>
                    <a:pt x="5216" y="14427"/>
                  </a:cubicBezTo>
                  <a:cubicBezTo>
                    <a:pt x="5000" y="14388"/>
                    <a:pt x="4743" y="14334"/>
                    <a:pt x="4445" y="14262"/>
                  </a:cubicBezTo>
                  <a:cubicBezTo>
                    <a:pt x="4147" y="14190"/>
                    <a:pt x="3965" y="14150"/>
                    <a:pt x="3898" y="14140"/>
                  </a:cubicBezTo>
                  <a:cubicBezTo>
                    <a:pt x="3750" y="14110"/>
                    <a:pt x="3609" y="14096"/>
                    <a:pt x="3477" y="14096"/>
                  </a:cubicBezTo>
                  <a:cubicBezTo>
                    <a:pt x="3292" y="14096"/>
                    <a:pt x="3123" y="14124"/>
                    <a:pt x="2970" y="14181"/>
                  </a:cubicBezTo>
                  <a:cubicBezTo>
                    <a:pt x="2708" y="14279"/>
                    <a:pt x="2514" y="14444"/>
                    <a:pt x="2389" y="14679"/>
                  </a:cubicBezTo>
                  <a:cubicBezTo>
                    <a:pt x="2267" y="14905"/>
                    <a:pt x="2195" y="15155"/>
                    <a:pt x="2181" y="15413"/>
                  </a:cubicBezTo>
                  <a:cubicBezTo>
                    <a:pt x="2165" y="15669"/>
                    <a:pt x="2230" y="15913"/>
                    <a:pt x="2376" y="16149"/>
                  </a:cubicBezTo>
                  <a:cubicBezTo>
                    <a:pt x="2520" y="16385"/>
                    <a:pt x="2731" y="16558"/>
                    <a:pt x="3008" y="16667"/>
                  </a:cubicBezTo>
                  <a:cubicBezTo>
                    <a:pt x="3963" y="17015"/>
                    <a:pt x="4959" y="17189"/>
                    <a:pt x="5996" y="17189"/>
                  </a:cubicBezTo>
                  <a:cubicBezTo>
                    <a:pt x="6569" y="17189"/>
                    <a:pt x="7155" y="17136"/>
                    <a:pt x="7753" y="17029"/>
                  </a:cubicBezTo>
                  <a:lnTo>
                    <a:pt x="7753" y="17029"/>
                  </a:lnTo>
                  <a:lnTo>
                    <a:pt x="8416" y="19521"/>
                  </a:lnTo>
                  <a:cubicBezTo>
                    <a:pt x="8519" y="19906"/>
                    <a:pt x="8736" y="20134"/>
                    <a:pt x="9071" y="20204"/>
                  </a:cubicBezTo>
                  <a:cubicBezTo>
                    <a:pt x="9148" y="20221"/>
                    <a:pt x="9224" y="20229"/>
                    <a:pt x="9297" y="20229"/>
                  </a:cubicBezTo>
                  <a:cubicBezTo>
                    <a:pt x="9540" y="20229"/>
                    <a:pt x="9761" y="20138"/>
                    <a:pt x="9958" y="19956"/>
                  </a:cubicBezTo>
                  <a:cubicBezTo>
                    <a:pt x="10214" y="19717"/>
                    <a:pt x="10294" y="19415"/>
                    <a:pt x="10196" y="19048"/>
                  </a:cubicBezTo>
                  <a:lnTo>
                    <a:pt x="9536" y="16565"/>
                  </a:lnTo>
                  <a:lnTo>
                    <a:pt x="9536" y="16565"/>
                  </a:lnTo>
                  <a:cubicBezTo>
                    <a:pt x="10126" y="16351"/>
                    <a:pt x="10655" y="16086"/>
                    <a:pt x="11122" y="15769"/>
                  </a:cubicBezTo>
                  <a:cubicBezTo>
                    <a:pt x="11896" y="15243"/>
                    <a:pt x="12446" y="14580"/>
                    <a:pt x="12773" y="13780"/>
                  </a:cubicBezTo>
                  <a:cubicBezTo>
                    <a:pt x="13100" y="12979"/>
                    <a:pt x="13129" y="12108"/>
                    <a:pt x="12859" y="11165"/>
                  </a:cubicBezTo>
                  <a:cubicBezTo>
                    <a:pt x="12695" y="10578"/>
                    <a:pt x="12457" y="10095"/>
                    <a:pt x="12146" y="9716"/>
                  </a:cubicBezTo>
                  <a:cubicBezTo>
                    <a:pt x="11833" y="9337"/>
                    <a:pt x="11442" y="9050"/>
                    <a:pt x="10970" y="8855"/>
                  </a:cubicBezTo>
                  <a:cubicBezTo>
                    <a:pt x="10486" y="8658"/>
                    <a:pt x="9979" y="8528"/>
                    <a:pt x="9460" y="8468"/>
                  </a:cubicBezTo>
                  <a:cubicBezTo>
                    <a:pt x="8949" y="8407"/>
                    <a:pt x="8328" y="8377"/>
                    <a:pt x="7601" y="8377"/>
                  </a:cubicBezTo>
                  <a:cubicBezTo>
                    <a:pt x="7571" y="8377"/>
                    <a:pt x="7540" y="8377"/>
                    <a:pt x="7509" y="8377"/>
                  </a:cubicBezTo>
                  <a:lnTo>
                    <a:pt x="5638" y="8408"/>
                  </a:lnTo>
                  <a:cubicBezTo>
                    <a:pt x="5557" y="8411"/>
                    <a:pt x="5478" y="8413"/>
                    <a:pt x="5403" y="8413"/>
                  </a:cubicBezTo>
                  <a:cubicBezTo>
                    <a:pt x="4967" y="8413"/>
                    <a:pt x="4633" y="8365"/>
                    <a:pt x="4401" y="8270"/>
                  </a:cubicBezTo>
                  <a:cubicBezTo>
                    <a:pt x="4130" y="8160"/>
                    <a:pt x="3953" y="7951"/>
                    <a:pt x="3871" y="7644"/>
                  </a:cubicBezTo>
                  <a:cubicBezTo>
                    <a:pt x="3803" y="7387"/>
                    <a:pt x="3889" y="7145"/>
                    <a:pt x="4130" y="6916"/>
                  </a:cubicBezTo>
                  <a:cubicBezTo>
                    <a:pt x="4371" y="6687"/>
                    <a:pt x="4663" y="6520"/>
                    <a:pt x="5005" y="6416"/>
                  </a:cubicBezTo>
                  <a:cubicBezTo>
                    <a:pt x="5348" y="6312"/>
                    <a:pt x="5675" y="6227"/>
                    <a:pt x="5987" y="6162"/>
                  </a:cubicBezTo>
                  <a:cubicBezTo>
                    <a:pt x="6549" y="6077"/>
                    <a:pt x="7115" y="6035"/>
                    <a:pt x="7682" y="6035"/>
                  </a:cubicBezTo>
                  <a:cubicBezTo>
                    <a:pt x="8039" y="6035"/>
                    <a:pt x="8395" y="6051"/>
                    <a:pt x="8751" y="6085"/>
                  </a:cubicBezTo>
                  <a:cubicBezTo>
                    <a:pt x="8805" y="6089"/>
                    <a:pt x="8858" y="6090"/>
                    <a:pt x="8910" y="6090"/>
                  </a:cubicBezTo>
                  <a:cubicBezTo>
                    <a:pt x="9205" y="6090"/>
                    <a:pt x="9459" y="6034"/>
                    <a:pt x="9675" y="5922"/>
                  </a:cubicBezTo>
                  <a:cubicBezTo>
                    <a:pt x="9928" y="5791"/>
                    <a:pt x="10092" y="5599"/>
                    <a:pt x="10166" y="5345"/>
                  </a:cubicBezTo>
                  <a:cubicBezTo>
                    <a:pt x="10239" y="5102"/>
                    <a:pt x="10257" y="4843"/>
                    <a:pt x="10219" y="4591"/>
                  </a:cubicBezTo>
                  <a:cubicBezTo>
                    <a:pt x="10180" y="4340"/>
                    <a:pt x="10052" y="4107"/>
                    <a:pt x="9834" y="3891"/>
                  </a:cubicBezTo>
                  <a:cubicBezTo>
                    <a:pt x="9617" y="3675"/>
                    <a:pt x="9339" y="3538"/>
                    <a:pt x="9004" y="3481"/>
                  </a:cubicBezTo>
                  <a:cubicBezTo>
                    <a:pt x="8572" y="3404"/>
                    <a:pt x="8221" y="3350"/>
                    <a:pt x="7947" y="3323"/>
                  </a:cubicBezTo>
                  <a:cubicBezTo>
                    <a:pt x="7778" y="3305"/>
                    <a:pt x="7566" y="3296"/>
                    <a:pt x="7311" y="3296"/>
                  </a:cubicBezTo>
                  <a:cubicBezTo>
                    <a:pt x="7156" y="3296"/>
                    <a:pt x="6985" y="3300"/>
                    <a:pt x="6798" y="3306"/>
                  </a:cubicBezTo>
                  <a:cubicBezTo>
                    <a:pt x="6451" y="3320"/>
                    <a:pt x="6105" y="3354"/>
                    <a:pt x="5763" y="3408"/>
                  </a:cubicBezTo>
                  <a:lnTo>
                    <a:pt x="5763" y="3408"/>
                  </a:lnTo>
                  <a:lnTo>
                    <a:pt x="5040" y="695"/>
                  </a:lnTo>
                  <a:cubicBezTo>
                    <a:pt x="4969" y="422"/>
                    <a:pt x="4819" y="229"/>
                    <a:pt x="4591" y="115"/>
                  </a:cubicBezTo>
                  <a:cubicBezTo>
                    <a:pt x="4438" y="39"/>
                    <a:pt x="4286" y="1"/>
                    <a:pt x="413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7"/>
            <p:cNvSpPr/>
            <p:nvPr/>
          </p:nvSpPr>
          <p:spPr>
            <a:xfrm>
              <a:off x="6113125" y="4374575"/>
              <a:ext cx="15400" cy="65575"/>
            </a:xfrm>
            <a:custGeom>
              <a:rect b="b" l="l" r="r" t="t"/>
              <a:pathLst>
                <a:path extrusionOk="0" h="2623" w="616">
                  <a:moveTo>
                    <a:pt x="308" y="1"/>
                  </a:moveTo>
                  <a:cubicBezTo>
                    <a:pt x="137" y="1"/>
                    <a:pt x="1" y="140"/>
                    <a:pt x="6" y="311"/>
                  </a:cubicBezTo>
                  <a:lnTo>
                    <a:pt x="6" y="2320"/>
                  </a:lnTo>
                  <a:cubicBezTo>
                    <a:pt x="4" y="2487"/>
                    <a:pt x="141" y="2622"/>
                    <a:pt x="308" y="2622"/>
                  </a:cubicBezTo>
                  <a:cubicBezTo>
                    <a:pt x="475" y="2622"/>
                    <a:pt x="611" y="2487"/>
                    <a:pt x="611" y="2320"/>
                  </a:cubicBezTo>
                  <a:lnTo>
                    <a:pt x="611" y="311"/>
                  </a:lnTo>
                  <a:cubicBezTo>
                    <a:pt x="615" y="140"/>
                    <a:pt x="478" y="1"/>
                    <a:pt x="308"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7"/>
            <p:cNvSpPr/>
            <p:nvPr/>
          </p:nvSpPr>
          <p:spPr>
            <a:xfrm>
              <a:off x="6148625" y="4424800"/>
              <a:ext cx="15350" cy="68525"/>
            </a:xfrm>
            <a:custGeom>
              <a:rect b="b" l="l" r="r" t="t"/>
              <a:pathLst>
                <a:path extrusionOk="0" h="2741" w="614">
                  <a:moveTo>
                    <a:pt x="306" y="0"/>
                  </a:moveTo>
                  <a:cubicBezTo>
                    <a:pt x="137" y="0"/>
                    <a:pt x="0" y="141"/>
                    <a:pt x="4" y="310"/>
                  </a:cubicBezTo>
                  <a:lnTo>
                    <a:pt x="4" y="2437"/>
                  </a:lnTo>
                  <a:cubicBezTo>
                    <a:pt x="4" y="2605"/>
                    <a:pt x="139" y="2740"/>
                    <a:pt x="306" y="2740"/>
                  </a:cubicBezTo>
                  <a:cubicBezTo>
                    <a:pt x="474" y="2740"/>
                    <a:pt x="609" y="2605"/>
                    <a:pt x="609" y="2437"/>
                  </a:cubicBezTo>
                  <a:lnTo>
                    <a:pt x="609" y="310"/>
                  </a:lnTo>
                  <a:cubicBezTo>
                    <a:pt x="613" y="141"/>
                    <a:pt x="477" y="0"/>
                    <a:pt x="30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7"/>
            <p:cNvSpPr/>
            <p:nvPr/>
          </p:nvSpPr>
          <p:spPr>
            <a:xfrm>
              <a:off x="6219500" y="4483875"/>
              <a:ext cx="15375" cy="65575"/>
            </a:xfrm>
            <a:custGeom>
              <a:rect b="b" l="l" r="r" t="t"/>
              <a:pathLst>
                <a:path extrusionOk="0" h="2623" w="615">
                  <a:moveTo>
                    <a:pt x="307" y="1"/>
                  </a:moveTo>
                  <a:cubicBezTo>
                    <a:pt x="137" y="1"/>
                    <a:pt x="0" y="141"/>
                    <a:pt x="4" y="311"/>
                  </a:cubicBezTo>
                  <a:lnTo>
                    <a:pt x="4" y="2319"/>
                  </a:lnTo>
                  <a:cubicBezTo>
                    <a:pt x="4" y="2487"/>
                    <a:pt x="139" y="2622"/>
                    <a:pt x="307" y="2622"/>
                  </a:cubicBezTo>
                  <a:cubicBezTo>
                    <a:pt x="474" y="2622"/>
                    <a:pt x="611" y="2487"/>
                    <a:pt x="611" y="2319"/>
                  </a:cubicBezTo>
                  <a:lnTo>
                    <a:pt x="611" y="311"/>
                  </a:lnTo>
                  <a:cubicBezTo>
                    <a:pt x="615" y="141"/>
                    <a:pt x="478" y="1"/>
                    <a:pt x="3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7"/>
            <p:cNvSpPr/>
            <p:nvPr/>
          </p:nvSpPr>
          <p:spPr>
            <a:xfrm>
              <a:off x="6319950" y="4534075"/>
              <a:ext cx="15375" cy="59675"/>
            </a:xfrm>
            <a:custGeom>
              <a:rect b="b" l="l" r="r" t="t"/>
              <a:pathLst>
                <a:path extrusionOk="0" h="2387" w="615">
                  <a:moveTo>
                    <a:pt x="307" y="1"/>
                  </a:moveTo>
                  <a:cubicBezTo>
                    <a:pt x="138" y="1"/>
                    <a:pt x="1" y="141"/>
                    <a:pt x="5" y="311"/>
                  </a:cubicBezTo>
                  <a:lnTo>
                    <a:pt x="5" y="2084"/>
                  </a:lnTo>
                  <a:cubicBezTo>
                    <a:pt x="5" y="2251"/>
                    <a:pt x="140" y="2387"/>
                    <a:pt x="307" y="2387"/>
                  </a:cubicBezTo>
                  <a:cubicBezTo>
                    <a:pt x="475" y="2387"/>
                    <a:pt x="610" y="2251"/>
                    <a:pt x="610" y="2084"/>
                  </a:cubicBezTo>
                  <a:lnTo>
                    <a:pt x="610" y="311"/>
                  </a:lnTo>
                  <a:cubicBezTo>
                    <a:pt x="614" y="141"/>
                    <a:pt x="478" y="1"/>
                    <a:pt x="3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7"/>
            <p:cNvSpPr/>
            <p:nvPr/>
          </p:nvSpPr>
          <p:spPr>
            <a:xfrm>
              <a:off x="6429225" y="4554800"/>
              <a:ext cx="15375" cy="36025"/>
            </a:xfrm>
            <a:custGeom>
              <a:rect b="b" l="l" r="r" t="t"/>
              <a:pathLst>
                <a:path extrusionOk="0" h="1441" w="615">
                  <a:moveTo>
                    <a:pt x="308" y="0"/>
                  </a:moveTo>
                  <a:cubicBezTo>
                    <a:pt x="137" y="0"/>
                    <a:pt x="0" y="139"/>
                    <a:pt x="6" y="310"/>
                  </a:cubicBezTo>
                  <a:lnTo>
                    <a:pt x="6" y="1137"/>
                  </a:lnTo>
                  <a:cubicBezTo>
                    <a:pt x="4" y="1304"/>
                    <a:pt x="141" y="1440"/>
                    <a:pt x="308" y="1440"/>
                  </a:cubicBezTo>
                  <a:cubicBezTo>
                    <a:pt x="476" y="1440"/>
                    <a:pt x="611" y="1304"/>
                    <a:pt x="611" y="1137"/>
                  </a:cubicBezTo>
                  <a:lnTo>
                    <a:pt x="611" y="310"/>
                  </a:lnTo>
                  <a:cubicBezTo>
                    <a:pt x="615" y="139"/>
                    <a:pt x="478" y="0"/>
                    <a:pt x="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7"/>
            <p:cNvSpPr/>
            <p:nvPr/>
          </p:nvSpPr>
          <p:spPr>
            <a:xfrm>
              <a:off x="6644875" y="4513450"/>
              <a:ext cx="15350" cy="47850"/>
            </a:xfrm>
            <a:custGeom>
              <a:rect b="b" l="l" r="r" t="t"/>
              <a:pathLst>
                <a:path extrusionOk="0" h="1914" w="614">
                  <a:moveTo>
                    <a:pt x="308" y="0"/>
                  </a:moveTo>
                  <a:cubicBezTo>
                    <a:pt x="137" y="0"/>
                    <a:pt x="1" y="139"/>
                    <a:pt x="4" y="310"/>
                  </a:cubicBezTo>
                  <a:lnTo>
                    <a:pt x="4" y="1610"/>
                  </a:lnTo>
                  <a:cubicBezTo>
                    <a:pt x="4" y="1776"/>
                    <a:pt x="140" y="1913"/>
                    <a:pt x="308" y="1913"/>
                  </a:cubicBezTo>
                  <a:cubicBezTo>
                    <a:pt x="475" y="1913"/>
                    <a:pt x="611" y="1776"/>
                    <a:pt x="610" y="1610"/>
                  </a:cubicBezTo>
                  <a:lnTo>
                    <a:pt x="610" y="310"/>
                  </a:lnTo>
                  <a:cubicBezTo>
                    <a:pt x="614" y="139"/>
                    <a:pt x="477" y="0"/>
                    <a:pt x="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7"/>
            <p:cNvSpPr/>
            <p:nvPr/>
          </p:nvSpPr>
          <p:spPr>
            <a:xfrm>
              <a:off x="6692250" y="4463375"/>
              <a:ext cx="15150" cy="65400"/>
            </a:xfrm>
            <a:custGeom>
              <a:rect b="b" l="l" r="r" t="t"/>
              <a:pathLst>
                <a:path extrusionOk="0" h="2616" w="606">
                  <a:moveTo>
                    <a:pt x="304" y="0"/>
                  </a:moveTo>
                  <a:cubicBezTo>
                    <a:pt x="136" y="0"/>
                    <a:pt x="0" y="136"/>
                    <a:pt x="0" y="304"/>
                  </a:cubicBezTo>
                  <a:lnTo>
                    <a:pt x="0" y="2312"/>
                  </a:lnTo>
                  <a:cubicBezTo>
                    <a:pt x="0" y="2480"/>
                    <a:pt x="136" y="2615"/>
                    <a:pt x="304" y="2615"/>
                  </a:cubicBezTo>
                  <a:cubicBezTo>
                    <a:pt x="470" y="2615"/>
                    <a:pt x="606" y="2480"/>
                    <a:pt x="606" y="2312"/>
                  </a:cubicBezTo>
                  <a:lnTo>
                    <a:pt x="606" y="304"/>
                  </a:lnTo>
                  <a:cubicBezTo>
                    <a:pt x="606" y="136"/>
                    <a:pt x="470" y="0"/>
                    <a:pt x="3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7"/>
            <p:cNvSpPr/>
            <p:nvPr/>
          </p:nvSpPr>
          <p:spPr>
            <a:xfrm>
              <a:off x="5996025" y="3741750"/>
              <a:ext cx="905525" cy="793600"/>
            </a:xfrm>
            <a:custGeom>
              <a:rect b="b" l="l" r="r" t="t"/>
              <a:pathLst>
                <a:path extrusionOk="0" h="31744" w="36221">
                  <a:moveTo>
                    <a:pt x="18126" y="0"/>
                  </a:moveTo>
                  <a:cubicBezTo>
                    <a:pt x="12790" y="0"/>
                    <a:pt x="7579" y="2692"/>
                    <a:pt x="4584" y="7573"/>
                  </a:cubicBezTo>
                  <a:cubicBezTo>
                    <a:pt x="0" y="15044"/>
                    <a:pt x="2340" y="24815"/>
                    <a:pt x="9812" y="29399"/>
                  </a:cubicBezTo>
                  <a:cubicBezTo>
                    <a:pt x="12400" y="30987"/>
                    <a:pt x="15265" y="31744"/>
                    <a:pt x="18095" y="31744"/>
                  </a:cubicBezTo>
                  <a:cubicBezTo>
                    <a:pt x="23431" y="31744"/>
                    <a:pt x="28642" y="29053"/>
                    <a:pt x="31636" y="24171"/>
                  </a:cubicBezTo>
                  <a:cubicBezTo>
                    <a:pt x="36220" y="16701"/>
                    <a:pt x="33880" y="6928"/>
                    <a:pt x="26409" y="2346"/>
                  </a:cubicBezTo>
                  <a:cubicBezTo>
                    <a:pt x="23821" y="757"/>
                    <a:pt x="20955" y="0"/>
                    <a:pt x="181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7"/>
            <p:cNvSpPr/>
            <p:nvPr/>
          </p:nvSpPr>
          <p:spPr>
            <a:xfrm>
              <a:off x="5987575" y="3734050"/>
              <a:ext cx="922425" cy="808725"/>
            </a:xfrm>
            <a:custGeom>
              <a:rect b="b" l="l" r="r" t="t"/>
              <a:pathLst>
                <a:path extrusionOk="0" h="32349" w="36897">
                  <a:moveTo>
                    <a:pt x="18476" y="608"/>
                  </a:moveTo>
                  <a:cubicBezTo>
                    <a:pt x="21315" y="608"/>
                    <a:pt x="24107" y="1389"/>
                    <a:pt x="26588" y="2912"/>
                  </a:cubicBezTo>
                  <a:cubicBezTo>
                    <a:pt x="33904" y="7401"/>
                    <a:pt x="36205" y="17005"/>
                    <a:pt x="31717" y="24321"/>
                  </a:cubicBezTo>
                  <a:cubicBezTo>
                    <a:pt x="28782" y="29103"/>
                    <a:pt x="23661" y="31743"/>
                    <a:pt x="18422" y="31743"/>
                  </a:cubicBezTo>
                  <a:cubicBezTo>
                    <a:pt x="15648" y="31743"/>
                    <a:pt x="12840" y="31003"/>
                    <a:pt x="10307" y="29448"/>
                  </a:cubicBezTo>
                  <a:cubicBezTo>
                    <a:pt x="2991" y="24959"/>
                    <a:pt x="691" y="15355"/>
                    <a:pt x="5180" y="8040"/>
                  </a:cubicBezTo>
                  <a:cubicBezTo>
                    <a:pt x="7354" y="4495"/>
                    <a:pt x="10779" y="2010"/>
                    <a:pt x="14822" y="1042"/>
                  </a:cubicBezTo>
                  <a:cubicBezTo>
                    <a:pt x="16019" y="754"/>
                    <a:pt x="17246" y="608"/>
                    <a:pt x="18476" y="608"/>
                  </a:cubicBezTo>
                  <a:close/>
                  <a:moveTo>
                    <a:pt x="18478" y="1"/>
                  </a:moveTo>
                  <a:cubicBezTo>
                    <a:pt x="17214" y="1"/>
                    <a:pt x="15942" y="150"/>
                    <a:pt x="14681" y="452"/>
                  </a:cubicBezTo>
                  <a:cubicBezTo>
                    <a:pt x="10480" y="1458"/>
                    <a:pt x="6923" y="4041"/>
                    <a:pt x="4664" y="7722"/>
                  </a:cubicBezTo>
                  <a:cubicBezTo>
                    <a:pt x="1" y="15324"/>
                    <a:pt x="2391" y="25302"/>
                    <a:pt x="9991" y="29965"/>
                  </a:cubicBezTo>
                  <a:cubicBezTo>
                    <a:pt x="12524" y="31523"/>
                    <a:pt x="15440" y="32348"/>
                    <a:pt x="18415" y="32348"/>
                  </a:cubicBezTo>
                  <a:cubicBezTo>
                    <a:pt x="18417" y="32348"/>
                    <a:pt x="18419" y="32348"/>
                    <a:pt x="18422" y="32348"/>
                  </a:cubicBezTo>
                  <a:cubicBezTo>
                    <a:pt x="23864" y="32348"/>
                    <a:pt x="29185" y="29607"/>
                    <a:pt x="32234" y="24637"/>
                  </a:cubicBezTo>
                  <a:cubicBezTo>
                    <a:pt x="36897" y="17036"/>
                    <a:pt x="34506" y="7058"/>
                    <a:pt x="26906" y="2396"/>
                  </a:cubicBezTo>
                  <a:cubicBezTo>
                    <a:pt x="24328" y="813"/>
                    <a:pt x="21427" y="1"/>
                    <a:pt x="184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7"/>
            <p:cNvSpPr/>
            <p:nvPr/>
          </p:nvSpPr>
          <p:spPr>
            <a:xfrm>
              <a:off x="6052050" y="3688750"/>
              <a:ext cx="793475" cy="793450"/>
            </a:xfrm>
            <a:custGeom>
              <a:rect b="b" l="l" r="r" t="t"/>
              <a:pathLst>
                <a:path extrusionOk="0" h="31738" w="31739">
                  <a:moveTo>
                    <a:pt x="15870" y="0"/>
                  </a:moveTo>
                  <a:cubicBezTo>
                    <a:pt x="11661" y="0"/>
                    <a:pt x="7624" y="1671"/>
                    <a:pt x="4648" y="4648"/>
                  </a:cubicBezTo>
                  <a:cubicBezTo>
                    <a:pt x="1673" y="7624"/>
                    <a:pt x="0" y="11661"/>
                    <a:pt x="0" y="15868"/>
                  </a:cubicBezTo>
                  <a:cubicBezTo>
                    <a:pt x="0" y="20077"/>
                    <a:pt x="1673" y="24114"/>
                    <a:pt x="4648" y="27090"/>
                  </a:cubicBezTo>
                  <a:cubicBezTo>
                    <a:pt x="7624" y="30066"/>
                    <a:pt x="11661" y="31738"/>
                    <a:pt x="15870" y="31738"/>
                  </a:cubicBezTo>
                  <a:cubicBezTo>
                    <a:pt x="20078" y="31738"/>
                    <a:pt x="24115" y="30066"/>
                    <a:pt x="27090" y="27090"/>
                  </a:cubicBezTo>
                  <a:cubicBezTo>
                    <a:pt x="30067" y="24114"/>
                    <a:pt x="31738" y="20077"/>
                    <a:pt x="31738" y="15868"/>
                  </a:cubicBezTo>
                  <a:cubicBezTo>
                    <a:pt x="31738" y="11661"/>
                    <a:pt x="30067" y="7624"/>
                    <a:pt x="27090" y="4648"/>
                  </a:cubicBezTo>
                  <a:cubicBezTo>
                    <a:pt x="24115" y="1671"/>
                    <a:pt x="20078" y="0"/>
                    <a:pt x="158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7"/>
            <p:cNvSpPr/>
            <p:nvPr/>
          </p:nvSpPr>
          <p:spPr>
            <a:xfrm>
              <a:off x="6000750" y="3681150"/>
              <a:ext cx="866550" cy="808800"/>
            </a:xfrm>
            <a:custGeom>
              <a:rect b="b" l="l" r="r" t="t"/>
              <a:pathLst>
                <a:path extrusionOk="0" h="32352" w="34662">
                  <a:moveTo>
                    <a:pt x="17918" y="605"/>
                  </a:moveTo>
                  <a:cubicBezTo>
                    <a:pt x="24801" y="605"/>
                    <a:pt x="31114" y="5213"/>
                    <a:pt x="32965" y="12172"/>
                  </a:cubicBezTo>
                  <a:cubicBezTo>
                    <a:pt x="34034" y="16191"/>
                    <a:pt x="33472" y="20384"/>
                    <a:pt x="31387" y="23981"/>
                  </a:cubicBezTo>
                  <a:cubicBezTo>
                    <a:pt x="29303" y="27579"/>
                    <a:pt x="25941" y="30148"/>
                    <a:pt x="21923" y="31216"/>
                  </a:cubicBezTo>
                  <a:cubicBezTo>
                    <a:pt x="20587" y="31572"/>
                    <a:pt x="19245" y="31742"/>
                    <a:pt x="17924" y="31742"/>
                  </a:cubicBezTo>
                  <a:cubicBezTo>
                    <a:pt x="11042" y="31742"/>
                    <a:pt x="4729" y="27133"/>
                    <a:pt x="2878" y="20174"/>
                  </a:cubicBezTo>
                  <a:cubicBezTo>
                    <a:pt x="672" y="11879"/>
                    <a:pt x="5625" y="3336"/>
                    <a:pt x="13920" y="1130"/>
                  </a:cubicBezTo>
                  <a:cubicBezTo>
                    <a:pt x="15224" y="782"/>
                    <a:pt x="16568" y="605"/>
                    <a:pt x="17918" y="605"/>
                  </a:cubicBezTo>
                  <a:close/>
                  <a:moveTo>
                    <a:pt x="17914" y="0"/>
                  </a:moveTo>
                  <a:cubicBezTo>
                    <a:pt x="16543" y="0"/>
                    <a:pt x="15150" y="176"/>
                    <a:pt x="13764" y="544"/>
                  </a:cubicBezTo>
                  <a:cubicBezTo>
                    <a:pt x="5147" y="2836"/>
                    <a:pt x="0" y="11712"/>
                    <a:pt x="2292" y="20331"/>
                  </a:cubicBezTo>
                  <a:cubicBezTo>
                    <a:pt x="3403" y="24504"/>
                    <a:pt x="6073" y="27997"/>
                    <a:pt x="9809" y="30164"/>
                  </a:cubicBezTo>
                  <a:cubicBezTo>
                    <a:pt x="12308" y="31612"/>
                    <a:pt x="15083" y="32352"/>
                    <a:pt x="17895" y="32352"/>
                  </a:cubicBezTo>
                  <a:cubicBezTo>
                    <a:pt x="19308" y="32352"/>
                    <a:pt x="20714" y="32167"/>
                    <a:pt x="22079" y="31802"/>
                  </a:cubicBezTo>
                  <a:cubicBezTo>
                    <a:pt x="26253" y="30692"/>
                    <a:pt x="29745" y="28023"/>
                    <a:pt x="31912" y="24286"/>
                  </a:cubicBezTo>
                  <a:cubicBezTo>
                    <a:pt x="34079" y="20548"/>
                    <a:pt x="34661" y="16191"/>
                    <a:pt x="33551" y="12016"/>
                  </a:cubicBezTo>
                  <a:cubicBezTo>
                    <a:pt x="31626" y="4785"/>
                    <a:pt x="25068" y="0"/>
                    <a:pt x="1791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7"/>
            <p:cNvSpPr/>
            <p:nvPr/>
          </p:nvSpPr>
          <p:spPr>
            <a:xfrm>
              <a:off x="6647425" y="3812950"/>
              <a:ext cx="147300" cy="413175"/>
            </a:xfrm>
            <a:custGeom>
              <a:rect b="b" l="l" r="r" t="t"/>
              <a:pathLst>
                <a:path extrusionOk="0" h="16527" w="5892">
                  <a:moveTo>
                    <a:pt x="0" y="0"/>
                  </a:moveTo>
                  <a:lnTo>
                    <a:pt x="4316" y="16526"/>
                  </a:lnTo>
                  <a:cubicBezTo>
                    <a:pt x="5613" y="13696"/>
                    <a:pt x="5892" y="10505"/>
                    <a:pt x="5106" y="7492"/>
                  </a:cubicBezTo>
                  <a:cubicBezTo>
                    <a:pt x="4320" y="4482"/>
                    <a:pt x="2516" y="1834"/>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7"/>
            <p:cNvSpPr/>
            <p:nvPr/>
          </p:nvSpPr>
          <p:spPr>
            <a:xfrm>
              <a:off x="6638825" y="3805375"/>
              <a:ext cx="163750" cy="428300"/>
            </a:xfrm>
            <a:custGeom>
              <a:rect b="b" l="l" r="r" t="t"/>
              <a:pathLst>
                <a:path extrusionOk="0" h="17132" w="6550">
                  <a:moveTo>
                    <a:pt x="344" y="0"/>
                  </a:moveTo>
                  <a:cubicBezTo>
                    <a:pt x="250" y="0"/>
                    <a:pt x="158" y="44"/>
                    <a:pt x="99" y="125"/>
                  </a:cubicBezTo>
                  <a:cubicBezTo>
                    <a:pt x="0" y="260"/>
                    <a:pt x="30" y="449"/>
                    <a:pt x="166" y="548"/>
                  </a:cubicBezTo>
                  <a:cubicBezTo>
                    <a:pt x="2598" y="2319"/>
                    <a:pt x="4366" y="4900"/>
                    <a:pt x="5142" y="7815"/>
                  </a:cubicBezTo>
                  <a:cubicBezTo>
                    <a:pt x="5928" y="10775"/>
                    <a:pt x="5660" y="13917"/>
                    <a:pt x="4384" y="16702"/>
                  </a:cubicBezTo>
                  <a:cubicBezTo>
                    <a:pt x="4291" y="16902"/>
                    <a:pt x="4438" y="17131"/>
                    <a:pt x="4660" y="17131"/>
                  </a:cubicBezTo>
                  <a:cubicBezTo>
                    <a:pt x="4777" y="17131"/>
                    <a:pt x="4885" y="17062"/>
                    <a:pt x="4935" y="16956"/>
                  </a:cubicBezTo>
                  <a:cubicBezTo>
                    <a:pt x="6269" y="14042"/>
                    <a:pt x="6549" y="10755"/>
                    <a:pt x="5726" y="7659"/>
                  </a:cubicBezTo>
                  <a:cubicBezTo>
                    <a:pt x="4916" y="4610"/>
                    <a:pt x="3067" y="1910"/>
                    <a:pt x="523" y="59"/>
                  </a:cubicBezTo>
                  <a:cubicBezTo>
                    <a:pt x="469" y="19"/>
                    <a:pt x="406" y="0"/>
                    <a:pt x="34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27"/>
            <p:cNvSpPr/>
            <p:nvPr/>
          </p:nvSpPr>
          <p:spPr>
            <a:xfrm>
              <a:off x="6075000" y="3748150"/>
              <a:ext cx="656725" cy="674650"/>
            </a:xfrm>
            <a:custGeom>
              <a:rect b="b" l="l" r="r" t="t"/>
              <a:pathLst>
                <a:path extrusionOk="0" h="26986" w="26269">
                  <a:moveTo>
                    <a:pt x="14959" y="1"/>
                  </a:moveTo>
                  <a:cubicBezTo>
                    <a:pt x="13793" y="1"/>
                    <a:pt x="12625" y="153"/>
                    <a:pt x="11484" y="458"/>
                  </a:cubicBezTo>
                  <a:cubicBezTo>
                    <a:pt x="4285" y="2372"/>
                    <a:pt x="1" y="9761"/>
                    <a:pt x="1915" y="16960"/>
                  </a:cubicBezTo>
                  <a:cubicBezTo>
                    <a:pt x="3522" y="22998"/>
                    <a:pt x="8978" y="26986"/>
                    <a:pt x="14944" y="26986"/>
                  </a:cubicBezTo>
                  <a:cubicBezTo>
                    <a:pt x="16091" y="26986"/>
                    <a:pt x="17257" y="26838"/>
                    <a:pt x="18419" y="26530"/>
                  </a:cubicBezTo>
                  <a:cubicBezTo>
                    <a:pt x="21784" y="25634"/>
                    <a:pt x="24512" y="23542"/>
                    <a:pt x="26269" y="20833"/>
                  </a:cubicBezTo>
                  <a:lnTo>
                    <a:pt x="20123" y="1034"/>
                  </a:lnTo>
                  <a:cubicBezTo>
                    <a:pt x="18476" y="347"/>
                    <a:pt x="16721" y="1"/>
                    <a:pt x="1495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7"/>
            <p:cNvSpPr/>
            <p:nvPr/>
          </p:nvSpPr>
          <p:spPr>
            <a:xfrm>
              <a:off x="6066675" y="3740500"/>
              <a:ext cx="673775" cy="689825"/>
            </a:xfrm>
            <a:custGeom>
              <a:rect b="b" l="l" r="r" t="t"/>
              <a:pathLst>
                <a:path extrusionOk="0" h="27593" w="26951">
                  <a:moveTo>
                    <a:pt x="15304" y="0"/>
                  </a:moveTo>
                  <a:cubicBezTo>
                    <a:pt x="14114" y="0"/>
                    <a:pt x="12918" y="157"/>
                    <a:pt x="11739" y="471"/>
                  </a:cubicBezTo>
                  <a:cubicBezTo>
                    <a:pt x="4389" y="2426"/>
                    <a:pt x="0" y="9996"/>
                    <a:pt x="1955" y="17345"/>
                  </a:cubicBezTo>
                  <a:cubicBezTo>
                    <a:pt x="3596" y="23510"/>
                    <a:pt x="9187" y="27592"/>
                    <a:pt x="15286" y="27592"/>
                  </a:cubicBezTo>
                  <a:lnTo>
                    <a:pt x="15286" y="27592"/>
                  </a:lnTo>
                  <a:cubicBezTo>
                    <a:pt x="19959" y="27588"/>
                    <a:pt x="24311" y="25222"/>
                    <a:pt x="26856" y="21303"/>
                  </a:cubicBezTo>
                  <a:cubicBezTo>
                    <a:pt x="26951" y="21163"/>
                    <a:pt x="26912" y="20971"/>
                    <a:pt x="26768" y="20879"/>
                  </a:cubicBezTo>
                  <a:cubicBezTo>
                    <a:pt x="26718" y="20846"/>
                    <a:pt x="26661" y="20830"/>
                    <a:pt x="26605" y="20830"/>
                  </a:cubicBezTo>
                  <a:cubicBezTo>
                    <a:pt x="26503" y="20830"/>
                    <a:pt x="26403" y="20881"/>
                    <a:pt x="26346" y="20975"/>
                  </a:cubicBezTo>
                  <a:cubicBezTo>
                    <a:pt x="24569" y="23719"/>
                    <a:pt x="21834" y="25704"/>
                    <a:pt x="18673" y="26543"/>
                  </a:cubicBezTo>
                  <a:cubicBezTo>
                    <a:pt x="17542" y="26844"/>
                    <a:pt x="16406" y="26987"/>
                    <a:pt x="15287" y="26987"/>
                  </a:cubicBezTo>
                  <a:cubicBezTo>
                    <a:pt x="9456" y="26987"/>
                    <a:pt x="4109" y="23083"/>
                    <a:pt x="2541" y="17188"/>
                  </a:cubicBezTo>
                  <a:cubicBezTo>
                    <a:pt x="672" y="10163"/>
                    <a:pt x="4868" y="2925"/>
                    <a:pt x="11895" y="1056"/>
                  </a:cubicBezTo>
                  <a:cubicBezTo>
                    <a:pt x="13023" y="756"/>
                    <a:pt x="14166" y="606"/>
                    <a:pt x="15303" y="606"/>
                  </a:cubicBezTo>
                  <a:cubicBezTo>
                    <a:pt x="17017" y="606"/>
                    <a:pt x="18719" y="946"/>
                    <a:pt x="20339" y="1620"/>
                  </a:cubicBezTo>
                  <a:cubicBezTo>
                    <a:pt x="20377" y="1635"/>
                    <a:pt x="20415" y="1643"/>
                    <a:pt x="20454" y="1643"/>
                  </a:cubicBezTo>
                  <a:cubicBezTo>
                    <a:pt x="20572" y="1643"/>
                    <a:pt x="20685" y="1572"/>
                    <a:pt x="20734" y="1456"/>
                  </a:cubicBezTo>
                  <a:cubicBezTo>
                    <a:pt x="20797" y="1302"/>
                    <a:pt x="20726" y="1125"/>
                    <a:pt x="20572" y="1061"/>
                  </a:cubicBezTo>
                  <a:cubicBezTo>
                    <a:pt x="18877" y="356"/>
                    <a:pt x="17097" y="0"/>
                    <a:pt x="15304" y="0"/>
                  </a:cubicBezTo>
                  <a:close/>
                  <a:moveTo>
                    <a:pt x="15286" y="27592"/>
                  </a:moveTo>
                  <a:cubicBezTo>
                    <a:pt x="15286" y="27592"/>
                    <a:pt x="15286" y="27592"/>
                    <a:pt x="15286" y="27592"/>
                  </a:cubicBezTo>
                  <a:lnTo>
                    <a:pt x="15288" y="27592"/>
                  </a:lnTo>
                  <a:cubicBezTo>
                    <a:pt x="15287" y="27592"/>
                    <a:pt x="15287" y="27592"/>
                    <a:pt x="15286" y="27592"/>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7"/>
            <p:cNvSpPr/>
            <p:nvPr/>
          </p:nvSpPr>
          <p:spPr>
            <a:xfrm>
              <a:off x="6271025" y="3841550"/>
              <a:ext cx="328225" cy="505750"/>
            </a:xfrm>
            <a:custGeom>
              <a:rect b="b" l="l" r="r" t="t"/>
              <a:pathLst>
                <a:path extrusionOk="0" h="20230" w="13129">
                  <a:moveTo>
                    <a:pt x="4134" y="1"/>
                  </a:moveTo>
                  <a:cubicBezTo>
                    <a:pt x="4062" y="1"/>
                    <a:pt x="3989" y="9"/>
                    <a:pt x="3916" y="27"/>
                  </a:cubicBezTo>
                  <a:cubicBezTo>
                    <a:pt x="3694" y="82"/>
                    <a:pt x="3511" y="213"/>
                    <a:pt x="3370" y="420"/>
                  </a:cubicBezTo>
                  <a:cubicBezTo>
                    <a:pt x="3228" y="626"/>
                    <a:pt x="3196" y="875"/>
                    <a:pt x="3273" y="1165"/>
                  </a:cubicBezTo>
                  <a:lnTo>
                    <a:pt x="3982" y="3834"/>
                  </a:lnTo>
                  <a:lnTo>
                    <a:pt x="3982" y="3834"/>
                  </a:lnTo>
                  <a:cubicBezTo>
                    <a:pt x="2783" y="4222"/>
                    <a:pt x="1848" y="4780"/>
                    <a:pt x="1177" y="5508"/>
                  </a:cubicBezTo>
                  <a:cubicBezTo>
                    <a:pt x="283" y="6477"/>
                    <a:pt x="1" y="7586"/>
                    <a:pt x="333" y="8833"/>
                  </a:cubicBezTo>
                  <a:cubicBezTo>
                    <a:pt x="469" y="9345"/>
                    <a:pt x="654" y="9773"/>
                    <a:pt x="887" y="10119"/>
                  </a:cubicBezTo>
                  <a:cubicBezTo>
                    <a:pt x="1121" y="10464"/>
                    <a:pt x="1380" y="10737"/>
                    <a:pt x="1662" y="10942"/>
                  </a:cubicBezTo>
                  <a:cubicBezTo>
                    <a:pt x="1945" y="11145"/>
                    <a:pt x="2320" y="11301"/>
                    <a:pt x="2787" y="11410"/>
                  </a:cubicBezTo>
                  <a:cubicBezTo>
                    <a:pt x="3235" y="11516"/>
                    <a:pt x="3690" y="11587"/>
                    <a:pt x="4148" y="11624"/>
                  </a:cubicBezTo>
                  <a:cubicBezTo>
                    <a:pt x="4586" y="11658"/>
                    <a:pt x="5164" y="11681"/>
                    <a:pt x="5880" y="11692"/>
                  </a:cubicBezTo>
                  <a:lnTo>
                    <a:pt x="7774" y="11696"/>
                  </a:lnTo>
                  <a:cubicBezTo>
                    <a:pt x="7810" y="11695"/>
                    <a:pt x="7845" y="11694"/>
                    <a:pt x="7880" y="11694"/>
                  </a:cubicBezTo>
                  <a:cubicBezTo>
                    <a:pt x="8350" y="11694"/>
                    <a:pt x="8734" y="11760"/>
                    <a:pt x="9033" y="11888"/>
                  </a:cubicBezTo>
                  <a:cubicBezTo>
                    <a:pt x="9353" y="12028"/>
                    <a:pt x="9544" y="12209"/>
                    <a:pt x="9602" y="12430"/>
                  </a:cubicBezTo>
                  <a:cubicBezTo>
                    <a:pt x="9678" y="12711"/>
                    <a:pt x="9649" y="12968"/>
                    <a:pt x="9519" y="13200"/>
                  </a:cubicBezTo>
                  <a:cubicBezTo>
                    <a:pt x="9389" y="13431"/>
                    <a:pt x="9200" y="13616"/>
                    <a:pt x="8954" y="13754"/>
                  </a:cubicBezTo>
                  <a:cubicBezTo>
                    <a:pt x="8691" y="13902"/>
                    <a:pt x="8417" y="14027"/>
                    <a:pt x="8135" y="14131"/>
                  </a:cubicBezTo>
                  <a:cubicBezTo>
                    <a:pt x="7857" y="14236"/>
                    <a:pt x="7568" y="14311"/>
                    <a:pt x="7274" y="14352"/>
                  </a:cubicBezTo>
                  <a:cubicBezTo>
                    <a:pt x="6893" y="14437"/>
                    <a:pt x="6505" y="14480"/>
                    <a:pt x="6116" y="14482"/>
                  </a:cubicBezTo>
                  <a:cubicBezTo>
                    <a:pt x="6103" y="14482"/>
                    <a:pt x="6091" y="14482"/>
                    <a:pt x="6078" y="14482"/>
                  </a:cubicBezTo>
                  <a:cubicBezTo>
                    <a:pt x="5712" y="14482"/>
                    <a:pt x="5425" y="14464"/>
                    <a:pt x="5216" y="14426"/>
                  </a:cubicBezTo>
                  <a:cubicBezTo>
                    <a:pt x="5000" y="14389"/>
                    <a:pt x="4743" y="14333"/>
                    <a:pt x="4445" y="14261"/>
                  </a:cubicBezTo>
                  <a:cubicBezTo>
                    <a:pt x="4147" y="14189"/>
                    <a:pt x="3965" y="14149"/>
                    <a:pt x="3898" y="14140"/>
                  </a:cubicBezTo>
                  <a:cubicBezTo>
                    <a:pt x="3749" y="14111"/>
                    <a:pt x="3608" y="14096"/>
                    <a:pt x="3476" y="14096"/>
                  </a:cubicBezTo>
                  <a:cubicBezTo>
                    <a:pt x="3291" y="14096"/>
                    <a:pt x="3123" y="14124"/>
                    <a:pt x="2970" y="14180"/>
                  </a:cubicBezTo>
                  <a:cubicBezTo>
                    <a:pt x="2708" y="14278"/>
                    <a:pt x="2514" y="14443"/>
                    <a:pt x="2389" y="14678"/>
                  </a:cubicBezTo>
                  <a:cubicBezTo>
                    <a:pt x="2267" y="14904"/>
                    <a:pt x="2195" y="15156"/>
                    <a:pt x="2181" y="15412"/>
                  </a:cubicBezTo>
                  <a:cubicBezTo>
                    <a:pt x="2165" y="15667"/>
                    <a:pt x="2230" y="15914"/>
                    <a:pt x="2376" y="16149"/>
                  </a:cubicBezTo>
                  <a:cubicBezTo>
                    <a:pt x="2520" y="16385"/>
                    <a:pt x="2731" y="16558"/>
                    <a:pt x="3008" y="16668"/>
                  </a:cubicBezTo>
                  <a:cubicBezTo>
                    <a:pt x="3963" y="17015"/>
                    <a:pt x="4959" y="17189"/>
                    <a:pt x="5996" y="17189"/>
                  </a:cubicBezTo>
                  <a:cubicBezTo>
                    <a:pt x="6569" y="17189"/>
                    <a:pt x="7155" y="17136"/>
                    <a:pt x="7753" y="17030"/>
                  </a:cubicBezTo>
                  <a:lnTo>
                    <a:pt x="7753" y="17030"/>
                  </a:lnTo>
                  <a:lnTo>
                    <a:pt x="8416" y="19521"/>
                  </a:lnTo>
                  <a:cubicBezTo>
                    <a:pt x="8519" y="19905"/>
                    <a:pt x="8736" y="20133"/>
                    <a:pt x="9071" y="20205"/>
                  </a:cubicBezTo>
                  <a:cubicBezTo>
                    <a:pt x="9148" y="20221"/>
                    <a:pt x="9223" y="20229"/>
                    <a:pt x="9297" y="20229"/>
                  </a:cubicBezTo>
                  <a:cubicBezTo>
                    <a:pt x="9540" y="20229"/>
                    <a:pt x="9760" y="20138"/>
                    <a:pt x="9958" y="19955"/>
                  </a:cubicBezTo>
                  <a:cubicBezTo>
                    <a:pt x="10214" y="19718"/>
                    <a:pt x="10294" y="19415"/>
                    <a:pt x="10196" y="19048"/>
                  </a:cubicBezTo>
                  <a:lnTo>
                    <a:pt x="9536" y="16566"/>
                  </a:lnTo>
                  <a:lnTo>
                    <a:pt x="9536" y="16566"/>
                  </a:lnTo>
                  <a:cubicBezTo>
                    <a:pt x="10126" y="16352"/>
                    <a:pt x="10655" y="16086"/>
                    <a:pt x="11122" y="15769"/>
                  </a:cubicBezTo>
                  <a:cubicBezTo>
                    <a:pt x="11896" y="15243"/>
                    <a:pt x="12446" y="14580"/>
                    <a:pt x="12773" y="13781"/>
                  </a:cubicBezTo>
                  <a:cubicBezTo>
                    <a:pt x="13100" y="12980"/>
                    <a:pt x="13129" y="12108"/>
                    <a:pt x="12859" y="11164"/>
                  </a:cubicBezTo>
                  <a:cubicBezTo>
                    <a:pt x="12695" y="10578"/>
                    <a:pt x="12457" y="10095"/>
                    <a:pt x="12146" y="9716"/>
                  </a:cubicBezTo>
                  <a:cubicBezTo>
                    <a:pt x="11833" y="9337"/>
                    <a:pt x="11442" y="9051"/>
                    <a:pt x="10970" y="8855"/>
                  </a:cubicBezTo>
                  <a:cubicBezTo>
                    <a:pt x="10486" y="8659"/>
                    <a:pt x="9979" y="8528"/>
                    <a:pt x="9460" y="8469"/>
                  </a:cubicBezTo>
                  <a:cubicBezTo>
                    <a:pt x="8957" y="8408"/>
                    <a:pt x="8349" y="8377"/>
                    <a:pt x="7636" y="8377"/>
                  </a:cubicBezTo>
                  <a:cubicBezTo>
                    <a:pt x="7595" y="8377"/>
                    <a:pt x="7552" y="8377"/>
                    <a:pt x="7509" y="8377"/>
                  </a:cubicBezTo>
                  <a:lnTo>
                    <a:pt x="5638" y="8409"/>
                  </a:lnTo>
                  <a:cubicBezTo>
                    <a:pt x="5559" y="8411"/>
                    <a:pt x="5483" y="8413"/>
                    <a:pt x="5410" y="8413"/>
                  </a:cubicBezTo>
                  <a:cubicBezTo>
                    <a:pt x="4971" y="8413"/>
                    <a:pt x="4634" y="8365"/>
                    <a:pt x="4401" y="8271"/>
                  </a:cubicBezTo>
                  <a:cubicBezTo>
                    <a:pt x="4130" y="8160"/>
                    <a:pt x="3953" y="7952"/>
                    <a:pt x="3871" y="7644"/>
                  </a:cubicBezTo>
                  <a:cubicBezTo>
                    <a:pt x="3803" y="7388"/>
                    <a:pt x="3889" y="7145"/>
                    <a:pt x="4130" y="6916"/>
                  </a:cubicBezTo>
                  <a:cubicBezTo>
                    <a:pt x="4371" y="6687"/>
                    <a:pt x="4663" y="6520"/>
                    <a:pt x="5005" y="6416"/>
                  </a:cubicBezTo>
                  <a:cubicBezTo>
                    <a:pt x="5348" y="6312"/>
                    <a:pt x="5675" y="6227"/>
                    <a:pt x="5987" y="6162"/>
                  </a:cubicBezTo>
                  <a:cubicBezTo>
                    <a:pt x="6549" y="6077"/>
                    <a:pt x="7115" y="6035"/>
                    <a:pt x="7682" y="6035"/>
                  </a:cubicBezTo>
                  <a:cubicBezTo>
                    <a:pt x="8039" y="6035"/>
                    <a:pt x="8395" y="6052"/>
                    <a:pt x="8751" y="6085"/>
                  </a:cubicBezTo>
                  <a:cubicBezTo>
                    <a:pt x="8804" y="6089"/>
                    <a:pt x="8856" y="6090"/>
                    <a:pt x="8906" y="6090"/>
                  </a:cubicBezTo>
                  <a:cubicBezTo>
                    <a:pt x="9203" y="6090"/>
                    <a:pt x="9458" y="6035"/>
                    <a:pt x="9675" y="5923"/>
                  </a:cubicBezTo>
                  <a:cubicBezTo>
                    <a:pt x="9928" y="5791"/>
                    <a:pt x="10092" y="5598"/>
                    <a:pt x="10166" y="5346"/>
                  </a:cubicBezTo>
                  <a:cubicBezTo>
                    <a:pt x="10239" y="5101"/>
                    <a:pt x="10257" y="4843"/>
                    <a:pt x="10219" y="4592"/>
                  </a:cubicBezTo>
                  <a:cubicBezTo>
                    <a:pt x="10180" y="4340"/>
                    <a:pt x="10052" y="4107"/>
                    <a:pt x="9834" y="3891"/>
                  </a:cubicBezTo>
                  <a:cubicBezTo>
                    <a:pt x="9617" y="3675"/>
                    <a:pt x="9339" y="3538"/>
                    <a:pt x="9004" y="3481"/>
                  </a:cubicBezTo>
                  <a:cubicBezTo>
                    <a:pt x="8572" y="3403"/>
                    <a:pt x="8221" y="3351"/>
                    <a:pt x="7947" y="3323"/>
                  </a:cubicBezTo>
                  <a:cubicBezTo>
                    <a:pt x="7778" y="3305"/>
                    <a:pt x="7566" y="3297"/>
                    <a:pt x="7311" y="3297"/>
                  </a:cubicBezTo>
                  <a:cubicBezTo>
                    <a:pt x="7156" y="3297"/>
                    <a:pt x="6985" y="3300"/>
                    <a:pt x="6798" y="3306"/>
                  </a:cubicBezTo>
                  <a:cubicBezTo>
                    <a:pt x="6451" y="3319"/>
                    <a:pt x="6105" y="3354"/>
                    <a:pt x="5763" y="3408"/>
                  </a:cubicBezTo>
                  <a:lnTo>
                    <a:pt x="5763" y="3408"/>
                  </a:lnTo>
                  <a:lnTo>
                    <a:pt x="5040" y="695"/>
                  </a:lnTo>
                  <a:cubicBezTo>
                    <a:pt x="4969" y="422"/>
                    <a:pt x="4819" y="228"/>
                    <a:pt x="4591" y="116"/>
                  </a:cubicBezTo>
                  <a:cubicBezTo>
                    <a:pt x="4438" y="39"/>
                    <a:pt x="4286" y="1"/>
                    <a:pt x="4134"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7"/>
            <p:cNvSpPr/>
            <p:nvPr/>
          </p:nvSpPr>
          <p:spPr>
            <a:xfrm>
              <a:off x="6113225" y="4300200"/>
              <a:ext cx="15200" cy="65200"/>
            </a:xfrm>
            <a:custGeom>
              <a:rect b="b" l="l" r="r" t="t"/>
              <a:pathLst>
                <a:path extrusionOk="0" h="2608" w="608">
                  <a:moveTo>
                    <a:pt x="304" y="0"/>
                  </a:moveTo>
                  <a:cubicBezTo>
                    <a:pt x="140" y="0"/>
                    <a:pt x="4" y="132"/>
                    <a:pt x="2" y="296"/>
                  </a:cubicBezTo>
                  <a:lnTo>
                    <a:pt x="2" y="2305"/>
                  </a:lnTo>
                  <a:cubicBezTo>
                    <a:pt x="0" y="2472"/>
                    <a:pt x="137" y="2607"/>
                    <a:pt x="304" y="2607"/>
                  </a:cubicBezTo>
                  <a:cubicBezTo>
                    <a:pt x="471" y="2607"/>
                    <a:pt x="607" y="2472"/>
                    <a:pt x="607" y="2305"/>
                  </a:cubicBezTo>
                  <a:lnTo>
                    <a:pt x="607" y="296"/>
                  </a:lnTo>
                  <a:cubicBezTo>
                    <a:pt x="603" y="132"/>
                    <a:pt x="468" y="0"/>
                    <a:pt x="304"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7"/>
            <p:cNvSpPr/>
            <p:nvPr/>
          </p:nvSpPr>
          <p:spPr>
            <a:xfrm>
              <a:off x="6148625" y="4350075"/>
              <a:ext cx="15350" cy="68525"/>
            </a:xfrm>
            <a:custGeom>
              <a:rect b="b" l="l" r="r" t="t"/>
              <a:pathLst>
                <a:path extrusionOk="0" h="2741" w="614">
                  <a:moveTo>
                    <a:pt x="306" y="0"/>
                  </a:moveTo>
                  <a:cubicBezTo>
                    <a:pt x="137" y="0"/>
                    <a:pt x="0" y="140"/>
                    <a:pt x="4" y="310"/>
                  </a:cubicBezTo>
                  <a:lnTo>
                    <a:pt x="4" y="2437"/>
                  </a:lnTo>
                  <a:cubicBezTo>
                    <a:pt x="3" y="2605"/>
                    <a:pt x="139" y="2740"/>
                    <a:pt x="306" y="2740"/>
                  </a:cubicBezTo>
                  <a:cubicBezTo>
                    <a:pt x="474" y="2740"/>
                    <a:pt x="609" y="2605"/>
                    <a:pt x="609" y="2437"/>
                  </a:cubicBezTo>
                  <a:lnTo>
                    <a:pt x="609" y="310"/>
                  </a:lnTo>
                  <a:cubicBezTo>
                    <a:pt x="613" y="140"/>
                    <a:pt x="477" y="0"/>
                    <a:pt x="306"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7"/>
            <p:cNvSpPr/>
            <p:nvPr/>
          </p:nvSpPr>
          <p:spPr>
            <a:xfrm>
              <a:off x="6219575" y="4409475"/>
              <a:ext cx="15200" cy="65250"/>
            </a:xfrm>
            <a:custGeom>
              <a:rect b="b" l="l" r="r" t="t"/>
              <a:pathLst>
                <a:path extrusionOk="0" h="2610" w="608">
                  <a:moveTo>
                    <a:pt x="304" y="1"/>
                  </a:moveTo>
                  <a:cubicBezTo>
                    <a:pt x="140" y="1"/>
                    <a:pt x="5" y="133"/>
                    <a:pt x="1" y="297"/>
                  </a:cubicBezTo>
                  <a:lnTo>
                    <a:pt x="1" y="2306"/>
                  </a:lnTo>
                  <a:cubicBezTo>
                    <a:pt x="1" y="2473"/>
                    <a:pt x="136" y="2609"/>
                    <a:pt x="304" y="2609"/>
                  </a:cubicBezTo>
                  <a:cubicBezTo>
                    <a:pt x="471" y="2609"/>
                    <a:pt x="608" y="2474"/>
                    <a:pt x="608" y="2306"/>
                  </a:cubicBezTo>
                  <a:lnTo>
                    <a:pt x="608" y="297"/>
                  </a:lnTo>
                  <a:cubicBezTo>
                    <a:pt x="604" y="133"/>
                    <a:pt x="468" y="1"/>
                    <a:pt x="3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7"/>
            <p:cNvSpPr/>
            <p:nvPr/>
          </p:nvSpPr>
          <p:spPr>
            <a:xfrm>
              <a:off x="6320050" y="4459725"/>
              <a:ext cx="15175" cy="59300"/>
            </a:xfrm>
            <a:custGeom>
              <a:rect b="b" l="l" r="r" t="t"/>
              <a:pathLst>
                <a:path extrusionOk="0" h="2372" w="607">
                  <a:moveTo>
                    <a:pt x="303" y="0"/>
                  </a:moveTo>
                  <a:cubicBezTo>
                    <a:pt x="139" y="0"/>
                    <a:pt x="5" y="132"/>
                    <a:pt x="1" y="296"/>
                  </a:cubicBezTo>
                  <a:lnTo>
                    <a:pt x="1" y="2068"/>
                  </a:lnTo>
                  <a:cubicBezTo>
                    <a:pt x="1" y="2235"/>
                    <a:pt x="136" y="2372"/>
                    <a:pt x="303" y="2372"/>
                  </a:cubicBezTo>
                  <a:cubicBezTo>
                    <a:pt x="471" y="2372"/>
                    <a:pt x="606" y="2235"/>
                    <a:pt x="606" y="2068"/>
                  </a:cubicBezTo>
                  <a:lnTo>
                    <a:pt x="606" y="296"/>
                  </a:lnTo>
                  <a:cubicBezTo>
                    <a:pt x="602" y="132"/>
                    <a:pt x="468" y="0"/>
                    <a:pt x="30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7"/>
            <p:cNvSpPr/>
            <p:nvPr/>
          </p:nvSpPr>
          <p:spPr>
            <a:xfrm>
              <a:off x="6429225" y="4480050"/>
              <a:ext cx="15375" cy="36025"/>
            </a:xfrm>
            <a:custGeom>
              <a:rect b="b" l="l" r="r" t="t"/>
              <a:pathLst>
                <a:path extrusionOk="0" h="1441" w="615">
                  <a:moveTo>
                    <a:pt x="308" y="0"/>
                  </a:moveTo>
                  <a:cubicBezTo>
                    <a:pt x="137" y="0"/>
                    <a:pt x="0" y="141"/>
                    <a:pt x="6" y="310"/>
                  </a:cubicBezTo>
                  <a:lnTo>
                    <a:pt x="6" y="1138"/>
                  </a:lnTo>
                  <a:cubicBezTo>
                    <a:pt x="4" y="1305"/>
                    <a:pt x="141" y="1440"/>
                    <a:pt x="308" y="1440"/>
                  </a:cubicBezTo>
                  <a:cubicBezTo>
                    <a:pt x="474" y="1440"/>
                    <a:pt x="611" y="1305"/>
                    <a:pt x="611" y="1138"/>
                  </a:cubicBezTo>
                  <a:lnTo>
                    <a:pt x="611" y="310"/>
                  </a:lnTo>
                  <a:cubicBezTo>
                    <a:pt x="615" y="141"/>
                    <a:pt x="478" y="0"/>
                    <a:pt x="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7"/>
            <p:cNvSpPr/>
            <p:nvPr/>
          </p:nvSpPr>
          <p:spPr>
            <a:xfrm>
              <a:off x="6644975" y="4439050"/>
              <a:ext cx="15150" cy="47500"/>
            </a:xfrm>
            <a:custGeom>
              <a:rect b="b" l="l" r="r" t="t"/>
              <a:pathLst>
                <a:path extrusionOk="0" h="1900" w="606">
                  <a:moveTo>
                    <a:pt x="304" y="0"/>
                  </a:moveTo>
                  <a:cubicBezTo>
                    <a:pt x="139" y="0"/>
                    <a:pt x="4" y="132"/>
                    <a:pt x="0" y="296"/>
                  </a:cubicBezTo>
                  <a:lnTo>
                    <a:pt x="0" y="1596"/>
                  </a:lnTo>
                  <a:cubicBezTo>
                    <a:pt x="0" y="1764"/>
                    <a:pt x="136" y="1899"/>
                    <a:pt x="304" y="1899"/>
                  </a:cubicBezTo>
                  <a:cubicBezTo>
                    <a:pt x="471" y="1899"/>
                    <a:pt x="606" y="1762"/>
                    <a:pt x="606" y="1596"/>
                  </a:cubicBezTo>
                  <a:lnTo>
                    <a:pt x="606" y="296"/>
                  </a:lnTo>
                  <a:cubicBezTo>
                    <a:pt x="602" y="132"/>
                    <a:pt x="468" y="0"/>
                    <a:pt x="3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7"/>
            <p:cNvSpPr/>
            <p:nvPr/>
          </p:nvSpPr>
          <p:spPr>
            <a:xfrm>
              <a:off x="6692250" y="4388650"/>
              <a:ext cx="15150" cy="65400"/>
            </a:xfrm>
            <a:custGeom>
              <a:rect b="b" l="l" r="r" t="t"/>
              <a:pathLst>
                <a:path extrusionOk="0" h="2616" w="606">
                  <a:moveTo>
                    <a:pt x="304" y="1"/>
                  </a:moveTo>
                  <a:cubicBezTo>
                    <a:pt x="136" y="1"/>
                    <a:pt x="0" y="136"/>
                    <a:pt x="0" y="303"/>
                  </a:cubicBezTo>
                  <a:lnTo>
                    <a:pt x="0" y="2312"/>
                  </a:lnTo>
                  <a:cubicBezTo>
                    <a:pt x="0" y="2480"/>
                    <a:pt x="136" y="2616"/>
                    <a:pt x="304" y="2616"/>
                  </a:cubicBezTo>
                  <a:cubicBezTo>
                    <a:pt x="470" y="2616"/>
                    <a:pt x="606" y="2480"/>
                    <a:pt x="606" y="2312"/>
                  </a:cubicBezTo>
                  <a:lnTo>
                    <a:pt x="606" y="303"/>
                  </a:lnTo>
                  <a:cubicBezTo>
                    <a:pt x="606" y="136"/>
                    <a:pt x="470" y="1"/>
                    <a:pt x="3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7"/>
            <p:cNvSpPr/>
            <p:nvPr/>
          </p:nvSpPr>
          <p:spPr>
            <a:xfrm>
              <a:off x="5411225" y="4030375"/>
              <a:ext cx="793500" cy="793500"/>
            </a:xfrm>
            <a:custGeom>
              <a:rect b="b" l="l" r="r" t="t"/>
              <a:pathLst>
                <a:path extrusionOk="0" h="31740" w="31740">
                  <a:moveTo>
                    <a:pt x="15870" y="0"/>
                  </a:moveTo>
                  <a:cubicBezTo>
                    <a:pt x="11661" y="0"/>
                    <a:pt x="7624" y="1671"/>
                    <a:pt x="4649" y="4648"/>
                  </a:cubicBezTo>
                  <a:cubicBezTo>
                    <a:pt x="1673" y="7624"/>
                    <a:pt x="1" y="11661"/>
                    <a:pt x="1" y="15870"/>
                  </a:cubicBezTo>
                  <a:cubicBezTo>
                    <a:pt x="1" y="20078"/>
                    <a:pt x="1673" y="24114"/>
                    <a:pt x="4649" y="27090"/>
                  </a:cubicBezTo>
                  <a:cubicBezTo>
                    <a:pt x="7624" y="30067"/>
                    <a:pt x="11661" y="31739"/>
                    <a:pt x="15870" y="31739"/>
                  </a:cubicBezTo>
                  <a:cubicBezTo>
                    <a:pt x="20079" y="31739"/>
                    <a:pt x="24115" y="30067"/>
                    <a:pt x="27092" y="27090"/>
                  </a:cubicBezTo>
                  <a:cubicBezTo>
                    <a:pt x="30068" y="24114"/>
                    <a:pt x="31740" y="20078"/>
                    <a:pt x="31740" y="15870"/>
                  </a:cubicBezTo>
                  <a:cubicBezTo>
                    <a:pt x="31740" y="11661"/>
                    <a:pt x="30068" y="7624"/>
                    <a:pt x="27092" y="4648"/>
                  </a:cubicBezTo>
                  <a:cubicBezTo>
                    <a:pt x="24115" y="1671"/>
                    <a:pt x="20079" y="0"/>
                    <a:pt x="158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7"/>
            <p:cNvSpPr/>
            <p:nvPr/>
          </p:nvSpPr>
          <p:spPr>
            <a:xfrm>
              <a:off x="5389625" y="4022600"/>
              <a:ext cx="879575" cy="808975"/>
            </a:xfrm>
            <a:custGeom>
              <a:rect b="b" l="l" r="r" t="t"/>
              <a:pathLst>
                <a:path extrusionOk="0" h="32359" w="35183">
                  <a:moveTo>
                    <a:pt x="16763" y="607"/>
                  </a:moveTo>
                  <a:cubicBezTo>
                    <a:pt x="19602" y="607"/>
                    <a:pt x="22395" y="1389"/>
                    <a:pt x="24875" y="2912"/>
                  </a:cubicBezTo>
                  <a:cubicBezTo>
                    <a:pt x="32191" y="7401"/>
                    <a:pt x="34491" y="17005"/>
                    <a:pt x="30003" y="24320"/>
                  </a:cubicBezTo>
                  <a:cubicBezTo>
                    <a:pt x="27828" y="27865"/>
                    <a:pt x="24405" y="30348"/>
                    <a:pt x="20360" y="31318"/>
                  </a:cubicBezTo>
                  <a:cubicBezTo>
                    <a:pt x="19146" y="31609"/>
                    <a:pt x="17921" y="31753"/>
                    <a:pt x="16704" y="31753"/>
                  </a:cubicBezTo>
                  <a:cubicBezTo>
                    <a:pt x="13866" y="31753"/>
                    <a:pt x="11075" y="30971"/>
                    <a:pt x="8594" y="29449"/>
                  </a:cubicBezTo>
                  <a:cubicBezTo>
                    <a:pt x="5049" y="27275"/>
                    <a:pt x="2564" y="23850"/>
                    <a:pt x="1595" y="19806"/>
                  </a:cubicBezTo>
                  <a:cubicBezTo>
                    <a:pt x="627" y="15762"/>
                    <a:pt x="1291" y="11585"/>
                    <a:pt x="3465" y="8040"/>
                  </a:cubicBezTo>
                  <a:cubicBezTo>
                    <a:pt x="5640" y="4495"/>
                    <a:pt x="9065" y="2010"/>
                    <a:pt x="13108" y="1042"/>
                  </a:cubicBezTo>
                  <a:cubicBezTo>
                    <a:pt x="14304" y="754"/>
                    <a:pt x="15532" y="608"/>
                    <a:pt x="16763" y="607"/>
                  </a:cubicBezTo>
                  <a:close/>
                  <a:moveTo>
                    <a:pt x="16766" y="0"/>
                  </a:moveTo>
                  <a:cubicBezTo>
                    <a:pt x="15501" y="0"/>
                    <a:pt x="14228" y="150"/>
                    <a:pt x="12967" y="452"/>
                  </a:cubicBezTo>
                  <a:cubicBezTo>
                    <a:pt x="8766" y="1458"/>
                    <a:pt x="5209" y="4039"/>
                    <a:pt x="2950" y="7722"/>
                  </a:cubicBezTo>
                  <a:cubicBezTo>
                    <a:pt x="690" y="11405"/>
                    <a:pt x="0" y="15747"/>
                    <a:pt x="1007" y="19948"/>
                  </a:cubicBezTo>
                  <a:cubicBezTo>
                    <a:pt x="2012" y="24148"/>
                    <a:pt x="4595" y="27706"/>
                    <a:pt x="8276" y="29965"/>
                  </a:cubicBezTo>
                  <a:cubicBezTo>
                    <a:pt x="10855" y="31546"/>
                    <a:pt x="13755" y="32359"/>
                    <a:pt x="16704" y="32359"/>
                  </a:cubicBezTo>
                  <a:cubicBezTo>
                    <a:pt x="17983" y="32357"/>
                    <a:pt x="19258" y="32206"/>
                    <a:pt x="20502" y="31907"/>
                  </a:cubicBezTo>
                  <a:cubicBezTo>
                    <a:pt x="24703" y="30900"/>
                    <a:pt x="28261" y="28319"/>
                    <a:pt x="30519" y="24636"/>
                  </a:cubicBezTo>
                  <a:cubicBezTo>
                    <a:pt x="35182" y="17036"/>
                    <a:pt x="32793" y="7058"/>
                    <a:pt x="25193" y="2395"/>
                  </a:cubicBezTo>
                  <a:cubicBezTo>
                    <a:pt x="22615" y="812"/>
                    <a:pt x="19715" y="0"/>
                    <a:pt x="1676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7"/>
            <p:cNvSpPr/>
            <p:nvPr/>
          </p:nvSpPr>
          <p:spPr>
            <a:xfrm>
              <a:off x="5411225" y="3977300"/>
              <a:ext cx="793500" cy="793500"/>
            </a:xfrm>
            <a:custGeom>
              <a:rect b="b" l="l" r="r" t="t"/>
              <a:pathLst>
                <a:path extrusionOk="0" h="31740" w="31740">
                  <a:moveTo>
                    <a:pt x="15870" y="0"/>
                  </a:moveTo>
                  <a:cubicBezTo>
                    <a:pt x="11661" y="0"/>
                    <a:pt x="7624" y="1672"/>
                    <a:pt x="4649" y="4648"/>
                  </a:cubicBezTo>
                  <a:cubicBezTo>
                    <a:pt x="1673" y="7624"/>
                    <a:pt x="1" y="11661"/>
                    <a:pt x="1" y="15870"/>
                  </a:cubicBezTo>
                  <a:cubicBezTo>
                    <a:pt x="1" y="20079"/>
                    <a:pt x="1673" y="24115"/>
                    <a:pt x="4649" y="27090"/>
                  </a:cubicBezTo>
                  <a:cubicBezTo>
                    <a:pt x="7624" y="30067"/>
                    <a:pt x="11661" y="31739"/>
                    <a:pt x="15870" y="31739"/>
                  </a:cubicBezTo>
                  <a:cubicBezTo>
                    <a:pt x="20079" y="31739"/>
                    <a:pt x="24115" y="30067"/>
                    <a:pt x="27092" y="27090"/>
                  </a:cubicBezTo>
                  <a:cubicBezTo>
                    <a:pt x="30068" y="24115"/>
                    <a:pt x="31740" y="20079"/>
                    <a:pt x="31740" y="15870"/>
                  </a:cubicBezTo>
                  <a:cubicBezTo>
                    <a:pt x="31740" y="11661"/>
                    <a:pt x="30068" y="7624"/>
                    <a:pt x="27092" y="4648"/>
                  </a:cubicBezTo>
                  <a:cubicBezTo>
                    <a:pt x="24115" y="1672"/>
                    <a:pt x="20079" y="0"/>
                    <a:pt x="158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7"/>
            <p:cNvSpPr/>
            <p:nvPr/>
          </p:nvSpPr>
          <p:spPr>
            <a:xfrm>
              <a:off x="5389625" y="3969800"/>
              <a:ext cx="879575" cy="808700"/>
            </a:xfrm>
            <a:custGeom>
              <a:rect b="b" l="l" r="r" t="t"/>
              <a:pathLst>
                <a:path extrusionOk="0" h="32348" w="35183">
                  <a:moveTo>
                    <a:pt x="16759" y="606"/>
                  </a:moveTo>
                  <a:cubicBezTo>
                    <a:pt x="19625" y="606"/>
                    <a:pt x="22434" y="1401"/>
                    <a:pt x="24875" y="2901"/>
                  </a:cubicBezTo>
                  <a:cubicBezTo>
                    <a:pt x="32191" y="7391"/>
                    <a:pt x="34491" y="16994"/>
                    <a:pt x="30003" y="24310"/>
                  </a:cubicBezTo>
                  <a:cubicBezTo>
                    <a:pt x="27828" y="27855"/>
                    <a:pt x="24405" y="30340"/>
                    <a:pt x="20360" y="31309"/>
                  </a:cubicBezTo>
                  <a:cubicBezTo>
                    <a:pt x="19146" y="31599"/>
                    <a:pt x="17921" y="31743"/>
                    <a:pt x="16704" y="31743"/>
                  </a:cubicBezTo>
                  <a:cubicBezTo>
                    <a:pt x="13866" y="31743"/>
                    <a:pt x="11075" y="30961"/>
                    <a:pt x="8594" y="29439"/>
                  </a:cubicBezTo>
                  <a:cubicBezTo>
                    <a:pt x="5049" y="27264"/>
                    <a:pt x="2564" y="23840"/>
                    <a:pt x="1595" y="19797"/>
                  </a:cubicBezTo>
                  <a:cubicBezTo>
                    <a:pt x="628" y="15753"/>
                    <a:pt x="1292" y="11574"/>
                    <a:pt x="3465" y="8029"/>
                  </a:cubicBezTo>
                  <a:cubicBezTo>
                    <a:pt x="6401" y="3246"/>
                    <a:pt x="11521" y="606"/>
                    <a:pt x="16759" y="606"/>
                  </a:cubicBezTo>
                  <a:close/>
                  <a:moveTo>
                    <a:pt x="16761" y="0"/>
                  </a:moveTo>
                  <a:cubicBezTo>
                    <a:pt x="11319" y="0"/>
                    <a:pt x="5999" y="2742"/>
                    <a:pt x="2950" y="7712"/>
                  </a:cubicBezTo>
                  <a:cubicBezTo>
                    <a:pt x="690" y="11394"/>
                    <a:pt x="0" y="15735"/>
                    <a:pt x="1007" y="19936"/>
                  </a:cubicBezTo>
                  <a:cubicBezTo>
                    <a:pt x="2012" y="24137"/>
                    <a:pt x="4595" y="27695"/>
                    <a:pt x="8276" y="29954"/>
                  </a:cubicBezTo>
                  <a:cubicBezTo>
                    <a:pt x="10855" y="31535"/>
                    <a:pt x="13755" y="32348"/>
                    <a:pt x="16704" y="32348"/>
                  </a:cubicBezTo>
                  <a:cubicBezTo>
                    <a:pt x="17983" y="32347"/>
                    <a:pt x="19258" y="32196"/>
                    <a:pt x="20502" y="31896"/>
                  </a:cubicBezTo>
                  <a:cubicBezTo>
                    <a:pt x="24703" y="30891"/>
                    <a:pt x="28259" y="28308"/>
                    <a:pt x="30519" y="24627"/>
                  </a:cubicBezTo>
                  <a:cubicBezTo>
                    <a:pt x="35182" y="17025"/>
                    <a:pt x="32791" y="7047"/>
                    <a:pt x="25191" y="2384"/>
                  </a:cubicBezTo>
                  <a:cubicBezTo>
                    <a:pt x="22560" y="769"/>
                    <a:pt x="19643" y="0"/>
                    <a:pt x="167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7"/>
            <p:cNvSpPr/>
            <p:nvPr/>
          </p:nvSpPr>
          <p:spPr>
            <a:xfrm>
              <a:off x="5951900" y="4069050"/>
              <a:ext cx="240925" cy="604575"/>
            </a:xfrm>
            <a:custGeom>
              <a:rect b="b" l="l" r="r" t="t"/>
              <a:pathLst>
                <a:path extrusionOk="0" h="24183" w="9637">
                  <a:moveTo>
                    <a:pt x="1" y="0"/>
                  </a:moveTo>
                  <a:lnTo>
                    <a:pt x="443" y="24182"/>
                  </a:lnTo>
                  <a:cubicBezTo>
                    <a:pt x="2627" y="23054"/>
                    <a:pt x="4460" y="21350"/>
                    <a:pt x="5741" y="19254"/>
                  </a:cubicBezTo>
                  <a:cubicBezTo>
                    <a:pt x="9636" y="12903"/>
                    <a:pt x="7648" y="4597"/>
                    <a:pt x="1296" y="702"/>
                  </a:cubicBezTo>
                  <a:cubicBezTo>
                    <a:pt x="877" y="444"/>
                    <a:pt x="445" y="210"/>
                    <a:pt x="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7"/>
            <p:cNvSpPr/>
            <p:nvPr/>
          </p:nvSpPr>
          <p:spPr>
            <a:xfrm>
              <a:off x="5943275" y="4061450"/>
              <a:ext cx="221475" cy="619725"/>
            </a:xfrm>
            <a:custGeom>
              <a:rect b="b" l="l" r="r" t="t"/>
              <a:pathLst>
                <a:path extrusionOk="0" h="24789" w="8859">
                  <a:moveTo>
                    <a:pt x="346" y="0"/>
                  </a:moveTo>
                  <a:cubicBezTo>
                    <a:pt x="233" y="0"/>
                    <a:pt x="124" y="65"/>
                    <a:pt x="72" y="174"/>
                  </a:cubicBezTo>
                  <a:cubicBezTo>
                    <a:pt x="1" y="325"/>
                    <a:pt x="64" y="506"/>
                    <a:pt x="217" y="576"/>
                  </a:cubicBezTo>
                  <a:cubicBezTo>
                    <a:pt x="650" y="783"/>
                    <a:pt x="1074" y="1013"/>
                    <a:pt x="1484" y="1264"/>
                  </a:cubicBezTo>
                  <a:cubicBezTo>
                    <a:pt x="4486" y="3105"/>
                    <a:pt x="6591" y="6007"/>
                    <a:pt x="7412" y="9432"/>
                  </a:cubicBezTo>
                  <a:cubicBezTo>
                    <a:pt x="8232" y="12857"/>
                    <a:pt x="7670" y="16396"/>
                    <a:pt x="5828" y="19399"/>
                  </a:cubicBezTo>
                  <a:cubicBezTo>
                    <a:pt x="4573" y="21447"/>
                    <a:pt x="2782" y="23112"/>
                    <a:pt x="650" y="24216"/>
                  </a:cubicBezTo>
                  <a:cubicBezTo>
                    <a:pt x="525" y="24280"/>
                    <a:pt x="462" y="24421"/>
                    <a:pt x="494" y="24556"/>
                  </a:cubicBezTo>
                  <a:cubicBezTo>
                    <a:pt x="527" y="24693"/>
                    <a:pt x="649" y="24788"/>
                    <a:pt x="788" y="24788"/>
                  </a:cubicBezTo>
                  <a:cubicBezTo>
                    <a:pt x="837" y="24788"/>
                    <a:pt x="885" y="24776"/>
                    <a:pt x="928" y="24754"/>
                  </a:cubicBezTo>
                  <a:cubicBezTo>
                    <a:pt x="3159" y="23600"/>
                    <a:pt x="5031" y="21858"/>
                    <a:pt x="6344" y="19716"/>
                  </a:cubicBezTo>
                  <a:cubicBezTo>
                    <a:pt x="8270" y="16576"/>
                    <a:pt x="8859" y="12872"/>
                    <a:pt x="8000" y="9291"/>
                  </a:cubicBezTo>
                  <a:cubicBezTo>
                    <a:pt x="7142" y="5709"/>
                    <a:pt x="4941" y="2674"/>
                    <a:pt x="1800" y="748"/>
                  </a:cubicBezTo>
                  <a:cubicBezTo>
                    <a:pt x="1372" y="485"/>
                    <a:pt x="929" y="244"/>
                    <a:pt x="476" y="29"/>
                  </a:cubicBezTo>
                  <a:cubicBezTo>
                    <a:pt x="434" y="10"/>
                    <a:pt x="390" y="0"/>
                    <a:pt x="34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27"/>
            <p:cNvSpPr/>
            <p:nvPr/>
          </p:nvSpPr>
          <p:spPr>
            <a:xfrm>
              <a:off x="5804475" y="4695475"/>
              <a:ext cx="105525" cy="15850"/>
            </a:xfrm>
            <a:custGeom>
              <a:rect b="b" l="l" r="r" t="t"/>
              <a:pathLst>
                <a:path extrusionOk="0" h="634" w="4221">
                  <a:moveTo>
                    <a:pt x="4220" y="0"/>
                  </a:moveTo>
                  <a:lnTo>
                    <a:pt x="1" y="633"/>
                  </a:lnTo>
                  <a:cubicBezTo>
                    <a:pt x="42" y="633"/>
                    <a:pt x="83" y="634"/>
                    <a:pt x="124" y="634"/>
                  </a:cubicBezTo>
                  <a:cubicBezTo>
                    <a:pt x="1514" y="634"/>
                    <a:pt x="2895" y="420"/>
                    <a:pt x="42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7"/>
            <p:cNvSpPr/>
            <p:nvPr/>
          </p:nvSpPr>
          <p:spPr>
            <a:xfrm>
              <a:off x="5797025" y="4687900"/>
              <a:ext cx="121475" cy="31000"/>
            </a:xfrm>
            <a:custGeom>
              <a:rect b="b" l="l" r="r" t="t"/>
              <a:pathLst>
                <a:path extrusionOk="0" h="1240" w="4859">
                  <a:moveTo>
                    <a:pt x="4519" y="1"/>
                  </a:moveTo>
                  <a:cubicBezTo>
                    <a:pt x="4489" y="1"/>
                    <a:pt x="4458" y="6"/>
                    <a:pt x="4427" y="15"/>
                  </a:cubicBezTo>
                  <a:cubicBezTo>
                    <a:pt x="3134" y="426"/>
                    <a:pt x="1785" y="634"/>
                    <a:pt x="428" y="634"/>
                  </a:cubicBezTo>
                  <a:lnTo>
                    <a:pt x="299" y="634"/>
                  </a:lnTo>
                  <a:cubicBezTo>
                    <a:pt x="134" y="637"/>
                    <a:pt x="2" y="771"/>
                    <a:pt x="1" y="935"/>
                  </a:cubicBezTo>
                  <a:cubicBezTo>
                    <a:pt x="1" y="1100"/>
                    <a:pt x="131" y="1234"/>
                    <a:pt x="295" y="1239"/>
                  </a:cubicBezTo>
                  <a:lnTo>
                    <a:pt x="428" y="1239"/>
                  </a:lnTo>
                  <a:cubicBezTo>
                    <a:pt x="1846" y="1239"/>
                    <a:pt x="3258" y="1022"/>
                    <a:pt x="4611" y="592"/>
                  </a:cubicBezTo>
                  <a:cubicBezTo>
                    <a:pt x="4770" y="541"/>
                    <a:pt x="4858" y="371"/>
                    <a:pt x="4807" y="212"/>
                  </a:cubicBezTo>
                  <a:cubicBezTo>
                    <a:pt x="4766" y="83"/>
                    <a:pt x="4647" y="1"/>
                    <a:pt x="45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7"/>
            <p:cNvSpPr/>
            <p:nvPr/>
          </p:nvSpPr>
          <p:spPr>
            <a:xfrm>
              <a:off x="5631600" y="4661475"/>
              <a:ext cx="124425" cy="45875"/>
            </a:xfrm>
            <a:custGeom>
              <a:rect b="b" l="l" r="r" t="t"/>
              <a:pathLst>
                <a:path extrusionOk="0" h="1835" w="4977">
                  <a:moveTo>
                    <a:pt x="1" y="1"/>
                  </a:moveTo>
                  <a:lnTo>
                    <a:pt x="1" y="1"/>
                  </a:lnTo>
                  <a:cubicBezTo>
                    <a:pt x="1522" y="936"/>
                    <a:pt x="3212" y="1559"/>
                    <a:pt x="4977" y="1834"/>
                  </a:cubicBezTo>
                  <a:lnTo>
                    <a:pt x="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p:nvPr/>
          </p:nvSpPr>
          <p:spPr>
            <a:xfrm>
              <a:off x="5623050" y="4653925"/>
              <a:ext cx="140825" cy="61000"/>
            </a:xfrm>
            <a:custGeom>
              <a:rect b="b" l="l" r="r" t="t"/>
              <a:pathLst>
                <a:path extrusionOk="0" h="2440" w="5633">
                  <a:moveTo>
                    <a:pt x="344" y="1"/>
                  </a:moveTo>
                  <a:cubicBezTo>
                    <a:pt x="243" y="1"/>
                    <a:pt x="144" y="52"/>
                    <a:pt x="88" y="145"/>
                  </a:cubicBezTo>
                  <a:cubicBezTo>
                    <a:pt x="0" y="287"/>
                    <a:pt x="43" y="472"/>
                    <a:pt x="184" y="560"/>
                  </a:cubicBezTo>
                  <a:cubicBezTo>
                    <a:pt x="1739" y="1518"/>
                    <a:pt x="3468" y="2154"/>
                    <a:pt x="5272" y="2436"/>
                  </a:cubicBezTo>
                  <a:cubicBezTo>
                    <a:pt x="5288" y="2438"/>
                    <a:pt x="5303" y="2440"/>
                    <a:pt x="5320" y="2440"/>
                  </a:cubicBezTo>
                  <a:cubicBezTo>
                    <a:pt x="5478" y="2438"/>
                    <a:pt x="5609" y="2317"/>
                    <a:pt x="5621" y="2160"/>
                  </a:cubicBezTo>
                  <a:cubicBezTo>
                    <a:pt x="5633" y="2002"/>
                    <a:pt x="5522" y="1861"/>
                    <a:pt x="5366" y="1837"/>
                  </a:cubicBezTo>
                  <a:cubicBezTo>
                    <a:pt x="3642" y="1568"/>
                    <a:pt x="1988" y="959"/>
                    <a:pt x="502" y="45"/>
                  </a:cubicBezTo>
                  <a:cubicBezTo>
                    <a:pt x="452" y="15"/>
                    <a:pt x="398" y="1"/>
                    <a:pt x="3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7"/>
            <p:cNvSpPr/>
            <p:nvPr/>
          </p:nvSpPr>
          <p:spPr>
            <a:xfrm>
              <a:off x="5442950" y="4036750"/>
              <a:ext cx="459775" cy="552975"/>
            </a:xfrm>
            <a:custGeom>
              <a:rect b="b" l="l" r="r" t="t"/>
              <a:pathLst>
                <a:path extrusionOk="0" h="22119" w="18391">
                  <a:moveTo>
                    <a:pt x="14614" y="0"/>
                  </a:moveTo>
                  <a:cubicBezTo>
                    <a:pt x="10078" y="0"/>
                    <a:pt x="5649" y="2288"/>
                    <a:pt x="3104" y="6437"/>
                  </a:cubicBezTo>
                  <a:cubicBezTo>
                    <a:pt x="0" y="11495"/>
                    <a:pt x="632" y="17796"/>
                    <a:pt x="4226" y="22118"/>
                  </a:cubicBezTo>
                  <a:lnTo>
                    <a:pt x="18391" y="542"/>
                  </a:lnTo>
                  <a:cubicBezTo>
                    <a:pt x="17149" y="178"/>
                    <a:pt x="15877" y="0"/>
                    <a:pt x="1461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7"/>
            <p:cNvSpPr/>
            <p:nvPr/>
          </p:nvSpPr>
          <p:spPr>
            <a:xfrm>
              <a:off x="5436700" y="4029175"/>
              <a:ext cx="474300" cy="568125"/>
            </a:xfrm>
            <a:custGeom>
              <a:rect b="b" l="l" r="r" t="t"/>
              <a:pathLst>
                <a:path extrusionOk="0" h="22725" w="18972">
                  <a:moveTo>
                    <a:pt x="14869" y="0"/>
                  </a:moveTo>
                  <a:cubicBezTo>
                    <a:pt x="10164" y="0"/>
                    <a:pt x="5647" y="2421"/>
                    <a:pt x="3096" y="6582"/>
                  </a:cubicBezTo>
                  <a:cubicBezTo>
                    <a:pt x="0" y="11627"/>
                    <a:pt x="463" y="18069"/>
                    <a:pt x="4243" y="22615"/>
                  </a:cubicBezTo>
                  <a:cubicBezTo>
                    <a:pt x="4300" y="22684"/>
                    <a:pt x="4386" y="22725"/>
                    <a:pt x="4476" y="22725"/>
                  </a:cubicBezTo>
                  <a:lnTo>
                    <a:pt x="4477" y="22725"/>
                  </a:lnTo>
                  <a:cubicBezTo>
                    <a:pt x="4734" y="22725"/>
                    <a:pt x="4875" y="22425"/>
                    <a:pt x="4711" y="22228"/>
                  </a:cubicBezTo>
                  <a:cubicBezTo>
                    <a:pt x="1095" y="17881"/>
                    <a:pt x="654" y="11722"/>
                    <a:pt x="3611" y="6899"/>
                  </a:cubicBezTo>
                  <a:cubicBezTo>
                    <a:pt x="6052" y="2921"/>
                    <a:pt x="10370" y="605"/>
                    <a:pt x="14869" y="605"/>
                  </a:cubicBezTo>
                  <a:cubicBezTo>
                    <a:pt x="16095" y="605"/>
                    <a:pt x="17336" y="778"/>
                    <a:pt x="18555" y="1135"/>
                  </a:cubicBezTo>
                  <a:cubicBezTo>
                    <a:pt x="18582" y="1143"/>
                    <a:pt x="18609" y="1147"/>
                    <a:pt x="18636" y="1147"/>
                  </a:cubicBezTo>
                  <a:cubicBezTo>
                    <a:pt x="18767" y="1147"/>
                    <a:pt x="18887" y="1060"/>
                    <a:pt x="18926" y="928"/>
                  </a:cubicBezTo>
                  <a:cubicBezTo>
                    <a:pt x="18972" y="771"/>
                    <a:pt x="18883" y="604"/>
                    <a:pt x="18726" y="555"/>
                  </a:cubicBezTo>
                  <a:cubicBezTo>
                    <a:pt x="17450" y="180"/>
                    <a:pt x="16152" y="0"/>
                    <a:pt x="148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7"/>
            <p:cNvSpPr/>
            <p:nvPr/>
          </p:nvSpPr>
          <p:spPr>
            <a:xfrm>
              <a:off x="5608850" y="4144975"/>
              <a:ext cx="352525" cy="456450"/>
            </a:xfrm>
            <a:custGeom>
              <a:rect b="b" l="l" r="r" t="t"/>
              <a:pathLst>
                <a:path extrusionOk="0" h="18258" w="14101">
                  <a:moveTo>
                    <a:pt x="12328" y="1"/>
                  </a:moveTo>
                  <a:cubicBezTo>
                    <a:pt x="12271" y="1"/>
                    <a:pt x="12212" y="6"/>
                    <a:pt x="12152" y="16"/>
                  </a:cubicBezTo>
                  <a:cubicBezTo>
                    <a:pt x="11905" y="56"/>
                    <a:pt x="11702" y="204"/>
                    <a:pt x="11545" y="460"/>
                  </a:cubicBezTo>
                  <a:lnTo>
                    <a:pt x="10101" y="2812"/>
                  </a:lnTo>
                  <a:lnTo>
                    <a:pt x="10101" y="2812"/>
                  </a:lnTo>
                  <a:cubicBezTo>
                    <a:pt x="9021" y="2227"/>
                    <a:pt x="7998" y="1935"/>
                    <a:pt x="7030" y="1935"/>
                  </a:cubicBezTo>
                  <a:cubicBezTo>
                    <a:pt x="7005" y="1935"/>
                    <a:pt x="6980" y="1935"/>
                    <a:pt x="6955" y="1935"/>
                  </a:cubicBezTo>
                  <a:cubicBezTo>
                    <a:pt x="5637" y="1955"/>
                    <a:pt x="4639" y="2515"/>
                    <a:pt x="3965" y="3615"/>
                  </a:cubicBezTo>
                  <a:cubicBezTo>
                    <a:pt x="3687" y="4067"/>
                    <a:pt x="3505" y="4497"/>
                    <a:pt x="3415" y="4903"/>
                  </a:cubicBezTo>
                  <a:cubicBezTo>
                    <a:pt x="3327" y="5309"/>
                    <a:pt x="3306" y="5686"/>
                    <a:pt x="3354" y="6031"/>
                  </a:cubicBezTo>
                  <a:cubicBezTo>
                    <a:pt x="3401" y="6377"/>
                    <a:pt x="3547" y="6756"/>
                    <a:pt x="3790" y="7170"/>
                  </a:cubicBezTo>
                  <a:cubicBezTo>
                    <a:pt x="4021" y="7568"/>
                    <a:pt x="4283" y="7947"/>
                    <a:pt x="4572" y="8303"/>
                  </a:cubicBezTo>
                  <a:cubicBezTo>
                    <a:pt x="4849" y="8646"/>
                    <a:pt x="5231" y="9079"/>
                    <a:pt x="5716" y="9606"/>
                  </a:cubicBezTo>
                  <a:lnTo>
                    <a:pt x="7019" y="10981"/>
                  </a:lnTo>
                  <a:cubicBezTo>
                    <a:pt x="7383" y="11349"/>
                    <a:pt x="7627" y="11697"/>
                    <a:pt x="7747" y="12025"/>
                  </a:cubicBezTo>
                  <a:cubicBezTo>
                    <a:pt x="7866" y="12353"/>
                    <a:pt x="7866" y="12615"/>
                    <a:pt x="7747" y="12810"/>
                  </a:cubicBezTo>
                  <a:cubicBezTo>
                    <a:pt x="7594" y="13059"/>
                    <a:pt x="7390" y="13217"/>
                    <a:pt x="7132" y="13281"/>
                  </a:cubicBezTo>
                  <a:cubicBezTo>
                    <a:pt x="7019" y="13309"/>
                    <a:pt x="6904" y="13323"/>
                    <a:pt x="6789" y="13323"/>
                  </a:cubicBezTo>
                  <a:cubicBezTo>
                    <a:pt x="6641" y="13323"/>
                    <a:pt x="6491" y="13300"/>
                    <a:pt x="6340" y="13253"/>
                  </a:cubicBezTo>
                  <a:cubicBezTo>
                    <a:pt x="6052" y="13165"/>
                    <a:pt x="5772" y="13053"/>
                    <a:pt x="5503" y="12920"/>
                  </a:cubicBezTo>
                  <a:cubicBezTo>
                    <a:pt x="5234" y="12792"/>
                    <a:pt x="4982" y="12635"/>
                    <a:pt x="4750" y="12450"/>
                  </a:cubicBezTo>
                  <a:cubicBezTo>
                    <a:pt x="4426" y="12232"/>
                    <a:pt x="4126" y="11981"/>
                    <a:pt x="3857" y="11700"/>
                  </a:cubicBezTo>
                  <a:cubicBezTo>
                    <a:pt x="3591" y="11422"/>
                    <a:pt x="3398" y="11193"/>
                    <a:pt x="3277" y="11009"/>
                  </a:cubicBezTo>
                  <a:cubicBezTo>
                    <a:pt x="3156" y="10826"/>
                    <a:pt x="3018" y="10602"/>
                    <a:pt x="2866" y="10337"/>
                  </a:cubicBezTo>
                  <a:cubicBezTo>
                    <a:pt x="2712" y="10072"/>
                    <a:pt x="2616" y="9912"/>
                    <a:pt x="2577" y="9857"/>
                  </a:cubicBezTo>
                  <a:cubicBezTo>
                    <a:pt x="2381" y="9550"/>
                    <a:pt x="2159" y="9336"/>
                    <a:pt x="1907" y="9212"/>
                  </a:cubicBezTo>
                  <a:cubicBezTo>
                    <a:pt x="1748" y="9135"/>
                    <a:pt x="1587" y="9096"/>
                    <a:pt x="1425" y="9096"/>
                  </a:cubicBezTo>
                  <a:cubicBezTo>
                    <a:pt x="1332" y="9096"/>
                    <a:pt x="1239" y="9109"/>
                    <a:pt x="1145" y="9134"/>
                  </a:cubicBezTo>
                  <a:cubicBezTo>
                    <a:pt x="897" y="9202"/>
                    <a:pt x="666" y="9323"/>
                    <a:pt x="469" y="9490"/>
                  </a:cubicBezTo>
                  <a:cubicBezTo>
                    <a:pt x="274" y="9655"/>
                    <a:pt x="141" y="9871"/>
                    <a:pt x="71" y="10140"/>
                  </a:cubicBezTo>
                  <a:cubicBezTo>
                    <a:pt x="1" y="10406"/>
                    <a:pt x="20" y="10677"/>
                    <a:pt x="131" y="10953"/>
                  </a:cubicBezTo>
                  <a:cubicBezTo>
                    <a:pt x="762" y="12400"/>
                    <a:pt x="1766" y="13630"/>
                    <a:pt x="3141" y="14641"/>
                  </a:cubicBezTo>
                  <a:lnTo>
                    <a:pt x="3141" y="14641"/>
                  </a:lnTo>
                  <a:lnTo>
                    <a:pt x="1791" y="16840"/>
                  </a:lnTo>
                  <a:cubicBezTo>
                    <a:pt x="1584" y="17178"/>
                    <a:pt x="1569" y="17493"/>
                    <a:pt x="1748" y="17784"/>
                  </a:cubicBezTo>
                  <a:cubicBezTo>
                    <a:pt x="1927" y="18076"/>
                    <a:pt x="2191" y="18232"/>
                    <a:pt x="2540" y="18255"/>
                  </a:cubicBezTo>
                  <a:cubicBezTo>
                    <a:pt x="2562" y="18257"/>
                    <a:pt x="2584" y="18257"/>
                    <a:pt x="2606" y="18257"/>
                  </a:cubicBezTo>
                  <a:cubicBezTo>
                    <a:pt x="2924" y="18257"/>
                    <a:pt x="3177" y="18106"/>
                    <a:pt x="3362" y="17802"/>
                  </a:cubicBezTo>
                  <a:lnTo>
                    <a:pt x="4705" y="15613"/>
                  </a:lnTo>
                  <a:lnTo>
                    <a:pt x="4705" y="15613"/>
                  </a:lnTo>
                  <a:cubicBezTo>
                    <a:pt x="5268" y="15893"/>
                    <a:pt x="5824" y="16093"/>
                    <a:pt x="6375" y="16213"/>
                  </a:cubicBezTo>
                  <a:cubicBezTo>
                    <a:pt x="6729" y="16290"/>
                    <a:pt x="7074" y="16328"/>
                    <a:pt x="7411" y="16328"/>
                  </a:cubicBezTo>
                  <a:cubicBezTo>
                    <a:pt x="7947" y="16328"/>
                    <a:pt x="8462" y="16231"/>
                    <a:pt x="8955" y="16039"/>
                  </a:cubicBezTo>
                  <a:cubicBezTo>
                    <a:pt x="9760" y="15724"/>
                    <a:pt x="10411" y="15143"/>
                    <a:pt x="10908" y="14298"/>
                  </a:cubicBezTo>
                  <a:cubicBezTo>
                    <a:pt x="11221" y="13774"/>
                    <a:pt x="11406" y="13269"/>
                    <a:pt x="11466" y="12782"/>
                  </a:cubicBezTo>
                  <a:cubicBezTo>
                    <a:pt x="11526" y="12295"/>
                    <a:pt x="11463" y="11813"/>
                    <a:pt x="11280" y="11338"/>
                  </a:cubicBezTo>
                  <a:cubicBezTo>
                    <a:pt x="11089" y="10852"/>
                    <a:pt x="10834" y="10393"/>
                    <a:pt x="10520" y="9977"/>
                  </a:cubicBezTo>
                  <a:cubicBezTo>
                    <a:pt x="10197" y="9546"/>
                    <a:pt x="9772" y="9053"/>
                    <a:pt x="9242" y="8500"/>
                  </a:cubicBezTo>
                  <a:lnTo>
                    <a:pt x="7929" y="7166"/>
                  </a:lnTo>
                  <a:cubicBezTo>
                    <a:pt x="7534" y="6778"/>
                    <a:pt x="7283" y="6449"/>
                    <a:pt x="7176" y="6175"/>
                  </a:cubicBezTo>
                  <a:cubicBezTo>
                    <a:pt x="7068" y="5903"/>
                    <a:pt x="7098" y="5631"/>
                    <a:pt x="7265" y="5359"/>
                  </a:cubicBezTo>
                  <a:cubicBezTo>
                    <a:pt x="7393" y="5149"/>
                    <a:pt x="7606" y="5045"/>
                    <a:pt x="7902" y="5045"/>
                  </a:cubicBezTo>
                  <a:cubicBezTo>
                    <a:pt x="7925" y="5045"/>
                    <a:pt x="7947" y="5045"/>
                    <a:pt x="7971" y="5046"/>
                  </a:cubicBezTo>
                  <a:cubicBezTo>
                    <a:pt x="8301" y="5063"/>
                    <a:pt x="8624" y="5160"/>
                    <a:pt x="8936" y="5335"/>
                  </a:cubicBezTo>
                  <a:cubicBezTo>
                    <a:pt x="9248" y="5511"/>
                    <a:pt x="9535" y="5690"/>
                    <a:pt x="9796" y="5871"/>
                  </a:cubicBezTo>
                  <a:cubicBezTo>
                    <a:pt x="10527" y="6438"/>
                    <a:pt x="11186" y="7094"/>
                    <a:pt x="11758" y="7820"/>
                  </a:cubicBezTo>
                  <a:cubicBezTo>
                    <a:pt x="11991" y="8099"/>
                    <a:pt x="12242" y="8284"/>
                    <a:pt x="12513" y="8378"/>
                  </a:cubicBezTo>
                  <a:cubicBezTo>
                    <a:pt x="12630" y="8418"/>
                    <a:pt x="12743" y="8438"/>
                    <a:pt x="12854" y="8438"/>
                  </a:cubicBezTo>
                  <a:cubicBezTo>
                    <a:pt x="12997" y="8438"/>
                    <a:pt x="13136" y="8404"/>
                    <a:pt x="13268" y="8336"/>
                  </a:cubicBezTo>
                  <a:cubicBezTo>
                    <a:pt x="13496" y="8220"/>
                    <a:pt x="13695" y="8056"/>
                    <a:pt x="13852" y="7854"/>
                  </a:cubicBezTo>
                  <a:cubicBezTo>
                    <a:pt x="14007" y="7652"/>
                    <a:pt x="14087" y="7400"/>
                    <a:pt x="14094" y="7092"/>
                  </a:cubicBezTo>
                  <a:cubicBezTo>
                    <a:pt x="14100" y="6785"/>
                    <a:pt x="14009" y="6491"/>
                    <a:pt x="13819" y="6208"/>
                  </a:cubicBezTo>
                  <a:cubicBezTo>
                    <a:pt x="13577" y="5842"/>
                    <a:pt x="13372" y="5550"/>
                    <a:pt x="13206" y="5334"/>
                  </a:cubicBezTo>
                  <a:cubicBezTo>
                    <a:pt x="13038" y="5117"/>
                    <a:pt x="12777" y="4835"/>
                    <a:pt x="12424" y="4489"/>
                  </a:cubicBezTo>
                  <a:cubicBezTo>
                    <a:pt x="12175" y="4247"/>
                    <a:pt x="11912" y="4020"/>
                    <a:pt x="11636" y="3809"/>
                  </a:cubicBezTo>
                  <a:lnTo>
                    <a:pt x="11636" y="3809"/>
                  </a:lnTo>
                  <a:lnTo>
                    <a:pt x="13104" y="1417"/>
                  </a:lnTo>
                  <a:cubicBezTo>
                    <a:pt x="13251" y="1176"/>
                    <a:pt x="13289" y="934"/>
                    <a:pt x="13215" y="692"/>
                  </a:cubicBezTo>
                  <a:cubicBezTo>
                    <a:pt x="13141" y="449"/>
                    <a:pt x="13006" y="266"/>
                    <a:pt x="12814" y="142"/>
                  </a:cubicBezTo>
                  <a:cubicBezTo>
                    <a:pt x="12667" y="48"/>
                    <a:pt x="12505" y="1"/>
                    <a:pt x="1232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7"/>
            <p:cNvSpPr/>
            <p:nvPr/>
          </p:nvSpPr>
          <p:spPr>
            <a:xfrm>
              <a:off x="5472350" y="4588375"/>
              <a:ext cx="15350" cy="65600"/>
            </a:xfrm>
            <a:custGeom>
              <a:rect b="b" l="l" r="r" t="t"/>
              <a:pathLst>
                <a:path extrusionOk="0" h="2624" w="614">
                  <a:moveTo>
                    <a:pt x="308" y="1"/>
                  </a:moveTo>
                  <a:cubicBezTo>
                    <a:pt x="137" y="1"/>
                    <a:pt x="0" y="142"/>
                    <a:pt x="4" y="311"/>
                  </a:cubicBezTo>
                  <a:lnTo>
                    <a:pt x="4" y="2320"/>
                  </a:lnTo>
                  <a:cubicBezTo>
                    <a:pt x="4" y="2487"/>
                    <a:pt x="140" y="2624"/>
                    <a:pt x="308" y="2624"/>
                  </a:cubicBezTo>
                  <a:cubicBezTo>
                    <a:pt x="474" y="2624"/>
                    <a:pt x="610" y="2487"/>
                    <a:pt x="610" y="2320"/>
                  </a:cubicBezTo>
                  <a:lnTo>
                    <a:pt x="610" y="311"/>
                  </a:lnTo>
                  <a:cubicBezTo>
                    <a:pt x="614" y="142"/>
                    <a:pt x="477" y="1"/>
                    <a:pt x="3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7"/>
            <p:cNvSpPr/>
            <p:nvPr/>
          </p:nvSpPr>
          <p:spPr>
            <a:xfrm>
              <a:off x="5507800" y="4638625"/>
              <a:ext cx="15350" cy="68525"/>
            </a:xfrm>
            <a:custGeom>
              <a:rect b="b" l="l" r="r" t="t"/>
              <a:pathLst>
                <a:path extrusionOk="0" h="2741" w="614">
                  <a:moveTo>
                    <a:pt x="308" y="0"/>
                  </a:moveTo>
                  <a:cubicBezTo>
                    <a:pt x="137" y="0"/>
                    <a:pt x="0" y="140"/>
                    <a:pt x="4" y="310"/>
                  </a:cubicBezTo>
                  <a:lnTo>
                    <a:pt x="4" y="2437"/>
                  </a:lnTo>
                  <a:cubicBezTo>
                    <a:pt x="4" y="2605"/>
                    <a:pt x="140" y="2740"/>
                    <a:pt x="308" y="2740"/>
                  </a:cubicBezTo>
                  <a:cubicBezTo>
                    <a:pt x="474" y="2740"/>
                    <a:pt x="610" y="2604"/>
                    <a:pt x="610" y="2437"/>
                  </a:cubicBezTo>
                  <a:lnTo>
                    <a:pt x="610" y="310"/>
                  </a:lnTo>
                  <a:cubicBezTo>
                    <a:pt x="614" y="140"/>
                    <a:pt x="477" y="0"/>
                    <a:pt x="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7"/>
            <p:cNvSpPr/>
            <p:nvPr/>
          </p:nvSpPr>
          <p:spPr>
            <a:xfrm>
              <a:off x="5578700" y="4697725"/>
              <a:ext cx="15375" cy="65550"/>
            </a:xfrm>
            <a:custGeom>
              <a:rect b="b" l="l" r="r" t="t"/>
              <a:pathLst>
                <a:path extrusionOk="0" h="2622" w="615">
                  <a:moveTo>
                    <a:pt x="307" y="0"/>
                  </a:moveTo>
                  <a:cubicBezTo>
                    <a:pt x="137" y="0"/>
                    <a:pt x="1" y="139"/>
                    <a:pt x="5" y="310"/>
                  </a:cubicBezTo>
                  <a:lnTo>
                    <a:pt x="5" y="2318"/>
                  </a:lnTo>
                  <a:cubicBezTo>
                    <a:pt x="5" y="2486"/>
                    <a:pt x="140" y="2621"/>
                    <a:pt x="307" y="2621"/>
                  </a:cubicBezTo>
                  <a:cubicBezTo>
                    <a:pt x="475" y="2621"/>
                    <a:pt x="610" y="2486"/>
                    <a:pt x="610" y="2318"/>
                  </a:cubicBezTo>
                  <a:lnTo>
                    <a:pt x="610" y="310"/>
                  </a:lnTo>
                  <a:cubicBezTo>
                    <a:pt x="614" y="139"/>
                    <a:pt x="477" y="0"/>
                    <a:pt x="30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7"/>
            <p:cNvSpPr/>
            <p:nvPr/>
          </p:nvSpPr>
          <p:spPr>
            <a:xfrm>
              <a:off x="5679150" y="4747925"/>
              <a:ext cx="15350" cy="59650"/>
            </a:xfrm>
            <a:custGeom>
              <a:rect b="b" l="l" r="r" t="t"/>
              <a:pathLst>
                <a:path extrusionOk="0" h="2386" w="614">
                  <a:moveTo>
                    <a:pt x="306" y="0"/>
                  </a:moveTo>
                  <a:cubicBezTo>
                    <a:pt x="137" y="0"/>
                    <a:pt x="0" y="141"/>
                    <a:pt x="4" y="310"/>
                  </a:cubicBezTo>
                  <a:lnTo>
                    <a:pt x="4" y="2082"/>
                  </a:lnTo>
                  <a:cubicBezTo>
                    <a:pt x="4" y="2250"/>
                    <a:pt x="140" y="2386"/>
                    <a:pt x="306" y="2386"/>
                  </a:cubicBezTo>
                  <a:cubicBezTo>
                    <a:pt x="474" y="2386"/>
                    <a:pt x="610" y="2250"/>
                    <a:pt x="610" y="2082"/>
                  </a:cubicBezTo>
                  <a:lnTo>
                    <a:pt x="610" y="310"/>
                  </a:lnTo>
                  <a:cubicBezTo>
                    <a:pt x="614" y="141"/>
                    <a:pt x="477" y="0"/>
                    <a:pt x="3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7"/>
            <p:cNvSpPr/>
            <p:nvPr/>
          </p:nvSpPr>
          <p:spPr>
            <a:xfrm>
              <a:off x="5788525" y="4768775"/>
              <a:ext cx="15175" cy="35875"/>
            </a:xfrm>
            <a:custGeom>
              <a:rect b="b" l="l" r="r" t="t"/>
              <a:pathLst>
                <a:path extrusionOk="0" h="1435" w="607">
                  <a:moveTo>
                    <a:pt x="304" y="1"/>
                  </a:moveTo>
                  <a:cubicBezTo>
                    <a:pt x="136" y="1"/>
                    <a:pt x="1" y="136"/>
                    <a:pt x="1" y="304"/>
                  </a:cubicBezTo>
                  <a:lnTo>
                    <a:pt x="1" y="1131"/>
                  </a:lnTo>
                  <a:cubicBezTo>
                    <a:pt x="1" y="1298"/>
                    <a:pt x="136" y="1435"/>
                    <a:pt x="304" y="1435"/>
                  </a:cubicBezTo>
                  <a:cubicBezTo>
                    <a:pt x="471" y="1435"/>
                    <a:pt x="606" y="1298"/>
                    <a:pt x="606" y="1131"/>
                  </a:cubicBezTo>
                  <a:lnTo>
                    <a:pt x="606" y="304"/>
                  </a:lnTo>
                  <a:cubicBezTo>
                    <a:pt x="606" y="136"/>
                    <a:pt x="471" y="1"/>
                    <a:pt x="3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7"/>
            <p:cNvSpPr/>
            <p:nvPr/>
          </p:nvSpPr>
          <p:spPr>
            <a:xfrm>
              <a:off x="6004150" y="4727400"/>
              <a:ext cx="15200" cy="47700"/>
            </a:xfrm>
            <a:custGeom>
              <a:rect b="b" l="l" r="r" t="t"/>
              <a:pathLst>
                <a:path extrusionOk="0" h="1908" w="608">
                  <a:moveTo>
                    <a:pt x="304" y="1"/>
                  </a:moveTo>
                  <a:cubicBezTo>
                    <a:pt x="138" y="1"/>
                    <a:pt x="1" y="136"/>
                    <a:pt x="1" y="304"/>
                  </a:cubicBezTo>
                  <a:lnTo>
                    <a:pt x="1" y="1604"/>
                  </a:lnTo>
                  <a:cubicBezTo>
                    <a:pt x="1" y="1772"/>
                    <a:pt x="136" y="1907"/>
                    <a:pt x="304" y="1907"/>
                  </a:cubicBezTo>
                  <a:cubicBezTo>
                    <a:pt x="472" y="1907"/>
                    <a:pt x="608" y="1772"/>
                    <a:pt x="608" y="1604"/>
                  </a:cubicBezTo>
                  <a:lnTo>
                    <a:pt x="608" y="304"/>
                  </a:lnTo>
                  <a:cubicBezTo>
                    <a:pt x="608" y="136"/>
                    <a:pt x="471" y="1"/>
                    <a:pt x="30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7"/>
            <p:cNvSpPr/>
            <p:nvPr/>
          </p:nvSpPr>
          <p:spPr>
            <a:xfrm>
              <a:off x="6051425" y="4677375"/>
              <a:ext cx="15175" cy="65200"/>
            </a:xfrm>
            <a:custGeom>
              <a:rect b="b" l="l" r="r" t="t"/>
              <a:pathLst>
                <a:path extrusionOk="0" h="2608" w="607">
                  <a:moveTo>
                    <a:pt x="304" y="0"/>
                  </a:moveTo>
                  <a:cubicBezTo>
                    <a:pt x="139" y="0"/>
                    <a:pt x="5" y="132"/>
                    <a:pt x="1" y="297"/>
                  </a:cubicBezTo>
                  <a:lnTo>
                    <a:pt x="1" y="2305"/>
                  </a:lnTo>
                  <a:cubicBezTo>
                    <a:pt x="1" y="2472"/>
                    <a:pt x="136" y="2607"/>
                    <a:pt x="304" y="2607"/>
                  </a:cubicBezTo>
                  <a:cubicBezTo>
                    <a:pt x="305" y="2607"/>
                    <a:pt x="306" y="2607"/>
                    <a:pt x="307" y="2607"/>
                  </a:cubicBezTo>
                  <a:cubicBezTo>
                    <a:pt x="472" y="2607"/>
                    <a:pt x="606" y="2471"/>
                    <a:pt x="606" y="2305"/>
                  </a:cubicBezTo>
                  <a:lnTo>
                    <a:pt x="606" y="297"/>
                  </a:lnTo>
                  <a:cubicBezTo>
                    <a:pt x="602" y="132"/>
                    <a:pt x="468" y="0"/>
                    <a:pt x="3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cxnSp>
        <p:nvCxnSpPr>
          <p:cNvPr id="420" name="Google Shape;420;p28"/>
          <p:cNvCxnSpPr/>
          <p:nvPr/>
        </p:nvCxnSpPr>
        <p:spPr>
          <a:xfrm rot="10800000">
            <a:off x="7030669" y="2121261"/>
            <a:ext cx="0" cy="288300"/>
          </a:xfrm>
          <a:prstGeom prst="straightConnector1">
            <a:avLst/>
          </a:prstGeom>
          <a:noFill/>
          <a:ln cap="flat" cmpd="sng" w="19050">
            <a:solidFill>
              <a:schemeClr val="accent1"/>
            </a:solidFill>
            <a:prstDash val="solid"/>
            <a:round/>
            <a:headEnd len="sm" w="sm" type="none"/>
            <a:tailEnd len="sm" w="sm" type="none"/>
          </a:ln>
        </p:spPr>
      </p:cxnSp>
      <p:cxnSp>
        <p:nvCxnSpPr>
          <p:cNvPr id="421" name="Google Shape;421;p28"/>
          <p:cNvCxnSpPr/>
          <p:nvPr/>
        </p:nvCxnSpPr>
        <p:spPr>
          <a:xfrm rot="10800000">
            <a:off x="5813932" y="1938273"/>
            <a:ext cx="0" cy="288300"/>
          </a:xfrm>
          <a:prstGeom prst="straightConnector1">
            <a:avLst/>
          </a:prstGeom>
          <a:noFill/>
          <a:ln cap="flat" cmpd="sng" w="19050">
            <a:solidFill>
              <a:schemeClr val="accent1"/>
            </a:solidFill>
            <a:prstDash val="solid"/>
            <a:round/>
            <a:headEnd len="sm" w="sm" type="none"/>
            <a:tailEnd len="sm" w="sm" type="none"/>
          </a:ln>
        </p:spPr>
      </p:cxnSp>
      <p:sp>
        <p:nvSpPr>
          <p:cNvPr id="422" name="Google Shape;422;p28"/>
          <p:cNvSpPr txBox="1"/>
          <p:nvPr>
            <p:ph idx="4294967295" type="title"/>
          </p:nvPr>
        </p:nvSpPr>
        <p:spPr>
          <a:xfrm>
            <a:off x="1318800" y="0"/>
            <a:ext cx="6084000" cy="53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600"/>
              <a:t>Outline</a:t>
            </a:r>
            <a:endParaRPr b="1" sz="3600"/>
          </a:p>
        </p:txBody>
      </p:sp>
      <p:sp>
        <p:nvSpPr>
          <p:cNvPr id="423" name="Google Shape;423;p28"/>
          <p:cNvSpPr/>
          <p:nvPr/>
        </p:nvSpPr>
        <p:spPr>
          <a:xfrm>
            <a:off x="8351991" y="1468758"/>
            <a:ext cx="74400" cy="744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8"/>
          <p:cNvSpPr/>
          <p:nvPr/>
        </p:nvSpPr>
        <p:spPr>
          <a:xfrm>
            <a:off x="669022" y="2120862"/>
            <a:ext cx="2123700" cy="1074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5" name="Google Shape;425;p28"/>
          <p:cNvGrpSpPr/>
          <p:nvPr/>
        </p:nvGrpSpPr>
        <p:grpSpPr>
          <a:xfrm>
            <a:off x="1793761" y="2121211"/>
            <a:ext cx="3012768" cy="288425"/>
            <a:chOff x="1394250" y="1194219"/>
            <a:chExt cx="576000" cy="105654"/>
          </a:xfrm>
        </p:grpSpPr>
        <p:cxnSp>
          <p:nvCxnSpPr>
            <p:cNvPr id="426" name="Google Shape;426;p28"/>
            <p:cNvCxnSpPr/>
            <p:nvPr/>
          </p:nvCxnSpPr>
          <p:spPr>
            <a:xfrm rot="10800000">
              <a:off x="1404268" y="1194273"/>
              <a:ext cx="0" cy="105600"/>
            </a:xfrm>
            <a:prstGeom prst="straightConnector1">
              <a:avLst/>
            </a:prstGeom>
            <a:noFill/>
            <a:ln cap="flat" cmpd="sng" w="19050">
              <a:solidFill>
                <a:schemeClr val="accent1"/>
              </a:solidFill>
              <a:prstDash val="solid"/>
              <a:round/>
              <a:headEnd len="sm" w="sm" type="none"/>
              <a:tailEnd len="sm" w="sm" type="none"/>
            </a:ln>
          </p:spPr>
        </p:cxnSp>
        <p:sp>
          <p:nvSpPr>
            <p:cNvPr id="427" name="Google Shape;427;p28"/>
            <p:cNvSpPr/>
            <p:nvPr/>
          </p:nvSpPr>
          <p:spPr>
            <a:xfrm>
              <a:off x="1394250" y="1194219"/>
              <a:ext cx="576000" cy="393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28" name="Google Shape;428;p28"/>
          <p:cNvSpPr/>
          <p:nvPr/>
        </p:nvSpPr>
        <p:spPr>
          <a:xfrm>
            <a:off x="4364450" y="2120325"/>
            <a:ext cx="4022100" cy="107100"/>
          </a:xfrm>
          <a:prstGeom prst="rect">
            <a:avLst/>
          </a:prstGeom>
          <a:gradFill>
            <a:gsLst>
              <a:gs pos="0">
                <a:srgbClr val="8BE3FF"/>
              </a:gs>
              <a:gs pos="100000">
                <a:srgbClr val="ACFFD9"/>
              </a:gs>
            </a:gsLst>
            <a:lin ang="5400700" scaled="0"/>
          </a:gra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8"/>
          <p:cNvSpPr txBox="1"/>
          <p:nvPr>
            <p:ph idx="4294967295" type="title"/>
          </p:nvPr>
        </p:nvSpPr>
        <p:spPr>
          <a:xfrm>
            <a:off x="12" y="1003300"/>
            <a:ext cx="1389000" cy="53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1) Abstract</a:t>
            </a:r>
            <a:endParaRPr sz="1800"/>
          </a:p>
        </p:txBody>
      </p:sp>
      <p:sp>
        <p:nvSpPr>
          <p:cNvPr id="430" name="Google Shape;430;p28"/>
          <p:cNvSpPr txBox="1"/>
          <p:nvPr>
            <p:ph idx="4294967295" type="title"/>
          </p:nvPr>
        </p:nvSpPr>
        <p:spPr>
          <a:xfrm>
            <a:off x="1057138" y="2664550"/>
            <a:ext cx="15720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2) Motivation</a:t>
            </a:r>
            <a:endParaRPr sz="1800"/>
          </a:p>
        </p:txBody>
      </p:sp>
      <p:sp>
        <p:nvSpPr>
          <p:cNvPr id="431" name="Google Shape;431;p28"/>
          <p:cNvSpPr txBox="1"/>
          <p:nvPr>
            <p:ph idx="4294967295" type="title"/>
          </p:nvPr>
        </p:nvSpPr>
        <p:spPr>
          <a:xfrm>
            <a:off x="4930875" y="1003300"/>
            <a:ext cx="1766100" cy="53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800"/>
              <a:t>5) Methodology</a:t>
            </a:r>
            <a:endParaRPr sz="1800"/>
          </a:p>
        </p:txBody>
      </p:sp>
      <p:sp>
        <p:nvSpPr>
          <p:cNvPr id="432" name="Google Shape;432;p28"/>
          <p:cNvSpPr txBox="1"/>
          <p:nvPr>
            <p:ph idx="4294967295" type="title"/>
          </p:nvPr>
        </p:nvSpPr>
        <p:spPr>
          <a:xfrm>
            <a:off x="6157525" y="2664825"/>
            <a:ext cx="17463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6</a:t>
            </a:r>
            <a:r>
              <a:rPr lang="en" sz="1800"/>
              <a:t>) Conclusion</a:t>
            </a:r>
            <a:endParaRPr sz="1800"/>
          </a:p>
        </p:txBody>
      </p:sp>
      <p:sp>
        <p:nvSpPr>
          <p:cNvPr id="433" name="Google Shape;433;p28"/>
          <p:cNvSpPr/>
          <p:nvPr/>
        </p:nvSpPr>
        <p:spPr>
          <a:xfrm rot="10800000">
            <a:off x="1806104" y="2409339"/>
            <a:ext cx="74100" cy="741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4" name="Google Shape;434;p28"/>
          <p:cNvCxnSpPr/>
          <p:nvPr/>
        </p:nvCxnSpPr>
        <p:spPr>
          <a:xfrm rot="10800000">
            <a:off x="2904482" y="1899261"/>
            <a:ext cx="0" cy="288600"/>
          </a:xfrm>
          <a:prstGeom prst="straightConnector1">
            <a:avLst/>
          </a:prstGeom>
          <a:noFill/>
          <a:ln cap="flat" cmpd="sng" w="19050">
            <a:solidFill>
              <a:schemeClr val="accent1"/>
            </a:solidFill>
            <a:prstDash val="solid"/>
            <a:round/>
            <a:headEnd len="sm" w="sm" type="none"/>
            <a:tailEnd len="sm" w="sm" type="none"/>
          </a:ln>
        </p:spPr>
      </p:cxnSp>
      <p:sp>
        <p:nvSpPr>
          <p:cNvPr id="435" name="Google Shape;435;p28"/>
          <p:cNvSpPr/>
          <p:nvPr/>
        </p:nvSpPr>
        <p:spPr>
          <a:xfrm rot="10800000">
            <a:off x="2867429" y="1864164"/>
            <a:ext cx="74100" cy="741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8"/>
          <p:cNvSpPr txBox="1"/>
          <p:nvPr>
            <p:ph idx="4294967295" type="title"/>
          </p:nvPr>
        </p:nvSpPr>
        <p:spPr>
          <a:xfrm>
            <a:off x="2158649" y="1003300"/>
            <a:ext cx="13890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3) Business</a:t>
            </a:r>
            <a:endParaRPr sz="1800"/>
          </a:p>
          <a:p>
            <a:pPr indent="0" lvl="0" marL="0" rtl="0" algn="l">
              <a:spcBef>
                <a:spcPts val="0"/>
              </a:spcBef>
              <a:spcAft>
                <a:spcPts val="0"/>
              </a:spcAft>
              <a:buNone/>
            </a:pPr>
            <a:r>
              <a:rPr lang="en" sz="1800"/>
              <a:t>     Problem</a:t>
            </a:r>
            <a:endParaRPr sz="1800"/>
          </a:p>
        </p:txBody>
      </p:sp>
      <p:cxnSp>
        <p:nvCxnSpPr>
          <p:cNvPr id="437" name="Google Shape;437;p28"/>
          <p:cNvCxnSpPr>
            <a:stCxn id="438" idx="0"/>
          </p:cNvCxnSpPr>
          <p:nvPr/>
        </p:nvCxnSpPr>
        <p:spPr>
          <a:xfrm flipH="1" rot="10800000">
            <a:off x="4339738" y="2116750"/>
            <a:ext cx="15900" cy="475800"/>
          </a:xfrm>
          <a:prstGeom prst="straightConnector1">
            <a:avLst/>
          </a:prstGeom>
          <a:noFill/>
          <a:ln cap="flat" cmpd="sng" w="19050">
            <a:solidFill>
              <a:schemeClr val="accent1"/>
            </a:solidFill>
            <a:prstDash val="solid"/>
            <a:round/>
            <a:headEnd len="sm" w="sm" type="none"/>
            <a:tailEnd len="sm" w="sm" type="none"/>
          </a:ln>
        </p:spPr>
      </p:cxnSp>
      <p:sp>
        <p:nvSpPr>
          <p:cNvPr id="439" name="Google Shape;439;p28"/>
          <p:cNvSpPr/>
          <p:nvPr/>
        </p:nvSpPr>
        <p:spPr>
          <a:xfrm rot="10800000">
            <a:off x="4302704" y="2534689"/>
            <a:ext cx="74100" cy="741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28"/>
          <p:cNvSpPr txBox="1"/>
          <p:nvPr>
            <p:ph idx="4294967295" type="title"/>
          </p:nvPr>
        </p:nvSpPr>
        <p:spPr>
          <a:xfrm>
            <a:off x="3363838" y="2592550"/>
            <a:ext cx="1951800" cy="68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4) Describe Data</a:t>
            </a:r>
            <a:endParaRPr sz="1800"/>
          </a:p>
          <a:p>
            <a:pPr indent="0" lvl="0" marL="0" rtl="0" algn="l">
              <a:spcBef>
                <a:spcPts val="0"/>
              </a:spcBef>
              <a:spcAft>
                <a:spcPts val="0"/>
              </a:spcAft>
              <a:buNone/>
            </a:pPr>
            <a:r>
              <a:rPr lang="en" sz="1800"/>
              <a:t>     And Features </a:t>
            </a:r>
            <a:endParaRPr sz="1800"/>
          </a:p>
          <a:p>
            <a:pPr indent="0" lvl="0" marL="0" rtl="0" algn="ctr">
              <a:spcBef>
                <a:spcPts val="0"/>
              </a:spcBef>
              <a:spcAft>
                <a:spcPts val="0"/>
              </a:spcAft>
              <a:buNone/>
            </a:pPr>
            <a:r>
              <a:t/>
            </a:r>
            <a:endParaRPr sz="1800"/>
          </a:p>
        </p:txBody>
      </p:sp>
      <p:sp>
        <p:nvSpPr>
          <p:cNvPr id="440" name="Google Shape;440;p28"/>
          <p:cNvSpPr/>
          <p:nvPr/>
        </p:nvSpPr>
        <p:spPr>
          <a:xfrm rot="10800000">
            <a:off x="5776879" y="1864176"/>
            <a:ext cx="74100" cy="741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8"/>
          <p:cNvSpPr/>
          <p:nvPr/>
        </p:nvSpPr>
        <p:spPr>
          <a:xfrm rot="10800000">
            <a:off x="6993629" y="2409076"/>
            <a:ext cx="74100" cy="741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8"/>
          <p:cNvSpPr txBox="1"/>
          <p:nvPr/>
        </p:nvSpPr>
        <p:spPr>
          <a:xfrm>
            <a:off x="7516050" y="1003300"/>
            <a:ext cx="1746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2"/>
                </a:solidFill>
                <a:latin typeface="Viga"/>
                <a:ea typeface="Viga"/>
                <a:cs typeface="Viga"/>
                <a:sym typeface="Viga"/>
              </a:rPr>
              <a:t>7</a:t>
            </a:r>
            <a:r>
              <a:rPr lang="en" sz="1800">
                <a:solidFill>
                  <a:schemeClr val="lt2"/>
                </a:solidFill>
                <a:latin typeface="Viga"/>
                <a:ea typeface="Viga"/>
                <a:cs typeface="Viga"/>
                <a:sym typeface="Viga"/>
              </a:rPr>
              <a:t>) References</a:t>
            </a:r>
            <a:endParaRPr sz="1800">
              <a:solidFill>
                <a:schemeClr val="lt2"/>
              </a:solidFill>
              <a:latin typeface="Viga"/>
              <a:ea typeface="Viga"/>
              <a:cs typeface="Viga"/>
              <a:sym typeface="Viga"/>
            </a:endParaRPr>
          </a:p>
        </p:txBody>
      </p:sp>
      <p:cxnSp>
        <p:nvCxnSpPr>
          <p:cNvPr id="443" name="Google Shape;443;p28"/>
          <p:cNvCxnSpPr/>
          <p:nvPr/>
        </p:nvCxnSpPr>
        <p:spPr>
          <a:xfrm rot="10800000">
            <a:off x="8386650" y="1546900"/>
            <a:ext cx="5100" cy="683700"/>
          </a:xfrm>
          <a:prstGeom prst="straightConnector1">
            <a:avLst/>
          </a:prstGeom>
          <a:noFill/>
          <a:ln cap="flat" cmpd="sng" w="19050">
            <a:solidFill>
              <a:schemeClr val="accent1"/>
            </a:solidFill>
            <a:prstDash val="solid"/>
            <a:round/>
            <a:headEnd len="sm" w="sm" type="none"/>
            <a:tailEnd len="sm" w="sm" type="none"/>
          </a:ln>
        </p:spPr>
      </p:cxnSp>
      <p:cxnSp>
        <p:nvCxnSpPr>
          <p:cNvPr id="444" name="Google Shape;444;p28"/>
          <p:cNvCxnSpPr/>
          <p:nvPr/>
        </p:nvCxnSpPr>
        <p:spPr>
          <a:xfrm rot="10800000">
            <a:off x="669025" y="1543000"/>
            <a:ext cx="5100" cy="683700"/>
          </a:xfrm>
          <a:prstGeom prst="straightConnector1">
            <a:avLst/>
          </a:prstGeom>
          <a:noFill/>
          <a:ln cap="flat" cmpd="sng" w="19050">
            <a:solidFill>
              <a:schemeClr val="accent1"/>
            </a:solidFill>
            <a:prstDash val="solid"/>
            <a:round/>
            <a:headEnd len="sm" w="sm" type="none"/>
            <a:tailEnd len="sm" w="sm" type="none"/>
          </a:ln>
        </p:spPr>
      </p:cxnSp>
      <p:sp>
        <p:nvSpPr>
          <p:cNvPr id="445" name="Google Shape;445;p28"/>
          <p:cNvSpPr/>
          <p:nvPr/>
        </p:nvSpPr>
        <p:spPr>
          <a:xfrm rot="10800000">
            <a:off x="634529" y="1472789"/>
            <a:ext cx="74100" cy="741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6" name="Google Shape;446;p28"/>
          <p:cNvGrpSpPr/>
          <p:nvPr/>
        </p:nvGrpSpPr>
        <p:grpSpPr>
          <a:xfrm>
            <a:off x="3706981" y="3463634"/>
            <a:ext cx="1307656" cy="1530949"/>
            <a:chOff x="-5252000" y="394100"/>
            <a:chExt cx="1830425" cy="1999150"/>
          </a:xfrm>
        </p:grpSpPr>
        <p:sp>
          <p:nvSpPr>
            <p:cNvPr id="447" name="Google Shape;447;p28"/>
            <p:cNvSpPr/>
            <p:nvPr/>
          </p:nvSpPr>
          <p:spPr>
            <a:xfrm>
              <a:off x="-5245425" y="400600"/>
              <a:ext cx="908650" cy="1986150"/>
            </a:xfrm>
            <a:custGeom>
              <a:rect b="b" l="l" r="r" t="t"/>
              <a:pathLst>
                <a:path extrusionOk="0" h="79446" w="36346">
                  <a:moveTo>
                    <a:pt x="36345" y="1"/>
                  </a:moveTo>
                  <a:cubicBezTo>
                    <a:pt x="30792" y="5179"/>
                    <a:pt x="16575" y="10405"/>
                    <a:pt x="0" y="21493"/>
                  </a:cubicBezTo>
                  <a:cubicBezTo>
                    <a:pt x="0" y="21493"/>
                    <a:pt x="1035" y="58964"/>
                    <a:pt x="36345" y="79446"/>
                  </a:cubicBezTo>
                  <a:lnTo>
                    <a:pt x="36345" y="1"/>
                  </a:lnTo>
                  <a:close/>
                </a:path>
              </a:pathLst>
            </a:custGeom>
            <a:gradFill>
              <a:gsLst>
                <a:gs pos="0">
                  <a:srgbClr val="8BE3FF"/>
                </a:gs>
                <a:gs pos="100000">
                  <a:srgbClr val="ACFFD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8"/>
            <p:cNvSpPr/>
            <p:nvPr/>
          </p:nvSpPr>
          <p:spPr>
            <a:xfrm>
              <a:off x="-5252000" y="394100"/>
              <a:ext cx="921750" cy="1999150"/>
            </a:xfrm>
            <a:custGeom>
              <a:rect b="b" l="l" r="r" t="t"/>
              <a:pathLst>
                <a:path extrusionOk="0" h="79966" w="36870">
                  <a:moveTo>
                    <a:pt x="36348" y="844"/>
                  </a:moveTo>
                  <a:lnTo>
                    <a:pt x="36348" y="79251"/>
                  </a:lnTo>
                  <a:cubicBezTo>
                    <a:pt x="18445" y="68725"/>
                    <a:pt x="9663" y="53734"/>
                    <a:pt x="5445" y="42973"/>
                  </a:cubicBezTo>
                  <a:cubicBezTo>
                    <a:pt x="1147" y="32011"/>
                    <a:pt x="588" y="23112"/>
                    <a:pt x="529" y="21889"/>
                  </a:cubicBezTo>
                  <a:cubicBezTo>
                    <a:pt x="8839" y="16340"/>
                    <a:pt x="16615" y="12231"/>
                    <a:pt x="22871" y="8926"/>
                  </a:cubicBezTo>
                  <a:cubicBezTo>
                    <a:pt x="28780" y="5803"/>
                    <a:pt x="33510" y="3304"/>
                    <a:pt x="36348" y="844"/>
                  </a:cubicBezTo>
                  <a:close/>
                  <a:moveTo>
                    <a:pt x="36607" y="0"/>
                  </a:moveTo>
                  <a:cubicBezTo>
                    <a:pt x="36546" y="0"/>
                    <a:pt x="36483" y="22"/>
                    <a:pt x="36431" y="71"/>
                  </a:cubicBezTo>
                  <a:cubicBezTo>
                    <a:pt x="33706" y="2612"/>
                    <a:pt x="28816" y="5195"/>
                    <a:pt x="22627" y="8466"/>
                  </a:cubicBezTo>
                  <a:cubicBezTo>
                    <a:pt x="16332" y="11792"/>
                    <a:pt x="8496" y="15933"/>
                    <a:pt x="119" y="21538"/>
                  </a:cubicBezTo>
                  <a:cubicBezTo>
                    <a:pt x="44" y="21587"/>
                    <a:pt x="0" y="21672"/>
                    <a:pt x="3" y="21762"/>
                  </a:cubicBezTo>
                  <a:cubicBezTo>
                    <a:pt x="6" y="21855"/>
                    <a:pt x="318" y="31311"/>
                    <a:pt x="4953" y="43145"/>
                  </a:cubicBezTo>
                  <a:cubicBezTo>
                    <a:pt x="9231" y="54065"/>
                    <a:pt x="18173" y="69312"/>
                    <a:pt x="36477" y="79931"/>
                  </a:cubicBezTo>
                  <a:cubicBezTo>
                    <a:pt x="36517" y="79954"/>
                    <a:pt x="36562" y="79966"/>
                    <a:pt x="36608" y="79966"/>
                  </a:cubicBezTo>
                  <a:cubicBezTo>
                    <a:pt x="36752" y="79966"/>
                    <a:pt x="36870" y="79848"/>
                    <a:pt x="36869" y="79706"/>
                  </a:cubicBezTo>
                  <a:lnTo>
                    <a:pt x="36869" y="261"/>
                  </a:lnTo>
                  <a:cubicBezTo>
                    <a:pt x="36869" y="105"/>
                    <a:pt x="36741" y="0"/>
                    <a:pt x="36607"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8"/>
            <p:cNvSpPr/>
            <p:nvPr/>
          </p:nvSpPr>
          <p:spPr>
            <a:xfrm>
              <a:off x="-4336800" y="400600"/>
              <a:ext cx="908650" cy="1986150"/>
            </a:xfrm>
            <a:custGeom>
              <a:rect b="b" l="l" r="r" t="t"/>
              <a:pathLst>
                <a:path extrusionOk="0" h="79446" w="36346">
                  <a:moveTo>
                    <a:pt x="0" y="1"/>
                  </a:moveTo>
                  <a:lnTo>
                    <a:pt x="0" y="79446"/>
                  </a:lnTo>
                  <a:cubicBezTo>
                    <a:pt x="35310" y="58964"/>
                    <a:pt x="36345" y="21493"/>
                    <a:pt x="36345" y="21493"/>
                  </a:cubicBezTo>
                  <a:cubicBezTo>
                    <a:pt x="19771" y="10405"/>
                    <a:pt x="5555" y="5179"/>
                    <a:pt x="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8"/>
            <p:cNvSpPr/>
            <p:nvPr/>
          </p:nvSpPr>
          <p:spPr>
            <a:xfrm>
              <a:off x="-4343325" y="394100"/>
              <a:ext cx="921750" cy="1999150"/>
            </a:xfrm>
            <a:custGeom>
              <a:rect b="b" l="l" r="r" t="t"/>
              <a:pathLst>
                <a:path extrusionOk="0" h="79966" w="36870">
                  <a:moveTo>
                    <a:pt x="522" y="844"/>
                  </a:moveTo>
                  <a:cubicBezTo>
                    <a:pt x="3360" y="3304"/>
                    <a:pt x="8090" y="5803"/>
                    <a:pt x="13999" y="8925"/>
                  </a:cubicBezTo>
                  <a:cubicBezTo>
                    <a:pt x="20254" y="12231"/>
                    <a:pt x="28031" y="16340"/>
                    <a:pt x="36341" y="21889"/>
                  </a:cubicBezTo>
                  <a:cubicBezTo>
                    <a:pt x="36283" y="23110"/>
                    <a:pt x="35726" y="31995"/>
                    <a:pt x="31432" y="42954"/>
                  </a:cubicBezTo>
                  <a:cubicBezTo>
                    <a:pt x="27215" y="53720"/>
                    <a:pt x="18433" y="68720"/>
                    <a:pt x="522" y="79251"/>
                  </a:cubicBezTo>
                  <a:lnTo>
                    <a:pt x="522" y="844"/>
                  </a:lnTo>
                  <a:close/>
                  <a:moveTo>
                    <a:pt x="263" y="0"/>
                  </a:moveTo>
                  <a:cubicBezTo>
                    <a:pt x="129" y="0"/>
                    <a:pt x="1" y="105"/>
                    <a:pt x="1" y="261"/>
                  </a:cubicBezTo>
                  <a:lnTo>
                    <a:pt x="1" y="79704"/>
                  </a:lnTo>
                  <a:cubicBezTo>
                    <a:pt x="1" y="79848"/>
                    <a:pt x="117" y="79966"/>
                    <a:pt x="261" y="79966"/>
                  </a:cubicBezTo>
                  <a:cubicBezTo>
                    <a:pt x="307" y="79965"/>
                    <a:pt x="352" y="79953"/>
                    <a:pt x="392" y="79931"/>
                  </a:cubicBezTo>
                  <a:cubicBezTo>
                    <a:pt x="18697" y="69312"/>
                    <a:pt x="27638" y="54065"/>
                    <a:pt x="31918" y="43144"/>
                  </a:cubicBezTo>
                  <a:cubicBezTo>
                    <a:pt x="36553" y="31311"/>
                    <a:pt x="36864" y="21855"/>
                    <a:pt x="36867" y="21760"/>
                  </a:cubicBezTo>
                  <a:cubicBezTo>
                    <a:pt x="36869" y="21671"/>
                    <a:pt x="36826" y="21587"/>
                    <a:pt x="36752" y="21538"/>
                  </a:cubicBezTo>
                  <a:cubicBezTo>
                    <a:pt x="28373" y="15932"/>
                    <a:pt x="20538" y="11792"/>
                    <a:pt x="14242" y="8465"/>
                  </a:cubicBezTo>
                  <a:cubicBezTo>
                    <a:pt x="8052" y="5195"/>
                    <a:pt x="3164" y="2611"/>
                    <a:pt x="439" y="71"/>
                  </a:cubicBezTo>
                  <a:cubicBezTo>
                    <a:pt x="387" y="22"/>
                    <a:pt x="324" y="0"/>
                    <a:pt x="263"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8"/>
            <p:cNvSpPr/>
            <p:nvPr/>
          </p:nvSpPr>
          <p:spPr>
            <a:xfrm>
              <a:off x="-5178775" y="480375"/>
              <a:ext cx="1684000" cy="1826600"/>
            </a:xfrm>
            <a:custGeom>
              <a:rect b="b" l="l" r="r" t="t"/>
              <a:pathLst>
                <a:path extrusionOk="0" h="73064" w="67360">
                  <a:moveTo>
                    <a:pt x="33679" y="1"/>
                  </a:moveTo>
                  <a:cubicBezTo>
                    <a:pt x="26976" y="4654"/>
                    <a:pt x="15360" y="9088"/>
                    <a:pt x="0" y="19363"/>
                  </a:cubicBezTo>
                  <a:cubicBezTo>
                    <a:pt x="0" y="19363"/>
                    <a:pt x="960" y="54085"/>
                    <a:pt x="33679" y="73064"/>
                  </a:cubicBezTo>
                  <a:cubicBezTo>
                    <a:pt x="66399" y="54085"/>
                    <a:pt x="67359" y="19363"/>
                    <a:pt x="67359" y="19363"/>
                  </a:cubicBezTo>
                  <a:cubicBezTo>
                    <a:pt x="52000" y="9088"/>
                    <a:pt x="40435" y="4654"/>
                    <a:pt x="33679"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8"/>
            <p:cNvSpPr/>
            <p:nvPr/>
          </p:nvSpPr>
          <p:spPr>
            <a:xfrm>
              <a:off x="-5185350" y="473850"/>
              <a:ext cx="1697125" cy="1839650"/>
            </a:xfrm>
            <a:custGeom>
              <a:rect b="b" l="l" r="r" t="t"/>
              <a:pathLst>
                <a:path extrusionOk="0" h="73586" w="67885">
                  <a:moveTo>
                    <a:pt x="33943" y="576"/>
                  </a:moveTo>
                  <a:cubicBezTo>
                    <a:pt x="36735" y="2479"/>
                    <a:pt x="40391" y="4387"/>
                    <a:pt x="44614" y="6590"/>
                  </a:cubicBezTo>
                  <a:cubicBezTo>
                    <a:pt x="50768" y="9800"/>
                    <a:pt x="58419" y="13791"/>
                    <a:pt x="67356" y="19759"/>
                  </a:cubicBezTo>
                  <a:cubicBezTo>
                    <a:pt x="67300" y="20930"/>
                    <a:pt x="66772" y="29156"/>
                    <a:pt x="62803" y="39282"/>
                  </a:cubicBezTo>
                  <a:cubicBezTo>
                    <a:pt x="58876" y="49296"/>
                    <a:pt x="50684" y="63266"/>
                    <a:pt x="33942" y="73025"/>
                  </a:cubicBezTo>
                  <a:cubicBezTo>
                    <a:pt x="17200" y="63266"/>
                    <a:pt x="9009" y="49296"/>
                    <a:pt x="5083" y="39282"/>
                  </a:cubicBezTo>
                  <a:cubicBezTo>
                    <a:pt x="1114" y="29156"/>
                    <a:pt x="586" y="20930"/>
                    <a:pt x="530" y="19759"/>
                  </a:cubicBezTo>
                  <a:cubicBezTo>
                    <a:pt x="9423" y="13820"/>
                    <a:pt x="17060" y="9839"/>
                    <a:pt x="23204" y="6636"/>
                  </a:cubicBezTo>
                  <a:cubicBezTo>
                    <a:pt x="27463" y="4416"/>
                    <a:pt x="31152" y="2492"/>
                    <a:pt x="33943" y="576"/>
                  </a:cubicBezTo>
                  <a:close/>
                  <a:moveTo>
                    <a:pt x="33942" y="1"/>
                  </a:moveTo>
                  <a:cubicBezTo>
                    <a:pt x="33890" y="1"/>
                    <a:pt x="33839" y="16"/>
                    <a:pt x="33795" y="47"/>
                  </a:cubicBezTo>
                  <a:cubicBezTo>
                    <a:pt x="31014" y="1977"/>
                    <a:pt x="27460" y="3830"/>
                    <a:pt x="22962" y="6174"/>
                  </a:cubicBezTo>
                  <a:cubicBezTo>
                    <a:pt x="16780" y="9397"/>
                    <a:pt x="9086" y="13407"/>
                    <a:pt x="118" y="19407"/>
                  </a:cubicBezTo>
                  <a:cubicBezTo>
                    <a:pt x="44" y="19457"/>
                    <a:pt x="1" y="19541"/>
                    <a:pt x="3" y="19631"/>
                  </a:cubicBezTo>
                  <a:cubicBezTo>
                    <a:pt x="6" y="19718"/>
                    <a:pt x="294" y="28484"/>
                    <a:pt x="4590" y="39452"/>
                  </a:cubicBezTo>
                  <a:cubicBezTo>
                    <a:pt x="8556" y="49575"/>
                    <a:pt x="16846" y="63709"/>
                    <a:pt x="33811" y="73550"/>
                  </a:cubicBezTo>
                  <a:cubicBezTo>
                    <a:pt x="33851" y="73573"/>
                    <a:pt x="33896" y="73585"/>
                    <a:pt x="33942" y="73585"/>
                  </a:cubicBezTo>
                  <a:cubicBezTo>
                    <a:pt x="33988" y="73585"/>
                    <a:pt x="34033" y="73574"/>
                    <a:pt x="34073" y="73551"/>
                  </a:cubicBezTo>
                  <a:cubicBezTo>
                    <a:pt x="51040" y="63709"/>
                    <a:pt x="59329" y="49577"/>
                    <a:pt x="63294" y="39452"/>
                  </a:cubicBezTo>
                  <a:cubicBezTo>
                    <a:pt x="67592" y="28484"/>
                    <a:pt x="67880" y="19719"/>
                    <a:pt x="67883" y="19632"/>
                  </a:cubicBezTo>
                  <a:cubicBezTo>
                    <a:pt x="67885" y="19543"/>
                    <a:pt x="67841" y="19458"/>
                    <a:pt x="67766" y="19408"/>
                  </a:cubicBezTo>
                  <a:cubicBezTo>
                    <a:pt x="58755" y="13379"/>
                    <a:pt x="51047" y="9359"/>
                    <a:pt x="44855" y="6128"/>
                  </a:cubicBezTo>
                  <a:cubicBezTo>
                    <a:pt x="40573" y="3894"/>
                    <a:pt x="36874" y="1965"/>
                    <a:pt x="34090" y="47"/>
                  </a:cubicBezTo>
                  <a:cubicBezTo>
                    <a:pt x="34046" y="16"/>
                    <a:pt x="33994" y="1"/>
                    <a:pt x="33942"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8"/>
            <p:cNvSpPr/>
            <p:nvPr/>
          </p:nvSpPr>
          <p:spPr>
            <a:xfrm>
              <a:off x="-4336800" y="480375"/>
              <a:ext cx="842025" cy="1826600"/>
            </a:xfrm>
            <a:custGeom>
              <a:rect b="b" l="l" r="r" t="t"/>
              <a:pathLst>
                <a:path extrusionOk="0" h="73064" w="33681">
                  <a:moveTo>
                    <a:pt x="0" y="1"/>
                  </a:moveTo>
                  <a:lnTo>
                    <a:pt x="0" y="73064"/>
                  </a:lnTo>
                  <a:cubicBezTo>
                    <a:pt x="32720" y="54085"/>
                    <a:pt x="33680" y="19363"/>
                    <a:pt x="33680" y="19363"/>
                  </a:cubicBezTo>
                  <a:cubicBezTo>
                    <a:pt x="18321" y="9088"/>
                    <a:pt x="6756" y="4654"/>
                    <a:pt x="0" y="1"/>
                  </a:cubicBezTo>
                  <a:close/>
                </a:path>
              </a:pathLst>
            </a:custGeom>
            <a:gradFill>
              <a:gsLst>
                <a:gs pos="0">
                  <a:srgbClr val="8BE3FF"/>
                </a:gs>
                <a:gs pos="100000">
                  <a:srgbClr val="ACFFD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8"/>
            <p:cNvSpPr/>
            <p:nvPr/>
          </p:nvSpPr>
          <p:spPr>
            <a:xfrm>
              <a:off x="-4343325" y="473825"/>
              <a:ext cx="855100" cy="1839675"/>
            </a:xfrm>
            <a:custGeom>
              <a:rect b="b" l="l" r="r" t="t"/>
              <a:pathLst>
                <a:path extrusionOk="0" h="73587" w="34204">
                  <a:moveTo>
                    <a:pt x="522" y="753"/>
                  </a:moveTo>
                  <a:cubicBezTo>
                    <a:pt x="3279" y="2597"/>
                    <a:pt x="6840" y="4455"/>
                    <a:pt x="10933" y="6591"/>
                  </a:cubicBezTo>
                  <a:cubicBezTo>
                    <a:pt x="17087" y="9801"/>
                    <a:pt x="24738" y="13792"/>
                    <a:pt x="33675" y="19760"/>
                  </a:cubicBezTo>
                  <a:cubicBezTo>
                    <a:pt x="33619" y="20931"/>
                    <a:pt x="33091" y="29157"/>
                    <a:pt x="29122" y="39283"/>
                  </a:cubicBezTo>
                  <a:cubicBezTo>
                    <a:pt x="25215" y="49245"/>
                    <a:pt x="17088" y="63122"/>
                    <a:pt x="522" y="72873"/>
                  </a:cubicBezTo>
                  <a:lnTo>
                    <a:pt x="522" y="753"/>
                  </a:lnTo>
                  <a:close/>
                  <a:moveTo>
                    <a:pt x="262" y="1"/>
                  </a:moveTo>
                  <a:cubicBezTo>
                    <a:pt x="127" y="1"/>
                    <a:pt x="1" y="108"/>
                    <a:pt x="1" y="261"/>
                  </a:cubicBezTo>
                  <a:lnTo>
                    <a:pt x="1" y="73326"/>
                  </a:lnTo>
                  <a:cubicBezTo>
                    <a:pt x="1" y="73419"/>
                    <a:pt x="51" y="73505"/>
                    <a:pt x="132" y="73552"/>
                  </a:cubicBezTo>
                  <a:cubicBezTo>
                    <a:pt x="170" y="73574"/>
                    <a:pt x="215" y="73586"/>
                    <a:pt x="261" y="73586"/>
                  </a:cubicBezTo>
                  <a:cubicBezTo>
                    <a:pt x="307" y="73586"/>
                    <a:pt x="352" y="73574"/>
                    <a:pt x="392" y="73551"/>
                  </a:cubicBezTo>
                  <a:cubicBezTo>
                    <a:pt x="17359" y="63710"/>
                    <a:pt x="25648" y="49576"/>
                    <a:pt x="29613" y="39453"/>
                  </a:cubicBezTo>
                  <a:cubicBezTo>
                    <a:pt x="33911" y="28485"/>
                    <a:pt x="34199" y="19719"/>
                    <a:pt x="34202" y="19632"/>
                  </a:cubicBezTo>
                  <a:cubicBezTo>
                    <a:pt x="34204" y="19542"/>
                    <a:pt x="34160" y="19459"/>
                    <a:pt x="34085" y="19408"/>
                  </a:cubicBezTo>
                  <a:cubicBezTo>
                    <a:pt x="25074" y="13379"/>
                    <a:pt x="17366" y="9359"/>
                    <a:pt x="11174" y="6129"/>
                  </a:cubicBezTo>
                  <a:cubicBezTo>
                    <a:pt x="6892" y="3895"/>
                    <a:pt x="3193" y="1965"/>
                    <a:pt x="409" y="47"/>
                  </a:cubicBezTo>
                  <a:cubicBezTo>
                    <a:pt x="363" y="15"/>
                    <a:pt x="312" y="1"/>
                    <a:pt x="262"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8"/>
            <p:cNvSpPr/>
            <p:nvPr/>
          </p:nvSpPr>
          <p:spPr>
            <a:xfrm>
              <a:off x="-4697500" y="656950"/>
              <a:ext cx="731850" cy="698700"/>
            </a:xfrm>
            <a:custGeom>
              <a:rect b="b" l="l" r="r" t="t"/>
              <a:pathLst>
                <a:path extrusionOk="0" h="27948" w="29274">
                  <a:moveTo>
                    <a:pt x="14637" y="4085"/>
                  </a:moveTo>
                  <a:cubicBezTo>
                    <a:pt x="20406" y="4085"/>
                    <a:pt x="25101" y="8682"/>
                    <a:pt x="25101" y="14331"/>
                  </a:cubicBezTo>
                  <a:lnTo>
                    <a:pt x="25101" y="23863"/>
                  </a:lnTo>
                  <a:lnTo>
                    <a:pt x="4172" y="23863"/>
                  </a:lnTo>
                  <a:lnTo>
                    <a:pt x="4172" y="14331"/>
                  </a:lnTo>
                  <a:cubicBezTo>
                    <a:pt x="4172" y="8680"/>
                    <a:pt x="8865" y="4085"/>
                    <a:pt x="14637" y="4085"/>
                  </a:cubicBezTo>
                  <a:close/>
                  <a:moveTo>
                    <a:pt x="14637" y="1"/>
                  </a:moveTo>
                  <a:cubicBezTo>
                    <a:pt x="6566" y="1"/>
                    <a:pt x="0" y="6429"/>
                    <a:pt x="0" y="14331"/>
                  </a:cubicBezTo>
                  <a:lnTo>
                    <a:pt x="0" y="25904"/>
                  </a:lnTo>
                  <a:cubicBezTo>
                    <a:pt x="0" y="27033"/>
                    <a:pt x="934" y="27947"/>
                    <a:pt x="2086" y="27947"/>
                  </a:cubicBezTo>
                  <a:lnTo>
                    <a:pt x="27186" y="27947"/>
                  </a:lnTo>
                  <a:cubicBezTo>
                    <a:pt x="28339" y="27947"/>
                    <a:pt x="29273" y="27033"/>
                    <a:pt x="29274" y="25906"/>
                  </a:cubicBezTo>
                  <a:lnTo>
                    <a:pt x="29274" y="14331"/>
                  </a:lnTo>
                  <a:cubicBezTo>
                    <a:pt x="29274" y="6429"/>
                    <a:pt x="22707" y="1"/>
                    <a:pt x="1463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8"/>
            <p:cNvSpPr/>
            <p:nvPr/>
          </p:nvSpPr>
          <p:spPr>
            <a:xfrm>
              <a:off x="-4704000" y="650450"/>
              <a:ext cx="744825" cy="711700"/>
            </a:xfrm>
            <a:custGeom>
              <a:rect b="b" l="l" r="r" t="t"/>
              <a:pathLst>
                <a:path extrusionOk="0" h="28468" w="29793">
                  <a:moveTo>
                    <a:pt x="14897" y="4605"/>
                  </a:moveTo>
                  <a:cubicBezTo>
                    <a:pt x="20522" y="4605"/>
                    <a:pt x="25101" y="9085"/>
                    <a:pt x="25101" y="14591"/>
                  </a:cubicBezTo>
                  <a:lnTo>
                    <a:pt x="25101" y="23864"/>
                  </a:lnTo>
                  <a:lnTo>
                    <a:pt x="4692" y="23864"/>
                  </a:lnTo>
                  <a:lnTo>
                    <a:pt x="4692" y="14591"/>
                  </a:lnTo>
                  <a:cubicBezTo>
                    <a:pt x="4692" y="9085"/>
                    <a:pt x="9269" y="4605"/>
                    <a:pt x="14897" y="4605"/>
                  </a:cubicBezTo>
                  <a:close/>
                  <a:moveTo>
                    <a:pt x="14897" y="4085"/>
                  </a:moveTo>
                  <a:cubicBezTo>
                    <a:pt x="8982" y="4085"/>
                    <a:pt x="4172" y="8798"/>
                    <a:pt x="4172" y="14591"/>
                  </a:cubicBezTo>
                  <a:lnTo>
                    <a:pt x="4172" y="24124"/>
                  </a:lnTo>
                  <a:cubicBezTo>
                    <a:pt x="4172" y="24267"/>
                    <a:pt x="4288" y="24384"/>
                    <a:pt x="4432" y="24384"/>
                  </a:cubicBezTo>
                  <a:lnTo>
                    <a:pt x="25361" y="24384"/>
                  </a:lnTo>
                  <a:cubicBezTo>
                    <a:pt x="25504" y="24384"/>
                    <a:pt x="25621" y="24267"/>
                    <a:pt x="25621" y="24124"/>
                  </a:cubicBezTo>
                  <a:lnTo>
                    <a:pt x="25621" y="14591"/>
                  </a:lnTo>
                  <a:cubicBezTo>
                    <a:pt x="25621" y="8798"/>
                    <a:pt x="20809" y="4085"/>
                    <a:pt x="14897" y="4085"/>
                  </a:cubicBezTo>
                  <a:close/>
                  <a:moveTo>
                    <a:pt x="14897" y="521"/>
                  </a:moveTo>
                  <a:cubicBezTo>
                    <a:pt x="22823" y="521"/>
                    <a:pt x="29272" y="6832"/>
                    <a:pt x="29272" y="14591"/>
                  </a:cubicBezTo>
                  <a:lnTo>
                    <a:pt x="29272" y="26164"/>
                  </a:lnTo>
                  <a:cubicBezTo>
                    <a:pt x="29272" y="27148"/>
                    <a:pt x="28454" y="27947"/>
                    <a:pt x="27446" y="27947"/>
                  </a:cubicBezTo>
                  <a:lnTo>
                    <a:pt x="2346" y="27947"/>
                  </a:lnTo>
                  <a:cubicBezTo>
                    <a:pt x="1339" y="27947"/>
                    <a:pt x="521" y="27148"/>
                    <a:pt x="521" y="26164"/>
                  </a:cubicBezTo>
                  <a:lnTo>
                    <a:pt x="521" y="14589"/>
                  </a:lnTo>
                  <a:cubicBezTo>
                    <a:pt x="521" y="6832"/>
                    <a:pt x="6969" y="521"/>
                    <a:pt x="14897" y="521"/>
                  </a:cubicBezTo>
                  <a:close/>
                  <a:moveTo>
                    <a:pt x="14897" y="0"/>
                  </a:moveTo>
                  <a:cubicBezTo>
                    <a:pt x="6682" y="0"/>
                    <a:pt x="0" y="6545"/>
                    <a:pt x="0" y="14591"/>
                  </a:cubicBezTo>
                  <a:lnTo>
                    <a:pt x="0" y="26164"/>
                  </a:lnTo>
                  <a:cubicBezTo>
                    <a:pt x="0" y="27435"/>
                    <a:pt x="1052" y="28467"/>
                    <a:pt x="2346" y="28467"/>
                  </a:cubicBezTo>
                  <a:lnTo>
                    <a:pt x="27446" y="28467"/>
                  </a:lnTo>
                  <a:cubicBezTo>
                    <a:pt x="28741" y="28467"/>
                    <a:pt x="29793" y="27435"/>
                    <a:pt x="29793" y="26166"/>
                  </a:cubicBezTo>
                  <a:lnTo>
                    <a:pt x="29793" y="14591"/>
                  </a:lnTo>
                  <a:cubicBezTo>
                    <a:pt x="29793" y="6545"/>
                    <a:pt x="23110" y="0"/>
                    <a:pt x="14897"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8"/>
            <p:cNvSpPr/>
            <p:nvPr/>
          </p:nvSpPr>
          <p:spPr>
            <a:xfrm>
              <a:off x="-4736275" y="1216150"/>
              <a:ext cx="798975" cy="660900"/>
            </a:xfrm>
            <a:custGeom>
              <a:rect b="b" l="l" r="r" t="t"/>
              <a:pathLst>
                <a:path extrusionOk="0" h="26436" w="31959">
                  <a:moveTo>
                    <a:pt x="0" y="0"/>
                  </a:moveTo>
                  <a:lnTo>
                    <a:pt x="0" y="26436"/>
                  </a:lnTo>
                  <a:lnTo>
                    <a:pt x="31958" y="26436"/>
                  </a:lnTo>
                  <a:lnTo>
                    <a:pt x="31958" y="0"/>
                  </a:lnTo>
                  <a:close/>
                </a:path>
              </a:pathLst>
            </a:custGeom>
            <a:gradFill>
              <a:gsLst>
                <a:gs pos="0">
                  <a:srgbClr val="8BE3FF"/>
                </a:gs>
                <a:gs pos="100000">
                  <a:srgbClr val="ACFFD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8"/>
            <p:cNvSpPr/>
            <p:nvPr/>
          </p:nvSpPr>
          <p:spPr>
            <a:xfrm>
              <a:off x="-4742800" y="1209650"/>
              <a:ext cx="812000" cy="673900"/>
            </a:xfrm>
            <a:custGeom>
              <a:rect b="b" l="l" r="r" t="t"/>
              <a:pathLst>
                <a:path extrusionOk="0" h="26956" w="32480">
                  <a:moveTo>
                    <a:pt x="31960" y="521"/>
                  </a:moveTo>
                  <a:lnTo>
                    <a:pt x="31960" y="26435"/>
                  </a:lnTo>
                  <a:lnTo>
                    <a:pt x="522" y="26435"/>
                  </a:lnTo>
                  <a:lnTo>
                    <a:pt x="522" y="521"/>
                  </a:lnTo>
                  <a:close/>
                  <a:moveTo>
                    <a:pt x="260" y="0"/>
                  </a:moveTo>
                  <a:cubicBezTo>
                    <a:pt x="117" y="0"/>
                    <a:pt x="1" y="117"/>
                    <a:pt x="2" y="260"/>
                  </a:cubicBezTo>
                  <a:lnTo>
                    <a:pt x="2" y="26696"/>
                  </a:lnTo>
                  <a:cubicBezTo>
                    <a:pt x="1" y="26840"/>
                    <a:pt x="118" y="26956"/>
                    <a:pt x="262" y="26956"/>
                  </a:cubicBezTo>
                  <a:lnTo>
                    <a:pt x="32219" y="26956"/>
                  </a:lnTo>
                  <a:cubicBezTo>
                    <a:pt x="32363" y="26956"/>
                    <a:pt x="32480" y="26840"/>
                    <a:pt x="32480" y="26696"/>
                  </a:cubicBezTo>
                  <a:lnTo>
                    <a:pt x="32480" y="260"/>
                  </a:lnTo>
                  <a:cubicBezTo>
                    <a:pt x="32480" y="117"/>
                    <a:pt x="32365" y="0"/>
                    <a:pt x="32221" y="0"/>
                  </a:cubicBezTo>
                  <a:cubicBezTo>
                    <a:pt x="32221" y="0"/>
                    <a:pt x="32220" y="0"/>
                    <a:pt x="32219" y="0"/>
                  </a:cubicBezTo>
                  <a:lnTo>
                    <a:pt x="262" y="0"/>
                  </a:lnTo>
                  <a:cubicBezTo>
                    <a:pt x="262" y="0"/>
                    <a:pt x="261" y="0"/>
                    <a:pt x="260"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28"/>
            <p:cNvSpPr/>
            <p:nvPr/>
          </p:nvSpPr>
          <p:spPr>
            <a:xfrm>
              <a:off x="-4427675" y="1405450"/>
              <a:ext cx="173950" cy="310225"/>
            </a:xfrm>
            <a:custGeom>
              <a:rect b="b" l="l" r="r" t="t"/>
              <a:pathLst>
                <a:path extrusionOk="0" h="12409" w="6958">
                  <a:moveTo>
                    <a:pt x="3479" y="0"/>
                  </a:moveTo>
                  <a:cubicBezTo>
                    <a:pt x="1557" y="0"/>
                    <a:pt x="0" y="1525"/>
                    <a:pt x="0" y="3406"/>
                  </a:cubicBezTo>
                  <a:cubicBezTo>
                    <a:pt x="0" y="4702"/>
                    <a:pt x="739" y="5828"/>
                    <a:pt x="1826" y="6403"/>
                  </a:cubicBezTo>
                  <a:lnTo>
                    <a:pt x="1242" y="12408"/>
                  </a:lnTo>
                  <a:lnTo>
                    <a:pt x="5717" y="12408"/>
                  </a:lnTo>
                  <a:lnTo>
                    <a:pt x="5132" y="6403"/>
                  </a:lnTo>
                  <a:cubicBezTo>
                    <a:pt x="6219" y="5828"/>
                    <a:pt x="6958" y="4702"/>
                    <a:pt x="6958" y="3406"/>
                  </a:cubicBezTo>
                  <a:cubicBezTo>
                    <a:pt x="6958" y="1525"/>
                    <a:pt x="5401" y="0"/>
                    <a:pt x="3479"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8"/>
            <p:cNvSpPr/>
            <p:nvPr/>
          </p:nvSpPr>
          <p:spPr>
            <a:xfrm>
              <a:off x="-4434200" y="1398925"/>
              <a:ext cx="187000" cy="323250"/>
            </a:xfrm>
            <a:custGeom>
              <a:rect b="b" l="l" r="r" t="t"/>
              <a:pathLst>
                <a:path extrusionOk="0" h="12930" w="7480">
                  <a:moveTo>
                    <a:pt x="3740" y="522"/>
                  </a:moveTo>
                  <a:cubicBezTo>
                    <a:pt x="5515" y="522"/>
                    <a:pt x="6960" y="1932"/>
                    <a:pt x="6960" y="3666"/>
                  </a:cubicBezTo>
                  <a:cubicBezTo>
                    <a:pt x="6960" y="4823"/>
                    <a:pt x="6312" y="5883"/>
                    <a:pt x="5271" y="6434"/>
                  </a:cubicBezTo>
                  <a:cubicBezTo>
                    <a:pt x="5177" y="6484"/>
                    <a:pt x="5123" y="6585"/>
                    <a:pt x="5134" y="6690"/>
                  </a:cubicBezTo>
                  <a:lnTo>
                    <a:pt x="5691" y="12409"/>
                  </a:lnTo>
                  <a:lnTo>
                    <a:pt x="1792" y="12409"/>
                  </a:lnTo>
                  <a:lnTo>
                    <a:pt x="2347" y="6690"/>
                  </a:lnTo>
                  <a:cubicBezTo>
                    <a:pt x="2357" y="6585"/>
                    <a:pt x="2303" y="6484"/>
                    <a:pt x="2209" y="6434"/>
                  </a:cubicBezTo>
                  <a:cubicBezTo>
                    <a:pt x="1168" y="5883"/>
                    <a:pt x="521" y="4823"/>
                    <a:pt x="521" y="3666"/>
                  </a:cubicBezTo>
                  <a:cubicBezTo>
                    <a:pt x="521" y="1932"/>
                    <a:pt x="1965" y="522"/>
                    <a:pt x="3740" y="522"/>
                  </a:cubicBezTo>
                  <a:close/>
                  <a:moveTo>
                    <a:pt x="3740" y="1"/>
                  </a:moveTo>
                  <a:cubicBezTo>
                    <a:pt x="1678" y="1"/>
                    <a:pt x="1" y="1645"/>
                    <a:pt x="1" y="3667"/>
                  </a:cubicBezTo>
                  <a:cubicBezTo>
                    <a:pt x="1" y="4958"/>
                    <a:pt x="691" y="6147"/>
                    <a:pt x="1812" y="6809"/>
                  </a:cubicBezTo>
                  <a:lnTo>
                    <a:pt x="1244" y="12644"/>
                  </a:lnTo>
                  <a:cubicBezTo>
                    <a:pt x="1230" y="12796"/>
                    <a:pt x="1350" y="12930"/>
                    <a:pt x="1503" y="12930"/>
                  </a:cubicBezTo>
                  <a:lnTo>
                    <a:pt x="5977" y="12930"/>
                  </a:lnTo>
                  <a:cubicBezTo>
                    <a:pt x="6130" y="12930"/>
                    <a:pt x="6250" y="12796"/>
                    <a:pt x="6236" y="12644"/>
                  </a:cubicBezTo>
                  <a:lnTo>
                    <a:pt x="5668" y="6809"/>
                  </a:lnTo>
                  <a:cubicBezTo>
                    <a:pt x="6789" y="6146"/>
                    <a:pt x="7479" y="4958"/>
                    <a:pt x="7479" y="3667"/>
                  </a:cubicBezTo>
                  <a:cubicBezTo>
                    <a:pt x="7479" y="1645"/>
                    <a:pt x="5801" y="1"/>
                    <a:pt x="374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4" name="Shape 464"/>
        <p:cNvGrpSpPr/>
        <p:nvPr/>
      </p:nvGrpSpPr>
      <p:grpSpPr>
        <a:xfrm>
          <a:off x="0" y="0"/>
          <a:ext cx="0" cy="0"/>
          <a:chOff x="0" y="0"/>
          <a:chExt cx="0" cy="0"/>
        </a:xfrm>
      </p:grpSpPr>
      <p:sp>
        <p:nvSpPr>
          <p:cNvPr id="465" name="Google Shape;465;p29"/>
          <p:cNvSpPr txBox="1"/>
          <p:nvPr>
            <p:ph idx="4294967295" type="title"/>
          </p:nvPr>
        </p:nvSpPr>
        <p:spPr>
          <a:xfrm>
            <a:off x="1887900" y="732500"/>
            <a:ext cx="5368200" cy="88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7200">
                <a:solidFill>
                  <a:srgbClr val="ACFFD9"/>
                </a:solidFill>
              </a:rPr>
              <a:t>Introduction</a:t>
            </a:r>
            <a:endParaRPr sz="7200">
              <a:solidFill>
                <a:srgbClr val="ACFFD9"/>
              </a:solidFill>
            </a:endParaRPr>
          </a:p>
          <a:p>
            <a:pPr indent="0" lvl="0" marL="0" rtl="0" algn="l">
              <a:spcBef>
                <a:spcPts val="0"/>
              </a:spcBef>
              <a:spcAft>
                <a:spcPts val="0"/>
              </a:spcAft>
              <a:buNone/>
            </a:pPr>
            <a:r>
              <a:t/>
            </a:r>
            <a:endParaRPr sz="7200">
              <a:solidFill>
                <a:srgbClr val="ACFFD9"/>
              </a:solidFill>
            </a:endParaRPr>
          </a:p>
        </p:txBody>
      </p:sp>
      <p:sp>
        <p:nvSpPr>
          <p:cNvPr id="466" name="Google Shape;466;p29"/>
          <p:cNvSpPr txBox="1"/>
          <p:nvPr/>
        </p:nvSpPr>
        <p:spPr>
          <a:xfrm>
            <a:off x="6090800" y="4589400"/>
            <a:ext cx="3017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rgbClr val="ACFFD9"/>
                </a:solidFill>
                <a:latin typeface="Viga"/>
                <a:ea typeface="Viga"/>
                <a:cs typeface="Viga"/>
                <a:sym typeface="Viga"/>
              </a:rPr>
              <a:t>Dao Duy Hung</a:t>
            </a:r>
            <a:endParaRPr sz="2400">
              <a:solidFill>
                <a:srgbClr val="ACFFD9"/>
              </a:solidFill>
              <a:latin typeface="Viga"/>
              <a:ea typeface="Viga"/>
              <a:cs typeface="Viga"/>
              <a:sym typeface="Vig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30"/>
          <p:cNvSpPr txBox="1"/>
          <p:nvPr/>
        </p:nvSpPr>
        <p:spPr>
          <a:xfrm>
            <a:off x="2635050" y="-39075"/>
            <a:ext cx="38739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latin typeface="Viga"/>
                <a:ea typeface="Viga"/>
                <a:cs typeface="Viga"/>
                <a:sym typeface="Viga"/>
              </a:rPr>
              <a:t>Abstract</a:t>
            </a:r>
            <a:endParaRPr b="1" sz="3600">
              <a:latin typeface="Viga"/>
              <a:ea typeface="Viga"/>
              <a:cs typeface="Viga"/>
              <a:sym typeface="Viga"/>
            </a:endParaRPr>
          </a:p>
        </p:txBody>
      </p:sp>
      <p:sp>
        <p:nvSpPr>
          <p:cNvPr id="472" name="Google Shape;472;p30"/>
          <p:cNvSpPr txBox="1"/>
          <p:nvPr/>
        </p:nvSpPr>
        <p:spPr>
          <a:xfrm>
            <a:off x="482900" y="587600"/>
            <a:ext cx="4560000" cy="4833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SzPts val="1200"/>
              <a:buFont typeface="Viga"/>
              <a:buChar char="●"/>
            </a:pPr>
            <a:r>
              <a:rPr lang="en" sz="1200">
                <a:latin typeface="Viga"/>
                <a:ea typeface="Viga"/>
                <a:cs typeface="Viga"/>
                <a:sym typeface="Viga"/>
              </a:rPr>
              <a:t>Credit card usage on the rise: Fintech advancements have made buying on credit common.</a:t>
            </a:r>
            <a:endParaRPr sz="1200">
              <a:latin typeface="Viga"/>
              <a:ea typeface="Viga"/>
              <a:cs typeface="Viga"/>
              <a:sym typeface="Viga"/>
            </a:endParaRPr>
          </a:p>
          <a:p>
            <a:pPr indent="0" lvl="0" marL="457200" rtl="0" algn="l">
              <a:spcBef>
                <a:spcPts val="0"/>
              </a:spcBef>
              <a:spcAft>
                <a:spcPts val="0"/>
              </a:spcAft>
              <a:buNone/>
            </a:pPr>
            <a:r>
              <a:t/>
            </a:r>
            <a:endParaRPr sz="1200">
              <a:latin typeface="Viga"/>
              <a:ea typeface="Viga"/>
              <a:cs typeface="Viga"/>
              <a:sym typeface="Viga"/>
            </a:endParaRPr>
          </a:p>
          <a:p>
            <a:pPr indent="-304800" lvl="0" marL="457200" rtl="0" algn="l">
              <a:spcBef>
                <a:spcPts val="0"/>
              </a:spcBef>
              <a:spcAft>
                <a:spcPts val="0"/>
              </a:spcAft>
              <a:buSzPts val="1200"/>
              <a:buFont typeface="Viga"/>
              <a:buChar char="●"/>
            </a:pPr>
            <a:r>
              <a:rPr lang="en" sz="1200">
                <a:latin typeface="Viga"/>
                <a:ea typeface="Viga"/>
                <a:cs typeface="Viga"/>
                <a:sym typeface="Viga"/>
              </a:rPr>
              <a:t>Easy credit availability brings default risk: Customers can make purchases without sufficient funds, but it increases the risk of default.</a:t>
            </a:r>
            <a:endParaRPr sz="1200">
              <a:latin typeface="Viga"/>
              <a:ea typeface="Viga"/>
              <a:cs typeface="Viga"/>
              <a:sym typeface="Viga"/>
            </a:endParaRPr>
          </a:p>
          <a:p>
            <a:pPr indent="0" lvl="0" marL="457200" rtl="0" algn="l">
              <a:spcBef>
                <a:spcPts val="0"/>
              </a:spcBef>
              <a:spcAft>
                <a:spcPts val="0"/>
              </a:spcAft>
              <a:buNone/>
            </a:pPr>
            <a:r>
              <a:t/>
            </a:r>
            <a:endParaRPr sz="1200">
              <a:latin typeface="Viga"/>
              <a:ea typeface="Viga"/>
              <a:cs typeface="Viga"/>
              <a:sym typeface="Viga"/>
            </a:endParaRPr>
          </a:p>
          <a:p>
            <a:pPr indent="-304800" lvl="0" marL="457200" rtl="0" algn="l">
              <a:spcBef>
                <a:spcPts val="0"/>
              </a:spcBef>
              <a:spcAft>
                <a:spcPts val="0"/>
              </a:spcAft>
              <a:buSzPts val="1200"/>
              <a:buFont typeface="Viga"/>
              <a:buChar char="●"/>
            </a:pPr>
            <a:r>
              <a:rPr lang="en" sz="1200">
                <a:latin typeface="Viga"/>
                <a:ea typeface="Viga"/>
                <a:cs typeface="Viga"/>
                <a:sym typeface="Viga"/>
              </a:rPr>
              <a:t>Creating a reliable credit scorecard model: Our project uses machine learning algorithms to develop a dependable credit scorecard model.</a:t>
            </a:r>
            <a:endParaRPr sz="1200">
              <a:latin typeface="Viga"/>
              <a:ea typeface="Viga"/>
              <a:cs typeface="Viga"/>
              <a:sym typeface="Viga"/>
            </a:endParaRPr>
          </a:p>
          <a:p>
            <a:pPr indent="0" lvl="0" marL="457200" rtl="0" algn="l">
              <a:spcBef>
                <a:spcPts val="0"/>
              </a:spcBef>
              <a:spcAft>
                <a:spcPts val="0"/>
              </a:spcAft>
              <a:buNone/>
            </a:pPr>
            <a:r>
              <a:t/>
            </a:r>
            <a:endParaRPr sz="1200">
              <a:latin typeface="Viga"/>
              <a:ea typeface="Viga"/>
              <a:cs typeface="Viga"/>
              <a:sym typeface="Viga"/>
            </a:endParaRPr>
          </a:p>
          <a:p>
            <a:pPr indent="-304800" lvl="0" marL="457200" rtl="0" algn="l">
              <a:spcBef>
                <a:spcPts val="0"/>
              </a:spcBef>
              <a:spcAft>
                <a:spcPts val="0"/>
              </a:spcAft>
              <a:buClr>
                <a:schemeClr val="dk1"/>
              </a:buClr>
              <a:buSzPts val="1200"/>
              <a:buFont typeface="Viga"/>
              <a:buChar char="●"/>
            </a:pPr>
            <a:r>
              <a:rPr lang="en" sz="1200">
                <a:solidFill>
                  <a:schemeClr val="dk1"/>
                </a:solidFill>
                <a:latin typeface="Viga"/>
                <a:ea typeface="Viga"/>
                <a:cs typeface="Viga"/>
                <a:sym typeface="Viga"/>
              </a:rPr>
              <a:t>Credit scorecards assess creditworthiness: They consider factors such as payment history, delinquencies, and credit records for customers.</a:t>
            </a:r>
            <a:endParaRPr sz="1200">
              <a:latin typeface="Viga"/>
              <a:ea typeface="Viga"/>
              <a:cs typeface="Viga"/>
              <a:sym typeface="Viga"/>
            </a:endParaRPr>
          </a:p>
          <a:p>
            <a:pPr indent="0" lvl="0" marL="457200" rtl="0" algn="l">
              <a:spcBef>
                <a:spcPts val="0"/>
              </a:spcBef>
              <a:spcAft>
                <a:spcPts val="0"/>
              </a:spcAft>
              <a:buNone/>
            </a:pPr>
            <a:r>
              <a:t/>
            </a:r>
            <a:endParaRPr sz="1200">
              <a:latin typeface="Viga"/>
              <a:ea typeface="Viga"/>
              <a:cs typeface="Viga"/>
              <a:sym typeface="Viga"/>
            </a:endParaRPr>
          </a:p>
          <a:p>
            <a:pPr indent="-304800" lvl="0" marL="457200" rtl="0" algn="l">
              <a:spcBef>
                <a:spcPts val="0"/>
              </a:spcBef>
              <a:spcAft>
                <a:spcPts val="0"/>
              </a:spcAft>
              <a:buClr>
                <a:schemeClr val="dk1"/>
              </a:buClr>
              <a:buSzPts val="1200"/>
              <a:buFont typeface="Viga"/>
              <a:buChar char="●"/>
            </a:pPr>
            <a:r>
              <a:rPr lang="en" sz="1200">
                <a:solidFill>
                  <a:schemeClr val="dk1"/>
                </a:solidFill>
                <a:latin typeface="Viga"/>
                <a:ea typeface="Viga"/>
                <a:cs typeface="Viga"/>
                <a:sym typeface="Viga"/>
              </a:rPr>
              <a:t>Model evaluation: Logistic regression, Random Forest, SVC, KNN, Gaussian Naive Bayes, and Bagged Decision Tree were assessed.</a:t>
            </a:r>
            <a:endParaRPr sz="1200">
              <a:solidFill>
                <a:schemeClr val="dk1"/>
              </a:solidFill>
              <a:latin typeface="Viga"/>
              <a:ea typeface="Viga"/>
              <a:cs typeface="Viga"/>
              <a:sym typeface="Viga"/>
            </a:endParaRPr>
          </a:p>
          <a:p>
            <a:pPr indent="0" lvl="0" marL="457200" rtl="0" algn="l">
              <a:spcBef>
                <a:spcPts val="0"/>
              </a:spcBef>
              <a:spcAft>
                <a:spcPts val="0"/>
              </a:spcAft>
              <a:buNone/>
            </a:pPr>
            <a:r>
              <a:t/>
            </a:r>
            <a:endParaRPr sz="1200">
              <a:solidFill>
                <a:schemeClr val="dk1"/>
              </a:solidFill>
              <a:latin typeface="Viga"/>
              <a:ea typeface="Viga"/>
              <a:cs typeface="Viga"/>
              <a:sym typeface="Viga"/>
            </a:endParaRPr>
          </a:p>
          <a:p>
            <a:pPr indent="-304800" lvl="0" marL="457200" rtl="0" algn="l">
              <a:spcBef>
                <a:spcPts val="0"/>
              </a:spcBef>
              <a:spcAft>
                <a:spcPts val="0"/>
              </a:spcAft>
              <a:buClr>
                <a:schemeClr val="dk1"/>
              </a:buClr>
              <a:buSzPts val="1200"/>
              <a:buFont typeface="Viga"/>
              <a:buChar char="●"/>
            </a:pPr>
            <a:r>
              <a:rPr lang="en" sz="1200">
                <a:solidFill>
                  <a:schemeClr val="dk1"/>
                </a:solidFill>
                <a:latin typeface="Viga"/>
                <a:ea typeface="Viga"/>
                <a:cs typeface="Viga"/>
                <a:sym typeface="Viga"/>
              </a:rPr>
              <a:t>Preferred model: Logistic regression is easy to apply and yields good results. While  SVC and Gaussian Naive Bayes can be helpful in improving reliability and accuracy of scorecard as they show better performance. </a:t>
            </a:r>
            <a:endParaRPr sz="1200">
              <a:solidFill>
                <a:schemeClr val="dk1"/>
              </a:solidFill>
              <a:latin typeface="Viga"/>
              <a:ea typeface="Viga"/>
              <a:cs typeface="Viga"/>
              <a:sym typeface="Viga"/>
            </a:endParaRPr>
          </a:p>
          <a:p>
            <a:pPr indent="0" lvl="0" marL="457200" rtl="0" algn="l">
              <a:spcBef>
                <a:spcPts val="0"/>
              </a:spcBef>
              <a:spcAft>
                <a:spcPts val="0"/>
              </a:spcAft>
              <a:buNone/>
            </a:pPr>
            <a:r>
              <a:t/>
            </a:r>
            <a:endParaRPr sz="1200">
              <a:solidFill>
                <a:schemeClr val="dk1"/>
              </a:solidFill>
              <a:latin typeface="Viga"/>
              <a:ea typeface="Viga"/>
              <a:cs typeface="Viga"/>
              <a:sym typeface="Viga"/>
            </a:endParaRPr>
          </a:p>
          <a:p>
            <a:pPr indent="0" lvl="0" marL="0" rtl="0" algn="l">
              <a:spcBef>
                <a:spcPts val="0"/>
              </a:spcBef>
              <a:spcAft>
                <a:spcPts val="0"/>
              </a:spcAft>
              <a:buNone/>
            </a:pPr>
            <a:r>
              <a:t/>
            </a:r>
            <a:endParaRPr>
              <a:latin typeface="Viga"/>
              <a:ea typeface="Viga"/>
              <a:cs typeface="Viga"/>
              <a:sym typeface="Viga"/>
            </a:endParaRPr>
          </a:p>
        </p:txBody>
      </p:sp>
      <p:grpSp>
        <p:nvGrpSpPr>
          <p:cNvPr id="473" name="Google Shape;473;p30"/>
          <p:cNvGrpSpPr/>
          <p:nvPr/>
        </p:nvGrpSpPr>
        <p:grpSpPr>
          <a:xfrm>
            <a:off x="5231040" y="1226214"/>
            <a:ext cx="3874007" cy="2395926"/>
            <a:chOff x="813050" y="1571425"/>
            <a:chExt cx="5782100" cy="3794625"/>
          </a:xfrm>
        </p:grpSpPr>
        <p:sp>
          <p:nvSpPr>
            <p:cNvPr id="474" name="Google Shape;474;p30"/>
            <p:cNvSpPr/>
            <p:nvPr/>
          </p:nvSpPr>
          <p:spPr>
            <a:xfrm>
              <a:off x="1440000" y="3620525"/>
              <a:ext cx="289925" cy="100075"/>
            </a:xfrm>
            <a:custGeom>
              <a:rect b="b" l="l" r="r" t="t"/>
              <a:pathLst>
                <a:path extrusionOk="0" h="4003" w="11597">
                  <a:moveTo>
                    <a:pt x="320" y="1"/>
                  </a:moveTo>
                  <a:cubicBezTo>
                    <a:pt x="198" y="1"/>
                    <a:pt x="86" y="79"/>
                    <a:pt x="48" y="200"/>
                  </a:cubicBezTo>
                  <a:cubicBezTo>
                    <a:pt x="0" y="351"/>
                    <a:pt x="85" y="512"/>
                    <a:pt x="236" y="558"/>
                  </a:cubicBezTo>
                  <a:lnTo>
                    <a:pt x="11209" y="3989"/>
                  </a:lnTo>
                  <a:cubicBezTo>
                    <a:pt x="11237" y="3997"/>
                    <a:pt x="11265" y="4002"/>
                    <a:pt x="11294" y="4002"/>
                  </a:cubicBezTo>
                  <a:cubicBezTo>
                    <a:pt x="11435" y="4001"/>
                    <a:pt x="11554" y="3899"/>
                    <a:pt x="11575" y="3760"/>
                  </a:cubicBezTo>
                  <a:cubicBezTo>
                    <a:pt x="11597" y="3620"/>
                    <a:pt x="11513" y="3486"/>
                    <a:pt x="11379" y="3445"/>
                  </a:cubicBezTo>
                  <a:lnTo>
                    <a:pt x="405" y="14"/>
                  </a:lnTo>
                  <a:cubicBezTo>
                    <a:pt x="377" y="5"/>
                    <a:pt x="348" y="1"/>
                    <a:pt x="32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0"/>
            <p:cNvSpPr/>
            <p:nvPr/>
          </p:nvSpPr>
          <p:spPr>
            <a:xfrm>
              <a:off x="1174775" y="3896075"/>
              <a:ext cx="227400" cy="94825"/>
            </a:xfrm>
            <a:custGeom>
              <a:rect b="b" l="l" r="r" t="t"/>
              <a:pathLst>
                <a:path extrusionOk="0" h="3793" w="9096">
                  <a:moveTo>
                    <a:pt x="8771" y="1"/>
                  </a:moveTo>
                  <a:cubicBezTo>
                    <a:pt x="8735" y="1"/>
                    <a:pt x="8698" y="8"/>
                    <a:pt x="8662" y="23"/>
                  </a:cubicBezTo>
                  <a:lnTo>
                    <a:pt x="205" y="3241"/>
                  </a:lnTo>
                  <a:cubicBezTo>
                    <a:pt x="76" y="3289"/>
                    <a:pt x="0" y="3422"/>
                    <a:pt x="25" y="3558"/>
                  </a:cubicBezTo>
                  <a:cubicBezTo>
                    <a:pt x="50" y="3694"/>
                    <a:pt x="169" y="3792"/>
                    <a:pt x="305" y="3792"/>
                  </a:cubicBezTo>
                  <a:cubicBezTo>
                    <a:pt x="340" y="3792"/>
                    <a:pt x="375" y="3786"/>
                    <a:pt x="408" y="3774"/>
                  </a:cubicBezTo>
                  <a:lnTo>
                    <a:pt x="8864" y="557"/>
                  </a:lnTo>
                  <a:cubicBezTo>
                    <a:pt x="9017" y="504"/>
                    <a:pt x="9096" y="336"/>
                    <a:pt x="9038" y="186"/>
                  </a:cubicBezTo>
                  <a:cubicBezTo>
                    <a:pt x="8995" y="71"/>
                    <a:pt x="8886" y="1"/>
                    <a:pt x="87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0"/>
            <p:cNvSpPr/>
            <p:nvPr/>
          </p:nvSpPr>
          <p:spPr>
            <a:xfrm>
              <a:off x="1433150" y="3997450"/>
              <a:ext cx="167625" cy="82550"/>
            </a:xfrm>
            <a:custGeom>
              <a:rect b="b" l="l" r="r" t="t"/>
              <a:pathLst>
                <a:path extrusionOk="0" h="3302" w="6705">
                  <a:moveTo>
                    <a:pt x="6381" y="0"/>
                  </a:moveTo>
                  <a:cubicBezTo>
                    <a:pt x="6344" y="0"/>
                    <a:pt x="6307" y="7"/>
                    <a:pt x="6271" y="22"/>
                  </a:cubicBezTo>
                  <a:lnTo>
                    <a:pt x="191" y="2755"/>
                  </a:lnTo>
                  <a:cubicBezTo>
                    <a:pt x="68" y="2811"/>
                    <a:pt x="1" y="2944"/>
                    <a:pt x="28" y="3076"/>
                  </a:cubicBezTo>
                  <a:cubicBezTo>
                    <a:pt x="57" y="3208"/>
                    <a:pt x="174" y="3301"/>
                    <a:pt x="308" y="3301"/>
                  </a:cubicBezTo>
                  <a:cubicBezTo>
                    <a:pt x="348" y="3301"/>
                    <a:pt x="388" y="3293"/>
                    <a:pt x="424" y="3276"/>
                  </a:cubicBezTo>
                  <a:lnTo>
                    <a:pt x="6504" y="543"/>
                  </a:lnTo>
                  <a:cubicBezTo>
                    <a:pt x="6643" y="475"/>
                    <a:pt x="6704" y="310"/>
                    <a:pt x="6641" y="169"/>
                  </a:cubicBezTo>
                  <a:cubicBezTo>
                    <a:pt x="6593" y="63"/>
                    <a:pt x="6489" y="0"/>
                    <a:pt x="63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0"/>
            <p:cNvSpPr/>
            <p:nvPr/>
          </p:nvSpPr>
          <p:spPr>
            <a:xfrm>
              <a:off x="1840575" y="3104775"/>
              <a:ext cx="578200" cy="858425"/>
            </a:xfrm>
            <a:custGeom>
              <a:rect b="b" l="l" r="r" t="t"/>
              <a:pathLst>
                <a:path extrusionOk="0" h="34337" w="23128">
                  <a:moveTo>
                    <a:pt x="18903" y="1"/>
                  </a:moveTo>
                  <a:cubicBezTo>
                    <a:pt x="18903" y="1"/>
                    <a:pt x="8107" y="4476"/>
                    <a:pt x="4054" y="13957"/>
                  </a:cubicBezTo>
                  <a:cubicBezTo>
                    <a:pt x="0" y="23440"/>
                    <a:pt x="4226" y="34336"/>
                    <a:pt x="4226" y="34336"/>
                  </a:cubicBezTo>
                  <a:cubicBezTo>
                    <a:pt x="4226" y="34336"/>
                    <a:pt x="15022" y="29861"/>
                    <a:pt x="19076" y="20379"/>
                  </a:cubicBezTo>
                  <a:cubicBezTo>
                    <a:pt x="23128" y="10897"/>
                    <a:pt x="18903" y="1"/>
                    <a:pt x="18903" y="1"/>
                  </a:cubicBezTo>
                  <a:close/>
                </a:path>
              </a:pathLst>
            </a:custGeom>
            <a:solidFill>
              <a:srgbClr val="C6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0"/>
            <p:cNvSpPr/>
            <p:nvPr/>
          </p:nvSpPr>
          <p:spPr>
            <a:xfrm>
              <a:off x="1840575" y="3104775"/>
              <a:ext cx="578200" cy="858425"/>
            </a:xfrm>
            <a:custGeom>
              <a:rect b="b" l="l" r="r" t="t"/>
              <a:pathLst>
                <a:path extrusionOk="0" h="34337" w="23128">
                  <a:moveTo>
                    <a:pt x="18903" y="1"/>
                  </a:moveTo>
                  <a:cubicBezTo>
                    <a:pt x="18903" y="1"/>
                    <a:pt x="8107" y="4476"/>
                    <a:pt x="4054" y="13957"/>
                  </a:cubicBezTo>
                  <a:cubicBezTo>
                    <a:pt x="0" y="23440"/>
                    <a:pt x="4226" y="34336"/>
                    <a:pt x="4226" y="34336"/>
                  </a:cubicBezTo>
                  <a:cubicBezTo>
                    <a:pt x="4226" y="34336"/>
                    <a:pt x="15022" y="29861"/>
                    <a:pt x="19076" y="20379"/>
                  </a:cubicBezTo>
                  <a:cubicBezTo>
                    <a:pt x="23128" y="10897"/>
                    <a:pt x="18903" y="1"/>
                    <a:pt x="189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0"/>
            <p:cNvSpPr/>
            <p:nvPr/>
          </p:nvSpPr>
          <p:spPr>
            <a:xfrm>
              <a:off x="1937650" y="3097650"/>
              <a:ext cx="383625" cy="872675"/>
            </a:xfrm>
            <a:custGeom>
              <a:rect b="b" l="l" r="r" t="t"/>
              <a:pathLst>
                <a:path extrusionOk="0" h="34907" w="15345">
                  <a:moveTo>
                    <a:pt x="15020" y="0"/>
                  </a:moveTo>
                  <a:cubicBezTo>
                    <a:pt x="14909" y="0"/>
                    <a:pt x="14804" y="65"/>
                    <a:pt x="14757" y="174"/>
                  </a:cubicBezTo>
                  <a:lnTo>
                    <a:pt x="80" y="34509"/>
                  </a:lnTo>
                  <a:cubicBezTo>
                    <a:pt x="0" y="34697"/>
                    <a:pt x="138" y="34906"/>
                    <a:pt x="343" y="34906"/>
                  </a:cubicBezTo>
                  <a:cubicBezTo>
                    <a:pt x="457" y="34906"/>
                    <a:pt x="560" y="34839"/>
                    <a:pt x="605" y="34733"/>
                  </a:cubicBezTo>
                  <a:lnTo>
                    <a:pt x="15282" y="398"/>
                  </a:lnTo>
                  <a:cubicBezTo>
                    <a:pt x="15345" y="254"/>
                    <a:pt x="15278" y="85"/>
                    <a:pt x="15132" y="23"/>
                  </a:cubicBezTo>
                  <a:cubicBezTo>
                    <a:pt x="15095" y="7"/>
                    <a:pt x="15057" y="0"/>
                    <a:pt x="150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0"/>
            <p:cNvSpPr/>
            <p:nvPr/>
          </p:nvSpPr>
          <p:spPr>
            <a:xfrm>
              <a:off x="2108875" y="3266300"/>
              <a:ext cx="82000" cy="150750"/>
            </a:xfrm>
            <a:custGeom>
              <a:rect b="b" l="l" r="r" t="t"/>
              <a:pathLst>
                <a:path extrusionOk="0" h="6030" w="3280">
                  <a:moveTo>
                    <a:pt x="323" y="1"/>
                  </a:moveTo>
                  <a:cubicBezTo>
                    <a:pt x="282" y="1"/>
                    <a:pt x="240" y="10"/>
                    <a:pt x="200" y="30"/>
                  </a:cubicBezTo>
                  <a:cubicBezTo>
                    <a:pt x="62" y="96"/>
                    <a:pt x="1" y="260"/>
                    <a:pt x="62" y="399"/>
                  </a:cubicBezTo>
                  <a:lnTo>
                    <a:pt x="2697" y="5868"/>
                  </a:lnTo>
                  <a:cubicBezTo>
                    <a:pt x="2744" y="5968"/>
                    <a:pt x="2845" y="6030"/>
                    <a:pt x="2955" y="6030"/>
                  </a:cubicBezTo>
                  <a:cubicBezTo>
                    <a:pt x="2997" y="6030"/>
                    <a:pt x="3039" y="6020"/>
                    <a:pt x="3078" y="6001"/>
                  </a:cubicBezTo>
                  <a:cubicBezTo>
                    <a:pt x="3220" y="5933"/>
                    <a:pt x="3280" y="5762"/>
                    <a:pt x="3211" y="5620"/>
                  </a:cubicBezTo>
                  <a:lnTo>
                    <a:pt x="576" y="152"/>
                  </a:lnTo>
                  <a:cubicBezTo>
                    <a:pt x="524" y="56"/>
                    <a:pt x="425" y="1"/>
                    <a:pt x="32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0"/>
            <p:cNvSpPr/>
            <p:nvPr/>
          </p:nvSpPr>
          <p:spPr>
            <a:xfrm>
              <a:off x="2116025" y="3412400"/>
              <a:ext cx="226625" cy="147200"/>
            </a:xfrm>
            <a:custGeom>
              <a:rect b="b" l="l" r="r" t="t"/>
              <a:pathLst>
                <a:path extrusionOk="0" h="5888" w="9065">
                  <a:moveTo>
                    <a:pt x="8739" y="0"/>
                  </a:moveTo>
                  <a:cubicBezTo>
                    <a:pt x="8688" y="0"/>
                    <a:pt x="8635" y="14"/>
                    <a:pt x="8588" y="44"/>
                  </a:cubicBezTo>
                  <a:lnTo>
                    <a:pt x="158" y="5361"/>
                  </a:lnTo>
                  <a:cubicBezTo>
                    <a:pt x="49" y="5429"/>
                    <a:pt x="1" y="5560"/>
                    <a:pt x="36" y="5682"/>
                  </a:cubicBezTo>
                  <a:cubicBezTo>
                    <a:pt x="72" y="5804"/>
                    <a:pt x="183" y="5888"/>
                    <a:pt x="310" y="5888"/>
                  </a:cubicBezTo>
                  <a:cubicBezTo>
                    <a:pt x="364" y="5888"/>
                    <a:pt x="417" y="5873"/>
                    <a:pt x="462" y="5844"/>
                  </a:cubicBezTo>
                  <a:lnTo>
                    <a:pt x="8893" y="527"/>
                  </a:lnTo>
                  <a:cubicBezTo>
                    <a:pt x="9026" y="442"/>
                    <a:pt x="9065" y="267"/>
                    <a:pt x="8982" y="134"/>
                  </a:cubicBezTo>
                  <a:cubicBezTo>
                    <a:pt x="8927" y="48"/>
                    <a:pt x="8834" y="0"/>
                    <a:pt x="873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0"/>
            <p:cNvSpPr/>
            <p:nvPr/>
          </p:nvSpPr>
          <p:spPr>
            <a:xfrm>
              <a:off x="1982950" y="3421425"/>
              <a:ext cx="112325" cy="219250"/>
            </a:xfrm>
            <a:custGeom>
              <a:rect b="b" l="l" r="r" t="t"/>
              <a:pathLst>
                <a:path extrusionOk="0" h="8770" w="4493">
                  <a:moveTo>
                    <a:pt x="326" y="1"/>
                  </a:moveTo>
                  <a:cubicBezTo>
                    <a:pt x="286" y="1"/>
                    <a:pt x="245" y="10"/>
                    <a:pt x="206" y="28"/>
                  </a:cubicBezTo>
                  <a:cubicBezTo>
                    <a:pt x="62" y="96"/>
                    <a:pt x="1" y="268"/>
                    <a:pt x="70" y="411"/>
                  </a:cubicBezTo>
                  <a:lnTo>
                    <a:pt x="3910" y="8605"/>
                  </a:lnTo>
                  <a:cubicBezTo>
                    <a:pt x="3957" y="8705"/>
                    <a:pt x="4057" y="8769"/>
                    <a:pt x="4169" y="8769"/>
                  </a:cubicBezTo>
                  <a:cubicBezTo>
                    <a:pt x="4210" y="8769"/>
                    <a:pt x="4251" y="8759"/>
                    <a:pt x="4288" y="8742"/>
                  </a:cubicBezTo>
                  <a:cubicBezTo>
                    <a:pt x="4431" y="8675"/>
                    <a:pt x="4492" y="8506"/>
                    <a:pt x="4426" y="8362"/>
                  </a:cubicBezTo>
                  <a:lnTo>
                    <a:pt x="587" y="170"/>
                  </a:lnTo>
                  <a:cubicBezTo>
                    <a:pt x="539" y="64"/>
                    <a:pt x="435" y="1"/>
                    <a:pt x="3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0"/>
            <p:cNvSpPr/>
            <p:nvPr/>
          </p:nvSpPr>
          <p:spPr>
            <a:xfrm>
              <a:off x="2034125" y="3666025"/>
              <a:ext cx="227650" cy="85500"/>
            </a:xfrm>
            <a:custGeom>
              <a:rect b="b" l="l" r="r" t="t"/>
              <a:pathLst>
                <a:path extrusionOk="0" h="3420" w="9106">
                  <a:moveTo>
                    <a:pt x="8786" y="1"/>
                  </a:moveTo>
                  <a:cubicBezTo>
                    <a:pt x="8756" y="1"/>
                    <a:pt x="8725" y="6"/>
                    <a:pt x="8695" y="16"/>
                  </a:cubicBezTo>
                  <a:lnTo>
                    <a:pt x="213" y="2863"/>
                  </a:lnTo>
                  <a:cubicBezTo>
                    <a:pt x="81" y="2908"/>
                    <a:pt x="0" y="3043"/>
                    <a:pt x="23" y="3179"/>
                  </a:cubicBezTo>
                  <a:cubicBezTo>
                    <a:pt x="45" y="3318"/>
                    <a:pt x="165" y="3420"/>
                    <a:pt x="304" y="3420"/>
                  </a:cubicBezTo>
                  <a:cubicBezTo>
                    <a:pt x="335" y="3420"/>
                    <a:pt x="366" y="3414"/>
                    <a:pt x="395" y="3405"/>
                  </a:cubicBezTo>
                  <a:lnTo>
                    <a:pt x="8876" y="556"/>
                  </a:lnTo>
                  <a:cubicBezTo>
                    <a:pt x="9026" y="507"/>
                    <a:pt x="9106" y="345"/>
                    <a:pt x="9056" y="195"/>
                  </a:cubicBezTo>
                  <a:cubicBezTo>
                    <a:pt x="9015" y="76"/>
                    <a:pt x="8905" y="1"/>
                    <a:pt x="878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0"/>
            <p:cNvSpPr/>
            <p:nvPr/>
          </p:nvSpPr>
          <p:spPr>
            <a:xfrm>
              <a:off x="1913525" y="3686000"/>
              <a:ext cx="96400" cy="160650"/>
            </a:xfrm>
            <a:custGeom>
              <a:rect b="b" l="l" r="r" t="t"/>
              <a:pathLst>
                <a:path extrusionOk="0" h="6426" w="3856">
                  <a:moveTo>
                    <a:pt x="326" y="0"/>
                  </a:moveTo>
                  <a:cubicBezTo>
                    <a:pt x="280" y="0"/>
                    <a:pt x="233" y="11"/>
                    <a:pt x="190" y="35"/>
                  </a:cubicBezTo>
                  <a:cubicBezTo>
                    <a:pt x="53" y="109"/>
                    <a:pt x="0" y="278"/>
                    <a:pt x="71" y="416"/>
                  </a:cubicBezTo>
                  <a:lnTo>
                    <a:pt x="3252" y="6276"/>
                  </a:lnTo>
                  <a:cubicBezTo>
                    <a:pt x="3302" y="6368"/>
                    <a:pt x="3398" y="6425"/>
                    <a:pt x="3504" y="6425"/>
                  </a:cubicBezTo>
                  <a:cubicBezTo>
                    <a:pt x="3719" y="6425"/>
                    <a:pt x="3856" y="6195"/>
                    <a:pt x="3754" y="6004"/>
                  </a:cubicBezTo>
                  <a:lnTo>
                    <a:pt x="574" y="145"/>
                  </a:lnTo>
                  <a:cubicBezTo>
                    <a:pt x="522" y="52"/>
                    <a:pt x="426" y="0"/>
                    <a:pt x="32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30"/>
            <p:cNvSpPr/>
            <p:nvPr/>
          </p:nvSpPr>
          <p:spPr>
            <a:xfrm>
              <a:off x="1849725" y="1928200"/>
              <a:ext cx="2878275" cy="2028700"/>
            </a:xfrm>
            <a:custGeom>
              <a:rect b="b" l="l" r="r" t="t"/>
              <a:pathLst>
                <a:path extrusionOk="0" h="81148" w="115131">
                  <a:moveTo>
                    <a:pt x="15391" y="0"/>
                  </a:moveTo>
                  <a:cubicBezTo>
                    <a:pt x="12946" y="0"/>
                    <a:pt x="10775" y="1744"/>
                    <a:pt x="10319" y="4233"/>
                  </a:cubicBezTo>
                  <a:lnTo>
                    <a:pt x="513" y="57832"/>
                  </a:lnTo>
                  <a:cubicBezTo>
                    <a:pt x="0" y="60636"/>
                    <a:pt x="1857" y="63323"/>
                    <a:pt x="4661" y="63838"/>
                  </a:cubicBezTo>
                  <a:lnTo>
                    <a:pt x="98805" y="81062"/>
                  </a:lnTo>
                  <a:cubicBezTo>
                    <a:pt x="99119" y="81119"/>
                    <a:pt x="99431" y="81147"/>
                    <a:pt x="99740" y="81147"/>
                  </a:cubicBezTo>
                  <a:cubicBezTo>
                    <a:pt x="102183" y="81147"/>
                    <a:pt x="104355" y="79404"/>
                    <a:pt x="104810" y="76914"/>
                  </a:cubicBezTo>
                  <a:lnTo>
                    <a:pt x="114616" y="23316"/>
                  </a:lnTo>
                  <a:cubicBezTo>
                    <a:pt x="115130" y="20512"/>
                    <a:pt x="113273" y="17824"/>
                    <a:pt x="110468" y="17310"/>
                  </a:cubicBezTo>
                  <a:lnTo>
                    <a:pt x="16326" y="85"/>
                  </a:lnTo>
                  <a:cubicBezTo>
                    <a:pt x="16012" y="28"/>
                    <a:pt x="15699" y="0"/>
                    <a:pt x="1539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0"/>
            <p:cNvSpPr/>
            <p:nvPr/>
          </p:nvSpPr>
          <p:spPr>
            <a:xfrm>
              <a:off x="1841100" y="1920250"/>
              <a:ext cx="2895450" cy="2044600"/>
            </a:xfrm>
            <a:custGeom>
              <a:rect b="b" l="l" r="r" t="t"/>
              <a:pathLst>
                <a:path extrusionOk="0" h="81784" w="115818">
                  <a:moveTo>
                    <a:pt x="15731" y="635"/>
                  </a:moveTo>
                  <a:cubicBezTo>
                    <a:pt x="16027" y="635"/>
                    <a:pt x="16322" y="662"/>
                    <a:pt x="16614" y="715"/>
                  </a:cubicBezTo>
                  <a:lnTo>
                    <a:pt x="110756" y="17940"/>
                  </a:lnTo>
                  <a:cubicBezTo>
                    <a:pt x="113384" y="18421"/>
                    <a:pt x="115129" y="20949"/>
                    <a:pt x="114649" y="23577"/>
                  </a:cubicBezTo>
                  <a:lnTo>
                    <a:pt x="104843" y="77176"/>
                  </a:lnTo>
                  <a:cubicBezTo>
                    <a:pt x="104415" y="79512"/>
                    <a:pt x="102377" y="81147"/>
                    <a:pt x="100085" y="81147"/>
                  </a:cubicBezTo>
                  <a:cubicBezTo>
                    <a:pt x="99795" y="81147"/>
                    <a:pt x="99502" y="81121"/>
                    <a:pt x="99207" y="81067"/>
                  </a:cubicBezTo>
                  <a:lnTo>
                    <a:pt x="5064" y="63843"/>
                  </a:lnTo>
                  <a:cubicBezTo>
                    <a:pt x="2432" y="63361"/>
                    <a:pt x="689" y="60838"/>
                    <a:pt x="1171" y="58207"/>
                  </a:cubicBezTo>
                  <a:lnTo>
                    <a:pt x="10977" y="4609"/>
                  </a:lnTo>
                  <a:cubicBezTo>
                    <a:pt x="11398" y="2312"/>
                    <a:pt x="13396" y="642"/>
                    <a:pt x="15731" y="635"/>
                  </a:cubicBezTo>
                  <a:close/>
                  <a:moveTo>
                    <a:pt x="15735" y="0"/>
                  </a:moveTo>
                  <a:cubicBezTo>
                    <a:pt x="13141" y="0"/>
                    <a:pt x="10836" y="1851"/>
                    <a:pt x="10353" y="4495"/>
                  </a:cubicBezTo>
                  <a:lnTo>
                    <a:pt x="546" y="58093"/>
                  </a:lnTo>
                  <a:cubicBezTo>
                    <a:pt x="1" y="61069"/>
                    <a:pt x="1972" y="63924"/>
                    <a:pt x="4949" y="64468"/>
                  </a:cubicBezTo>
                  <a:lnTo>
                    <a:pt x="99093" y="81692"/>
                  </a:lnTo>
                  <a:cubicBezTo>
                    <a:pt x="99421" y="81753"/>
                    <a:pt x="99756" y="81783"/>
                    <a:pt x="100090" y="81783"/>
                  </a:cubicBezTo>
                  <a:cubicBezTo>
                    <a:pt x="102731" y="81776"/>
                    <a:pt x="104991" y="79887"/>
                    <a:pt x="105468" y="77289"/>
                  </a:cubicBezTo>
                  <a:lnTo>
                    <a:pt x="115275" y="23692"/>
                  </a:lnTo>
                  <a:cubicBezTo>
                    <a:pt x="115818" y="20719"/>
                    <a:pt x="113843" y="17859"/>
                    <a:pt x="110870" y="17315"/>
                  </a:cubicBezTo>
                  <a:lnTo>
                    <a:pt x="16728" y="91"/>
                  </a:lnTo>
                  <a:cubicBezTo>
                    <a:pt x="16395" y="30"/>
                    <a:pt x="16062" y="0"/>
                    <a:pt x="1573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0"/>
            <p:cNvSpPr/>
            <p:nvPr/>
          </p:nvSpPr>
          <p:spPr>
            <a:xfrm>
              <a:off x="1936400" y="2300775"/>
              <a:ext cx="2593475" cy="669625"/>
            </a:xfrm>
            <a:custGeom>
              <a:rect b="b" l="l" r="r" t="t"/>
              <a:pathLst>
                <a:path extrusionOk="0" h="26785" w="103739">
                  <a:moveTo>
                    <a:pt x="93848" y="0"/>
                  </a:moveTo>
                  <a:cubicBezTo>
                    <a:pt x="87135" y="3715"/>
                    <a:pt x="79255" y="6801"/>
                    <a:pt x="71048" y="7314"/>
                  </a:cubicBezTo>
                  <a:cubicBezTo>
                    <a:pt x="69568" y="7407"/>
                    <a:pt x="68144" y="7450"/>
                    <a:pt x="66769" y="7450"/>
                  </a:cubicBezTo>
                  <a:cubicBezTo>
                    <a:pt x="50083" y="7450"/>
                    <a:pt x="40425" y="1148"/>
                    <a:pt x="23443" y="1148"/>
                  </a:cubicBezTo>
                  <a:cubicBezTo>
                    <a:pt x="20480" y="1148"/>
                    <a:pt x="17293" y="1340"/>
                    <a:pt x="13806" y="1791"/>
                  </a:cubicBezTo>
                  <a:cubicBezTo>
                    <a:pt x="10389" y="2232"/>
                    <a:pt x="7196" y="2936"/>
                    <a:pt x="4204" y="3805"/>
                  </a:cubicBezTo>
                  <a:lnTo>
                    <a:pt x="0" y="26784"/>
                  </a:lnTo>
                  <a:cubicBezTo>
                    <a:pt x="5479" y="22677"/>
                    <a:pt x="13160" y="18395"/>
                    <a:pt x="23056" y="16320"/>
                  </a:cubicBezTo>
                  <a:cubicBezTo>
                    <a:pt x="28147" y="15252"/>
                    <a:pt x="32560" y="14863"/>
                    <a:pt x="36580" y="14863"/>
                  </a:cubicBezTo>
                  <a:cubicBezTo>
                    <a:pt x="47353" y="14863"/>
                    <a:pt x="55302" y="17656"/>
                    <a:pt x="65930" y="17656"/>
                  </a:cubicBezTo>
                  <a:cubicBezTo>
                    <a:pt x="68606" y="17656"/>
                    <a:pt x="71452" y="17479"/>
                    <a:pt x="74556" y="17035"/>
                  </a:cubicBezTo>
                  <a:cubicBezTo>
                    <a:pt x="86439" y="15337"/>
                    <a:pt x="97062" y="7724"/>
                    <a:pt x="103738" y="1810"/>
                  </a:cubicBezTo>
                  <a:lnTo>
                    <a:pt x="93848"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0"/>
            <p:cNvSpPr/>
            <p:nvPr/>
          </p:nvSpPr>
          <p:spPr>
            <a:xfrm>
              <a:off x="1927675" y="2292850"/>
              <a:ext cx="2612400" cy="685475"/>
            </a:xfrm>
            <a:custGeom>
              <a:rect b="b" l="l" r="r" t="t"/>
              <a:pathLst>
                <a:path extrusionOk="0" h="27419" w="104496">
                  <a:moveTo>
                    <a:pt x="94250" y="650"/>
                  </a:moveTo>
                  <a:lnTo>
                    <a:pt x="103385" y="2322"/>
                  </a:lnTo>
                  <a:cubicBezTo>
                    <a:pt x="96615" y="8230"/>
                    <a:pt x="86320" y="15400"/>
                    <a:pt x="74860" y="17038"/>
                  </a:cubicBezTo>
                  <a:cubicBezTo>
                    <a:pt x="71794" y="17476"/>
                    <a:pt x="68964" y="17650"/>
                    <a:pt x="66301" y="17650"/>
                  </a:cubicBezTo>
                  <a:cubicBezTo>
                    <a:pt x="60973" y="17650"/>
                    <a:pt x="56311" y="16952"/>
                    <a:pt x="51752" y="16269"/>
                  </a:cubicBezTo>
                  <a:cubicBezTo>
                    <a:pt x="47115" y="15575"/>
                    <a:pt x="42387" y="14867"/>
                    <a:pt x="36928" y="14867"/>
                  </a:cubicBezTo>
                  <a:cubicBezTo>
                    <a:pt x="32885" y="14867"/>
                    <a:pt x="28442" y="15255"/>
                    <a:pt x="23339" y="16325"/>
                  </a:cubicBezTo>
                  <a:cubicBezTo>
                    <a:pt x="15175" y="18037"/>
                    <a:pt x="7598" y="21415"/>
                    <a:pt x="805" y="26368"/>
                  </a:cubicBezTo>
                  <a:lnTo>
                    <a:pt x="4831" y="4372"/>
                  </a:lnTo>
                  <a:lnTo>
                    <a:pt x="4830" y="4372"/>
                  </a:lnTo>
                  <a:cubicBezTo>
                    <a:pt x="7937" y="3481"/>
                    <a:pt x="11088" y="2825"/>
                    <a:pt x="14196" y="2421"/>
                  </a:cubicBezTo>
                  <a:cubicBezTo>
                    <a:pt x="17642" y="1976"/>
                    <a:pt x="20802" y="1787"/>
                    <a:pt x="23746" y="1787"/>
                  </a:cubicBezTo>
                  <a:cubicBezTo>
                    <a:pt x="32302" y="1787"/>
                    <a:pt x="39024" y="3386"/>
                    <a:pt x="45579" y="4945"/>
                  </a:cubicBezTo>
                  <a:cubicBezTo>
                    <a:pt x="52078" y="6491"/>
                    <a:pt x="58768" y="8083"/>
                    <a:pt x="67160" y="8083"/>
                  </a:cubicBezTo>
                  <a:cubicBezTo>
                    <a:pt x="68531" y="8083"/>
                    <a:pt x="69948" y="8041"/>
                    <a:pt x="71416" y="7949"/>
                  </a:cubicBezTo>
                  <a:cubicBezTo>
                    <a:pt x="78604" y="7498"/>
                    <a:pt x="86285" y="5043"/>
                    <a:pt x="94250" y="650"/>
                  </a:cubicBezTo>
                  <a:close/>
                  <a:moveTo>
                    <a:pt x="94198" y="0"/>
                  </a:moveTo>
                  <a:cubicBezTo>
                    <a:pt x="94144" y="0"/>
                    <a:pt x="94091" y="14"/>
                    <a:pt x="94042" y="40"/>
                  </a:cubicBezTo>
                  <a:cubicBezTo>
                    <a:pt x="86125" y="4421"/>
                    <a:pt x="78500" y="6868"/>
                    <a:pt x="71378" y="7315"/>
                  </a:cubicBezTo>
                  <a:cubicBezTo>
                    <a:pt x="69928" y="7406"/>
                    <a:pt x="68529" y="7448"/>
                    <a:pt x="67174" y="7448"/>
                  </a:cubicBezTo>
                  <a:cubicBezTo>
                    <a:pt x="58844" y="7448"/>
                    <a:pt x="52190" y="5865"/>
                    <a:pt x="45726" y="4328"/>
                  </a:cubicBezTo>
                  <a:cubicBezTo>
                    <a:pt x="39132" y="2759"/>
                    <a:pt x="32371" y="1151"/>
                    <a:pt x="23758" y="1151"/>
                  </a:cubicBezTo>
                  <a:cubicBezTo>
                    <a:pt x="20787" y="1151"/>
                    <a:pt x="17596" y="1342"/>
                    <a:pt x="14115" y="1793"/>
                  </a:cubicBezTo>
                  <a:cubicBezTo>
                    <a:pt x="10911" y="2207"/>
                    <a:pt x="7664" y="2888"/>
                    <a:pt x="4465" y="3817"/>
                  </a:cubicBezTo>
                  <a:cubicBezTo>
                    <a:pt x="4349" y="3850"/>
                    <a:pt x="4262" y="3946"/>
                    <a:pt x="4241" y="4065"/>
                  </a:cubicBezTo>
                  <a:lnTo>
                    <a:pt x="37" y="27044"/>
                  </a:lnTo>
                  <a:cubicBezTo>
                    <a:pt x="1" y="27238"/>
                    <a:pt x="150" y="27417"/>
                    <a:pt x="349" y="27419"/>
                  </a:cubicBezTo>
                  <a:cubicBezTo>
                    <a:pt x="418" y="27419"/>
                    <a:pt x="484" y="27396"/>
                    <a:pt x="540" y="27355"/>
                  </a:cubicBezTo>
                  <a:cubicBezTo>
                    <a:pt x="7423" y="22196"/>
                    <a:pt x="15137" y="18694"/>
                    <a:pt x="23470" y="16948"/>
                  </a:cubicBezTo>
                  <a:cubicBezTo>
                    <a:pt x="28521" y="15888"/>
                    <a:pt x="32924" y="15504"/>
                    <a:pt x="36931" y="15504"/>
                  </a:cubicBezTo>
                  <a:cubicBezTo>
                    <a:pt x="42351" y="15504"/>
                    <a:pt x="47049" y="16207"/>
                    <a:pt x="51659" y="16897"/>
                  </a:cubicBezTo>
                  <a:cubicBezTo>
                    <a:pt x="56243" y="17583"/>
                    <a:pt x="60932" y="18286"/>
                    <a:pt x="66298" y="18286"/>
                  </a:cubicBezTo>
                  <a:cubicBezTo>
                    <a:pt x="68988" y="18286"/>
                    <a:pt x="71848" y="18109"/>
                    <a:pt x="74951" y="17666"/>
                  </a:cubicBezTo>
                  <a:cubicBezTo>
                    <a:pt x="86847" y="15967"/>
                    <a:pt x="97476" y="8407"/>
                    <a:pt x="104298" y="2365"/>
                  </a:cubicBezTo>
                  <a:cubicBezTo>
                    <a:pt x="104496" y="2190"/>
                    <a:pt x="104405" y="1862"/>
                    <a:pt x="104145" y="1815"/>
                  </a:cubicBezTo>
                  <a:lnTo>
                    <a:pt x="94253" y="5"/>
                  </a:lnTo>
                  <a:cubicBezTo>
                    <a:pt x="94234" y="2"/>
                    <a:pt x="94216" y="0"/>
                    <a:pt x="941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0"/>
            <p:cNvSpPr/>
            <p:nvPr/>
          </p:nvSpPr>
          <p:spPr>
            <a:xfrm>
              <a:off x="2069625" y="1930600"/>
              <a:ext cx="1577800" cy="328750"/>
            </a:xfrm>
            <a:custGeom>
              <a:rect b="b" l="l" r="r" t="t"/>
              <a:pathLst>
                <a:path extrusionOk="0" h="13150" w="63112">
                  <a:moveTo>
                    <a:pt x="7066" y="0"/>
                  </a:moveTo>
                  <a:cubicBezTo>
                    <a:pt x="4344" y="0"/>
                    <a:pt x="1925" y="1942"/>
                    <a:pt x="1417" y="4715"/>
                  </a:cubicBezTo>
                  <a:lnTo>
                    <a:pt x="1" y="12457"/>
                  </a:lnTo>
                  <a:cubicBezTo>
                    <a:pt x="886" y="12227"/>
                    <a:pt x="1783" y="12008"/>
                    <a:pt x="2706" y="11813"/>
                  </a:cubicBezTo>
                  <a:cubicBezTo>
                    <a:pt x="7798" y="10746"/>
                    <a:pt x="12210" y="10357"/>
                    <a:pt x="16230" y="10357"/>
                  </a:cubicBezTo>
                  <a:cubicBezTo>
                    <a:pt x="27003" y="10357"/>
                    <a:pt x="34952" y="13150"/>
                    <a:pt x="45580" y="13150"/>
                  </a:cubicBezTo>
                  <a:cubicBezTo>
                    <a:pt x="48256" y="13150"/>
                    <a:pt x="51102" y="12973"/>
                    <a:pt x="54206" y="12529"/>
                  </a:cubicBezTo>
                  <a:cubicBezTo>
                    <a:pt x="57274" y="12091"/>
                    <a:pt x="60257" y="11256"/>
                    <a:pt x="63112" y="10159"/>
                  </a:cubicBezTo>
                  <a:lnTo>
                    <a:pt x="8108" y="95"/>
                  </a:lnTo>
                  <a:cubicBezTo>
                    <a:pt x="7758" y="31"/>
                    <a:pt x="7410" y="0"/>
                    <a:pt x="7066" y="0"/>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0"/>
            <p:cNvSpPr/>
            <p:nvPr/>
          </p:nvSpPr>
          <p:spPr>
            <a:xfrm>
              <a:off x="2060925" y="1922650"/>
              <a:ext cx="1594725" cy="344525"/>
            </a:xfrm>
            <a:custGeom>
              <a:rect b="b" l="l" r="r" t="t"/>
              <a:pathLst>
                <a:path extrusionOk="0" h="13781" w="63789">
                  <a:moveTo>
                    <a:pt x="7410" y="636"/>
                  </a:moveTo>
                  <a:cubicBezTo>
                    <a:pt x="7738" y="636"/>
                    <a:pt x="8069" y="666"/>
                    <a:pt x="8398" y="726"/>
                  </a:cubicBezTo>
                  <a:lnTo>
                    <a:pt x="62263" y="10580"/>
                  </a:lnTo>
                  <a:cubicBezTo>
                    <a:pt x="59633" y="11516"/>
                    <a:pt x="57030" y="12173"/>
                    <a:pt x="54509" y="12532"/>
                  </a:cubicBezTo>
                  <a:cubicBezTo>
                    <a:pt x="51442" y="12971"/>
                    <a:pt x="48612" y="13145"/>
                    <a:pt x="45948" y="13145"/>
                  </a:cubicBezTo>
                  <a:cubicBezTo>
                    <a:pt x="40621" y="13145"/>
                    <a:pt x="35960" y="12447"/>
                    <a:pt x="31401" y="11764"/>
                  </a:cubicBezTo>
                  <a:cubicBezTo>
                    <a:pt x="26764" y="11070"/>
                    <a:pt x="22037" y="10362"/>
                    <a:pt x="16578" y="10362"/>
                  </a:cubicBezTo>
                  <a:cubicBezTo>
                    <a:pt x="12536" y="10362"/>
                    <a:pt x="8092" y="10752"/>
                    <a:pt x="2988" y="11821"/>
                  </a:cubicBezTo>
                  <a:cubicBezTo>
                    <a:pt x="2296" y="11966"/>
                    <a:pt x="1575" y="12134"/>
                    <a:pt x="751" y="12344"/>
                  </a:cubicBezTo>
                  <a:lnTo>
                    <a:pt x="2078" y="5090"/>
                  </a:lnTo>
                  <a:cubicBezTo>
                    <a:pt x="2333" y="3672"/>
                    <a:pt x="3146" y="2415"/>
                    <a:pt x="4334" y="1600"/>
                  </a:cubicBezTo>
                  <a:cubicBezTo>
                    <a:pt x="5252" y="965"/>
                    <a:pt x="6317" y="636"/>
                    <a:pt x="7410" y="636"/>
                  </a:cubicBezTo>
                  <a:close/>
                  <a:moveTo>
                    <a:pt x="7417" y="1"/>
                  </a:moveTo>
                  <a:cubicBezTo>
                    <a:pt x="4546" y="1"/>
                    <a:pt x="1987" y="2053"/>
                    <a:pt x="1453" y="4977"/>
                  </a:cubicBezTo>
                  <a:lnTo>
                    <a:pt x="36" y="12718"/>
                  </a:lnTo>
                  <a:cubicBezTo>
                    <a:pt x="0" y="12918"/>
                    <a:pt x="157" y="13093"/>
                    <a:pt x="349" y="13093"/>
                  </a:cubicBezTo>
                  <a:cubicBezTo>
                    <a:pt x="375" y="13093"/>
                    <a:pt x="402" y="13090"/>
                    <a:pt x="430" y="13083"/>
                  </a:cubicBezTo>
                  <a:cubicBezTo>
                    <a:pt x="1451" y="12816"/>
                    <a:pt x="2305" y="12613"/>
                    <a:pt x="3119" y="12443"/>
                  </a:cubicBezTo>
                  <a:cubicBezTo>
                    <a:pt x="8170" y="11384"/>
                    <a:pt x="12573" y="10999"/>
                    <a:pt x="16581" y="10999"/>
                  </a:cubicBezTo>
                  <a:cubicBezTo>
                    <a:pt x="22000" y="10999"/>
                    <a:pt x="26699" y="11702"/>
                    <a:pt x="31308" y="12393"/>
                  </a:cubicBezTo>
                  <a:cubicBezTo>
                    <a:pt x="35893" y="13079"/>
                    <a:pt x="40581" y="13781"/>
                    <a:pt x="45947" y="13781"/>
                  </a:cubicBezTo>
                  <a:cubicBezTo>
                    <a:pt x="48842" y="13781"/>
                    <a:pt x="51733" y="13574"/>
                    <a:pt x="54599" y="13162"/>
                  </a:cubicBezTo>
                  <a:cubicBezTo>
                    <a:pt x="57510" y="12745"/>
                    <a:pt x="60530" y="11942"/>
                    <a:pt x="63573" y="10773"/>
                  </a:cubicBezTo>
                  <a:cubicBezTo>
                    <a:pt x="63706" y="10722"/>
                    <a:pt x="63788" y="10589"/>
                    <a:pt x="63776" y="10447"/>
                  </a:cubicBezTo>
                  <a:cubicBezTo>
                    <a:pt x="63762" y="10305"/>
                    <a:pt x="63656" y="10189"/>
                    <a:pt x="63516" y="10165"/>
                  </a:cubicBezTo>
                  <a:lnTo>
                    <a:pt x="8512" y="101"/>
                  </a:lnTo>
                  <a:cubicBezTo>
                    <a:pt x="8144" y="33"/>
                    <a:pt x="7778" y="1"/>
                    <a:pt x="741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0"/>
            <p:cNvSpPr/>
            <p:nvPr/>
          </p:nvSpPr>
          <p:spPr>
            <a:xfrm>
              <a:off x="2246150" y="2339175"/>
              <a:ext cx="327975" cy="319925"/>
            </a:xfrm>
            <a:custGeom>
              <a:rect b="b" l="l" r="r" t="t"/>
              <a:pathLst>
                <a:path extrusionOk="0" h="12797" w="13119">
                  <a:moveTo>
                    <a:pt x="2041" y="0"/>
                  </a:moveTo>
                  <a:cubicBezTo>
                    <a:pt x="1997" y="0"/>
                    <a:pt x="1958" y="32"/>
                    <a:pt x="1950" y="77"/>
                  </a:cubicBezTo>
                  <a:lnTo>
                    <a:pt x="11" y="10679"/>
                  </a:lnTo>
                  <a:cubicBezTo>
                    <a:pt x="1" y="10729"/>
                    <a:pt x="34" y="10779"/>
                    <a:pt x="85" y="10788"/>
                  </a:cubicBezTo>
                  <a:lnTo>
                    <a:pt x="11060" y="12796"/>
                  </a:lnTo>
                  <a:cubicBezTo>
                    <a:pt x="11066" y="12797"/>
                    <a:pt x="11071" y="12797"/>
                    <a:pt x="11076" y="12797"/>
                  </a:cubicBezTo>
                  <a:cubicBezTo>
                    <a:pt x="11120" y="12797"/>
                    <a:pt x="11160" y="12765"/>
                    <a:pt x="11169" y="12721"/>
                  </a:cubicBezTo>
                  <a:lnTo>
                    <a:pt x="13108" y="2118"/>
                  </a:lnTo>
                  <a:cubicBezTo>
                    <a:pt x="13118" y="2067"/>
                    <a:pt x="13085" y="2017"/>
                    <a:pt x="13034" y="2009"/>
                  </a:cubicBezTo>
                  <a:lnTo>
                    <a:pt x="2059" y="2"/>
                  </a:lnTo>
                  <a:cubicBezTo>
                    <a:pt x="2053" y="1"/>
                    <a:pt x="2047" y="0"/>
                    <a:pt x="20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0"/>
            <p:cNvSpPr/>
            <p:nvPr/>
          </p:nvSpPr>
          <p:spPr>
            <a:xfrm>
              <a:off x="2241325" y="2338800"/>
              <a:ext cx="337650" cy="320650"/>
            </a:xfrm>
            <a:custGeom>
              <a:rect b="b" l="l" r="r" t="t"/>
              <a:pathLst>
                <a:path extrusionOk="0" h="12826" w="13506">
                  <a:moveTo>
                    <a:pt x="3726" y="635"/>
                  </a:moveTo>
                  <a:cubicBezTo>
                    <a:pt x="3823" y="635"/>
                    <a:pt x="3922" y="644"/>
                    <a:pt x="4021" y="662"/>
                  </a:cubicBezTo>
                  <a:lnTo>
                    <a:pt x="11343" y="2002"/>
                  </a:lnTo>
                  <a:cubicBezTo>
                    <a:pt x="12229" y="2164"/>
                    <a:pt x="12817" y="3015"/>
                    <a:pt x="12655" y="3901"/>
                  </a:cubicBezTo>
                  <a:lnTo>
                    <a:pt x="11383" y="10852"/>
                  </a:lnTo>
                  <a:cubicBezTo>
                    <a:pt x="11239" y="11638"/>
                    <a:pt x="10549" y="12190"/>
                    <a:pt x="9777" y="12190"/>
                  </a:cubicBezTo>
                  <a:cubicBezTo>
                    <a:pt x="9680" y="12190"/>
                    <a:pt x="9583" y="12181"/>
                    <a:pt x="9484" y="12163"/>
                  </a:cubicBezTo>
                  <a:lnTo>
                    <a:pt x="2161" y="10824"/>
                  </a:lnTo>
                  <a:cubicBezTo>
                    <a:pt x="1276" y="10659"/>
                    <a:pt x="689" y="9810"/>
                    <a:pt x="850" y="8925"/>
                  </a:cubicBezTo>
                  <a:lnTo>
                    <a:pt x="2122" y="1974"/>
                  </a:lnTo>
                  <a:cubicBezTo>
                    <a:pt x="2266" y="1186"/>
                    <a:pt x="2953" y="635"/>
                    <a:pt x="3726" y="635"/>
                  </a:cubicBezTo>
                  <a:close/>
                  <a:moveTo>
                    <a:pt x="3723" y="0"/>
                  </a:moveTo>
                  <a:cubicBezTo>
                    <a:pt x="2650" y="0"/>
                    <a:pt x="1697" y="766"/>
                    <a:pt x="1497" y="1859"/>
                  </a:cubicBezTo>
                  <a:lnTo>
                    <a:pt x="226" y="8811"/>
                  </a:lnTo>
                  <a:cubicBezTo>
                    <a:pt x="1" y="10042"/>
                    <a:pt x="815" y="11222"/>
                    <a:pt x="2046" y="11447"/>
                  </a:cubicBezTo>
                  <a:lnTo>
                    <a:pt x="9370" y="12788"/>
                  </a:lnTo>
                  <a:cubicBezTo>
                    <a:pt x="9506" y="12813"/>
                    <a:pt x="9641" y="12826"/>
                    <a:pt x="9778" y="12826"/>
                  </a:cubicBezTo>
                  <a:cubicBezTo>
                    <a:pt x="10851" y="12826"/>
                    <a:pt x="11807" y="12059"/>
                    <a:pt x="12008" y="10967"/>
                  </a:cubicBezTo>
                  <a:lnTo>
                    <a:pt x="13280" y="4014"/>
                  </a:lnTo>
                  <a:cubicBezTo>
                    <a:pt x="13505" y="2783"/>
                    <a:pt x="12690" y="1603"/>
                    <a:pt x="11459" y="1378"/>
                  </a:cubicBezTo>
                  <a:lnTo>
                    <a:pt x="4135" y="38"/>
                  </a:lnTo>
                  <a:cubicBezTo>
                    <a:pt x="3997" y="13"/>
                    <a:pt x="3859" y="0"/>
                    <a:pt x="372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0"/>
            <p:cNvSpPr/>
            <p:nvPr/>
          </p:nvSpPr>
          <p:spPr>
            <a:xfrm>
              <a:off x="2359325" y="2449575"/>
              <a:ext cx="101600" cy="99075"/>
            </a:xfrm>
            <a:custGeom>
              <a:rect b="b" l="l" r="r" t="t"/>
              <a:pathLst>
                <a:path extrusionOk="0" h="3963" w="4064">
                  <a:moveTo>
                    <a:pt x="645" y="1"/>
                  </a:moveTo>
                  <a:cubicBezTo>
                    <a:pt x="624" y="1"/>
                    <a:pt x="605" y="17"/>
                    <a:pt x="600" y="39"/>
                  </a:cubicBezTo>
                  <a:lnTo>
                    <a:pt x="5" y="3292"/>
                  </a:lnTo>
                  <a:cubicBezTo>
                    <a:pt x="0" y="3317"/>
                    <a:pt x="18" y="3340"/>
                    <a:pt x="43" y="3345"/>
                  </a:cubicBezTo>
                  <a:lnTo>
                    <a:pt x="3411" y="3961"/>
                  </a:lnTo>
                  <a:cubicBezTo>
                    <a:pt x="3414" y="3962"/>
                    <a:pt x="3417" y="3962"/>
                    <a:pt x="3420" y="3962"/>
                  </a:cubicBezTo>
                  <a:cubicBezTo>
                    <a:pt x="3441" y="3962"/>
                    <a:pt x="3460" y="3946"/>
                    <a:pt x="3464" y="3924"/>
                  </a:cubicBezTo>
                  <a:lnTo>
                    <a:pt x="4059" y="671"/>
                  </a:lnTo>
                  <a:cubicBezTo>
                    <a:pt x="4064" y="646"/>
                    <a:pt x="4047" y="623"/>
                    <a:pt x="4022" y="618"/>
                  </a:cubicBezTo>
                  <a:lnTo>
                    <a:pt x="654" y="1"/>
                  </a:lnTo>
                  <a:cubicBezTo>
                    <a:pt x="651" y="1"/>
                    <a:pt x="648" y="1"/>
                    <a:pt x="64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0"/>
            <p:cNvSpPr/>
            <p:nvPr/>
          </p:nvSpPr>
          <p:spPr>
            <a:xfrm>
              <a:off x="2352600" y="2445375"/>
              <a:ext cx="115075" cy="107475"/>
            </a:xfrm>
            <a:custGeom>
              <a:rect b="b" l="l" r="r" t="t"/>
              <a:pathLst>
                <a:path extrusionOk="0" h="4299" w="4603">
                  <a:moveTo>
                    <a:pt x="1643" y="634"/>
                  </a:moveTo>
                  <a:cubicBezTo>
                    <a:pt x="1681" y="634"/>
                    <a:pt x="1719" y="638"/>
                    <a:pt x="1758" y="645"/>
                  </a:cubicBezTo>
                  <a:lnTo>
                    <a:pt x="3342" y="935"/>
                  </a:lnTo>
                  <a:cubicBezTo>
                    <a:pt x="3686" y="999"/>
                    <a:pt x="3916" y="1330"/>
                    <a:pt x="3852" y="1675"/>
                  </a:cubicBezTo>
                  <a:lnTo>
                    <a:pt x="3584" y="3142"/>
                  </a:lnTo>
                  <a:cubicBezTo>
                    <a:pt x="3528" y="3450"/>
                    <a:pt x="3260" y="3664"/>
                    <a:pt x="2958" y="3664"/>
                  </a:cubicBezTo>
                  <a:cubicBezTo>
                    <a:pt x="2920" y="3664"/>
                    <a:pt x="2882" y="3661"/>
                    <a:pt x="2844" y="3654"/>
                  </a:cubicBezTo>
                  <a:lnTo>
                    <a:pt x="1261" y="3364"/>
                  </a:lnTo>
                  <a:cubicBezTo>
                    <a:pt x="917" y="3300"/>
                    <a:pt x="688" y="2969"/>
                    <a:pt x="750" y="2624"/>
                  </a:cubicBezTo>
                  <a:lnTo>
                    <a:pt x="1019" y="1157"/>
                  </a:lnTo>
                  <a:cubicBezTo>
                    <a:pt x="1075" y="849"/>
                    <a:pt x="1342" y="634"/>
                    <a:pt x="1643" y="634"/>
                  </a:cubicBezTo>
                  <a:close/>
                  <a:moveTo>
                    <a:pt x="1642" y="0"/>
                  </a:moveTo>
                  <a:cubicBezTo>
                    <a:pt x="1040" y="0"/>
                    <a:pt x="505" y="430"/>
                    <a:pt x="394" y="1042"/>
                  </a:cubicBezTo>
                  <a:lnTo>
                    <a:pt x="125" y="2510"/>
                  </a:lnTo>
                  <a:cubicBezTo>
                    <a:pt x="0" y="3200"/>
                    <a:pt x="457" y="3862"/>
                    <a:pt x="1147" y="3989"/>
                  </a:cubicBezTo>
                  <a:lnTo>
                    <a:pt x="2729" y="4278"/>
                  </a:lnTo>
                  <a:cubicBezTo>
                    <a:pt x="2805" y="4293"/>
                    <a:pt x="2882" y="4299"/>
                    <a:pt x="2959" y="4299"/>
                  </a:cubicBezTo>
                  <a:cubicBezTo>
                    <a:pt x="3572" y="4298"/>
                    <a:pt x="4099" y="3859"/>
                    <a:pt x="4209" y="3257"/>
                  </a:cubicBezTo>
                  <a:lnTo>
                    <a:pt x="4476" y="1789"/>
                  </a:lnTo>
                  <a:cubicBezTo>
                    <a:pt x="4603" y="1098"/>
                    <a:pt x="4146" y="436"/>
                    <a:pt x="3455" y="310"/>
                  </a:cubicBezTo>
                  <a:lnTo>
                    <a:pt x="1873" y="21"/>
                  </a:lnTo>
                  <a:cubicBezTo>
                    <a:pt x="1795" y="7"/>
                    <a:pt x="1718" y="0"/>
                    <a:pt x="1642"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0"/>
            <p:cNvSpPr/>
            <p:nvPr/>
          </p:nvSpPr>
          <p:spPr>
            <a:xfrm>
              <a:off x="2281200" y="2361050"/>
              <a:ext cx="125425" cy="98950"/>
            </a:xfrm>
            <a:custGeom>
              <a:rect b="b" l="l" r="r" t="t"/>
              <a:pathLst>
                <a:path extrusionOk="0" h="3958" w="5017">
                  <a:moveTo>
                    <a:pt x="343" y="0"/>
                  </a:moveTo>
                  <a:cubicBezTo>
                    <a:pt x="192" y="0"/>
                    <a:pt x="59" y="108"/>
                    <a:pt x="32" y="261"/>
                  </a:cubicBezTo>
                  <a:cubicBezTo>
                    <a:pt x="1" y="433"/>
                    <a:pt x="114" y="598"/>
                    <a:pt x="287" y="629"/>
                  </a:cubicBezTo>
                  <a:lnTo>
                    <a:pt x="3556" y="1228"/>
                  </a:lnTo>
                  <a:cubicBezTo>
                    <a:pt x="4020" y="1313"/>
                    <a:pt x="4328" y="1759"/>
                    <a:pt x="4243" y="2223"/>
                  </a:cubicBezTo>
                  <a:lnTo>
                    <a:pt x="3994" y="3582"/>
                  </a:lnTo>
                  <a:cubicBezTo>
                    <a:pt x="3963" y="3754"/>
                    <a:pt x="4076" y="3920"/>
                    <a:pt x="4249" y="3952"/>
                  </a:cubicBezTo>
                  <a:cubicBezTo>
                    <a:pt x="4268" y="3956"/>
                    <a:pt x="4288" y="3957"/>
                    <a:pt x="4307" y="3957"/>
                  </a:cubicBezTo>
                  <a:cubicBezTo>
                    <a:pt x="4460" y="3957"/>
                    <a:pt x="4592" y="3847"/>
                    <a:pt x="4619" y="3697"/>
                  </a:cubicBezTo>
                  <a:lnTo>
                    <a:pt x="4868" y="2337"/>
                  </a:lnTo>
                  <a:cubicBezTo>
                    <a:pt x="5016" y="1527"/>
                    <a:pt x="4480" y="751"/>
                    <a:pt x="3670" y="603"/>
                  </a:cubicBezTo>
                  <a:lnTo>
                    <a:pt x="401" y="6"/>
                  </a:lnTo>
                  <a:cubicBezTo>
                    <a:pt x="382" y="2"/>
                    <a:pt x="362" y="0"/>
                    <a:pt x="34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0"/>
            <p:cNvSpPr/>
            <p:nvPr/>
          </p:nvSpPr>
          <p:spPr>
            <a:xfrm>
              <a:off x="2439075" y="2396825"/>
              <a:ext cx="138275" cy="73950"/>
            </a:xfrm>
            <a:custGeom>
              <a:rect b="b" l="l" r="r" t="t"/>
              <a:pathLst>
                <a:path extrusionOk="0" h="2958" w="5531">
                  <a:moveTo>
                    <a:pt x="1742" y="1"/>
                  </a:moveTo>
                  <a:cubicBezTo>
                    <a:pt x="1038" y="1"/>
                    <a:pt x="412" y="505"/>
                    <a:pt x="281" y="1223"/>
                  </a:cubicBezTo>
                  <a:lnTo>
                    <a:pt x="32" y="2583"/>
                  </a:lnTo>
                  <a:cubicBezTo>
                    <a:pt x="1" y="2755"/>
                    <a:pt x="115" y="2921"/>
                    <a:pt x="287" y="2952"/>
                  </a:cubicBezTo>
                  <a:cubicBezTo>
                    <a:pt x="307" y="2955"/>
                    <a:pt x="326" y="2958"/>
                    <a:pt x="346" y="2958"/>
                  </a:cubicBezTo>
                  <a:cubicBezTo>
                    <a:pt x="499" y="2957"/>
                    <a:pt x="630" y="2847"/>
                    <a:pt x="657" y="2697"/>
                  </a:cubicBezTo>
                  <a:lnTo>
                    <a:pt x="906" y="1337"/>
                  </a:lnTo>
                  <a:cubicBezTo>
                    <a:pt x="984" y="925"/>
                    <a:pt x="1345" y="637"/>
                    <a:pt x="1750" y="637"/>
                  </a:cubicBezTo>
                  <a:cubicBezTo>
                    <a:pt x="1800" y="637"/>
                    <a:pt x="1850" y="641"/>
                    <a:pt x="1901" y="650"/>
                  </a:cubicBezTo>
                  <a:lnTo>
                    <a:pt x="5130" y="1241"/>
                  </a:lnTo>
                  <a:cubicBezTo>
                    <a:pt x="5149" y="1245"/>
                    <a:pt x="5169" y="1247"/>
                    <a:pt x="5188" y="1247"/>
                  </a:cubicBezTo>
                  <a:cubicBezTo>
                    <a:pt x="5338" y="1247"/>
                    <a:pt x="5471" y="1139"/>
                    <a:pt x="5500" y="986"/>
                  </a:cubicBezTo>
                  <a:cubicBezTo>
                    <a:pt x="5531" y="814"/>
                    <a:pt x="5416" y="649"/>
                    <a:pt x="5244" y="618"/>
                  </a:cubicBezTo>
                  <a:lnTo>
                    <a:pt x="2015" y="26"/>
                  </a:lnTo>
                  <a:cubicBezTo>
                    <a:pt x="1923" y="9"/>
                    <a:pt x="1832" y="1"/>
                    <a:pt x="1742"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0"/>
            <p:cNvSpPr/>
            <p:nvPr/>
          </p:nvSpPr>
          <p:spPr>
            <a:xfrm>
              <a:off x="2242525" y="2529975"/>
              <a:ext cx="139250" cy="73925"/>
            </a:xfrm>
            <a:custGeom>
              <a:rect b="b" l="l" r="r" t="t"/>
              <a:pathLst>
                <a:path extrusionOk="0" h="2957" w="5570">
                  <a:moveTo>
                    <a:pt x="5226" y="1"/>
                  </a:moveTo>
                  <a:cubicBezTo>
                    <a:pt x="5075" y="1"/>
                    <a:pt x="4941" y="108"/>
                    <a:pt x="4914" y="261"/>
                  </a:cubicBezTo>
                  <a:lnTo>
                    <a:pt x="4665" y="1621"/>
                  </a:lnTo>
                  <a:cubicBezTo>
                    <a:pt x="4588" y="2033"/>
                    <a:pt x="4227" y="2321"/>
                    <a:pt x="3822" y="2321"/>
                  </a:cubicBezTo>
                  <a:cubicBezTo>
                    <a:pt x="3772" y="2321"/>
                    <a:pt x="3721" y="2317"/>
                    <a:pt x="3670" y="2308"/>
                  </a:cubicBezTo>
                  <a:lnTo>
                    <a:pt x="401" y="1710"/>
                  </a:lnTo>
                  <a:cubicBezTo>
                    <a:pt x="381" y="1707"/>
                    <a:pt x="362" y="1705"/>
                    <a:pt x="342" y="1705"/>
                  </a:cubicBezTo>
                  <a:cubicBezTo>
                    <a:pt x="192" y="1705"/>
                    <a:pt x="59" y="1812"/>
                    <a:pt x="31" y="1965"/>
                  </a:cubicBezTo>
                  <a:cubicBezTo>
                    <a:pt x="0" y="2137"/>
                    <a:pt x="113" y="2303"/>
                    <a:pt x="286" y="2334"/>
                  </a:cubicBezTo>
                  <a:lnTo>
                    <a:pt x="3554" y="2933"/>
                  </a:lnTo>
                  <a:cubicBezTo>
                    <a:pt x="3644" y="2949"/>
                    <a:pt x="3734" y="2956"/>
                    <a:pt x="3823" y="2956"/>
                  </a:cubicBezTo>
                  <a:cubicBezTo>
                    <a:pt x="4543" y="2956"/>
                    <a:pt x="5159" y="2442"/>
                    <a:pt x="5288" y="1735"/>
                  </a:cubicBezTo>
                  <a:lnTo>
                    <a:pt x="5537" y="376"/>
                  </a:lnTo>
                  <a:cubicBezTo>
                    <a:pt x="5570" y="203"/>
                    <a:pt x="5455" y="37"/>
                    <a:pt x="5282" y="6"/>
                  </a:cubicBezTo>
                  <a:cubicBezTo>
                    <a:pt x="5263" y="3"/>
                    <a:pt x="5244" y="1"/>
                    <a:pt x="5226"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0"/>
            <p:cNvSpPr/>
            <p:nvPr/>
          </p:nvSpPr>
          <p:spPr>
            <a:xfrm>
              <a:off x="2414250" y="2540750"/>
              <a:ext cx="124050" cy="98750"/>
            </a:xfrm>
            <a:custGeom>
              <a:rect b="b" l="l" r="r" t="t"/>
              <a:pathLst>
                <a:path extrusionOk="0" h="3950" w="4962">
                  <a:moveTo>
                    <a:pt x="708" y="0"/>
                  </a:moveTo>
                  <a:cubicBezTo>
                    <a:pt x="558" y="0"/>
                    <a:pt x="425" y="108"/>
                    <a:pt x="398" y="261"/>
                  </a:cubicBezTo>
                  <a:lnTo>
                    <a:pt x="149" y="1620"/>
                  </a:lnTo>
                  <a:cubicBezTo>
                    <a:pt x="0" y="2430"/>
                    <a:pt x="537" y="3205"/>
                    <a:pt x="1346" y="3354"/>
                  </a:cubicBezTo>
                  <a:lnTo>
                    <a:pt x="4574" y="3945"/>
                  </a:lnTo>
                  <a:cubicBezTo>
                    <a:pt x="4593" y="3948"/>
                    <a:pt x="4613" y="3950"/>
                    <a:pt x="4631" y="3950"/>
                  </a:cubicBezTo>
                  <a:cubicBezTo>
                    <a:pt x="4796" y="3950"/>
                    <a:pt x="4933" y="3824"/>
                    <a:pt x="4948" y="3661"/>
                  </a:cubicBezTo>
                  <a:cubicBezTo>
                    <a:pt x="4961" y="3498"/>
                    <a:pt x="4849" y="3350"/>
                    <a:pt x="4689" y="3320"/>
                  </a:cubicBezTo>
                  <a:lnTo>
                    <a:pt x="1459" y="2730"/>
                  </a:lnTo>
                  <a:cubicBezTo>
                    <a:pt x="995" y="2644"/>
                    <a:pt x="688" y="2198"/>
                    <a:pt x="774" y="1734"/>
                  </a:cubicBezTo>
                  <a:lnTo>
                    <a:pt x="1023" y="374"/>
                  </a:lnTo>
                  <a:cubicBezTo>
                    <a:pt x="1054" y="202"/>
                    <a:pt x="939" y="37"/>
                    <a:pt x="766" y="6"/>
                  </a:cubicBezTo>
                  <a:cubicBezTo>
                    <a:pt x="746" y="2"/>
                    <a:pt x="727" y="0"/>
                    <a:pt x="70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0"/>
            <p:cNvSpPr/>
            <p:nvPr/>
          </p:nvSpPr>
          <p:spPr>
            <a:xfrm>
              <a:off x="2261350" y="2472275"/>
              <a:ext cx="112625" cy="33400"/>
            </a:xfrm>
            <a:custGeom>
              <a:rect b="b" l="l" r="r" t="t"/>
              <a:pathLst>
                <a:path extrusionOk="0" h="1336" w="4505">
                  <a:moveTo>
                    <a:pt x="344" y="1"/>
                  </a:moveTo>
                  <a:cubicBezTo>
                    <a:pt x="194" y="1"/>
                    <a:pt x="60" y="107"/>
                    <a:pt x="33" y="261"/>
                  </a:cubicBezTo>
                  <a:cubicBezTo>
                    <a:pt x="0" y="433"/>
                    <a:pt x="115" y="599"/>
                    <a:pt x="288" y="631"/>
                  </a:cubicBezTo>
                  <a:lnTo>
                    <a:pt x="4117" y="1331"/>
                  </a:lnTo>
                  <a:cubicBezTo>
                    <a:pt x="4136" y="1334"/>
                    <a:pt x="4155" y="1336"/>
                    <a:pt x="4174" y="1336"/>
                  </a:cubicBezTo>
                  <a:cubicBezTo>
                    <a:pt x="4339" y="1336"/>
                    <a:pt x="4474" y="1210"/>
                    <a:pt x="4489" y="1047"/>
                  </a:cubicBezTo>
                  <a:cubicBezTo>
                    <a:pt x="4504" y="884"/>
                    <a:pt x="4392" y="735"/>
                    <a:pt x="4232" y="706"/>
                  </a:cubicBezTo>
                  <a:lnTo>
                    <a:pt x="401" y="6"/>
                  </a:lnTo>
                  <a:cubicBezTo>
                    <a:pt x="382" y="3"/>
                    <a:pt x="363" y="1"/>
                    <a:pt x="34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30"/>
            <p:cNvSpPr/>
            <p:nvPr/>
          </p:nvSpPr>
          <p:spPr>
            <a:xfrm>
              <a:off x="2441075" y="2505150"/>
              <a:ext cx="112775" cy="33450"/>
            </a:xfrm>
            <a:custGeom>
              <a:rect b="b" l="l" r="r" t="t"/>
              <a:pathLst>
                <a:path extrusionOk="0" h="1338" w="4511">
                  <a:moveTo>
                    <a:pt x="344" y="1"/>
                  </a:moveTo>
                  <a:cubicBezTo>
                    <a:pt x="193" y="1"/>
                    <a:pt x="60" y="108"/>
                    <a:pt x="32" y="261"/>
                  </a:cubicBezTo>
                  <a:cubicBezTo>
                    <a:pt x="1" y="436"/>
                    <a:pt x="118" y="603"/>
                    <a:pt x="293" y="632"/>
                  </a:cubicBezTo>
                  <a:lnTo>
                    <a:pt x="4122" y="1331"/>
                  </a:lnTo>
                  <a:cubicBezTo>
                    <a:pt x="4141" y="1335"/>
                    <a:pt x="4161" y="1338"/>
                    <a:pt x="4180" y="1338"/>
                  </a:cubicBezTo>
                  <a:cubicBezTo>
                    <a:pt x="4344" y="1338"/>
                    <a:pt x="4481" y="1212"/>
                    <a:pt x="4496" y="1048"/>
                  </a:cubicBezTo>
                  <a:cubicBezTo>
                    <a:pt x="4511" y="884"/>
                    <a:pt x="4398" y="736"/>
                    <a:pt x="4237" y="708"/>
                  </a:cubicBezTo>
                  <a:lnTo>
                    <a:pt x="406" y="7"/>
                  </a:lnTo>
                  <a:cubicBezTo>
                    <a:pt x="385" y="3"/>
                    <a:pt x="364" y="1"/>
                    <a:pt x="34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0"/>
            <p:cNvSpPr/>
            <p:nvPr/>
          </p:nvSpPr>
          <p:spPr>
            <a:xfrm>
              <a:off x="3810175" y="3482725"/>
              <a:ext cx="287350" cy="265375"/>
            </a:xfrm>
            <a:custGeom>
              <a:rect b="b" l="l" r="r" t="t"/>
              <a:pathLst>
                <a:path extrusionOk="0" h="10615" w="11494">
                  <a:moveTo>
                    <a:pt x="5742" y="0"/>
                  </a:moveTo>
                  <a:cubicBezTo>
                    <a:pt x="3230" y="0"/>
                    <a:pt x="998" y="1793"/>
                    <a:pt x="528" y="4352"/>
                  </a:cubicBezTo>
                  <a:cubicBezTo>
                    <a:pt x="0" y="7235"/>
                    <a:pt x="1910" y="9999"/>
                    <a:pt x="4792" y="10526"/>
                  </a:cubicBezTo>
                  <a:cubicBezTo>
                    <a:pt x="5115" y="10586"/>
                    <a:pt x="5437" y="10614"/>
                    <a:pt x="5754" y="10614"/>
                  </a:cubicBezTo>
                  <a:cubicBezTo>
                    <a:pt x="8266" y="10614"/>
                    <a:pt x="10498" y="8822"/>
                    <a:pt x="10967" y="6263"/>
                  </a:cubicBezTo>
                  <a:cubicBezTo>
                    <a:pt x="11493" y="3380"/>
                    <a:pt x="9585" y="616"/>
                    <a:pt x="6703" y="88"/>
                  </a:cubicBezTo>
                  <a:cubicBezTo>
                    <a:pt x="6380" y="29"/>
                    <a:pt x="6059" y="0"/>
                    <a:pt x="574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0"/>
            <p:cNvSpPr/>
            <p:nvPr/>
          </p:nvSpPr>
          <p:spPr>
            <a:xfrm>
              <a:off x="3804425" y="3474800"/>
              <a:ext cx="294425" cy="281250"/>
            </a:xfrm>
            <a:custGeom>
              <a:rect b="b" l="l" r="r" t="t"/>
              <a:pathLst>
                <a:path extrusionOk="0" h="11250" w="11777">
                  <a:moveTo>
                    <a:pt x="5974" y="637"/>
                  </a:moveTo>
                  <a:cubicBezTo>
                    <a:pt x="7455" y="637"/>
                    <a:pt x="8859" y="1294"/>
                    <a:pt x="9806" y="2430"/>
                  </a:cubicBezTo>
                  <a:cubicBezTo>
                    <a:pt x="10755" y="3567"/>
                    <a:pt x="11149" y="5066"/>
                    <a:pt x="10883" y="6522"/>
                  </a:cubicBezTo>
                  <a:cubicBezTo>
                    <a:pt x="10444" y="8926"/>
                    <a:pt x="8341" y="10613"/>
                    <a:pt x="5979" y="10613"/>
                  </a:cubicBezTo>
                  <a:cubicBezTo>
                    <a:pt x="5682" y="10613"/>
                    <a:pt x="5381" y="10586"/>
                    <a:pt x="5079" y="10531"/>
                  </a:cubicBezTo>
                  <a:cubicBezTo>
                    <a:pt x="2373" y="10037"/>
                    <a:pt x="575" y="7432"/>
                    <a:pt x="1071" y="4727"/>
                  </a:cubicBezTo>
                  <a:cubicBezTo>
                    <a:pt x="1509" y="2323"/>
                    <a:pt x="3613" y="637"/>
                    <a:pt x="5974" y="637"/>
                  </a:cubicBezTo>
                  <a:close/>
                  <a:moveTo>
                    <a:pt x="5968" y="0"/>
                  </a:moveTo>
                  <a:cubicBezTo>
                    <a:pt x="4836" y="0"/>
                    <a:pt x="3731" y="340"/>
                    <a:pt x="2781" y="998"/>
                  </a:cubicBezTo>
                  <a:cubicBezTo>
                    <a:pt x="909" y="2290"/>
                    <a:pt x="0" y="4583"/>
                    <a:pt x="478" y="6806"/>
                  </a:cubicBezTo>
                  <a:cubicBezTo>
                    <a:pt x="957" y="9031"/>
                    <a:pt x="2728" y="10748"/>
                    <a:pt x="4965" y="11156"/>
                  </a:cubicBezTo>
                  <a:cubicBezTo>
                    <a:pt x="5300" y="11218"/>
                    <a:pt x="5638" y="11248"/>
                    <a:pt x="5979" y="11249"/>
                  </a:cubicBezTo>
                  <a:cubicBezTo>
                    <a:pt x="8641" y="11249"/>
                    <a:pt x="11012" y="9346"/>
                    <a:pt x="11508" y="6637"/>
                  </a:cubicBezTo>
                  <a:cubicBezTo>
                    <a:pt x="11777" y="5169"/>
                    <a:pt x="11452" y="3655"/>
                    <a:pt x="10604" y="2428"/>
                  </a:cubicBezTo>
                  <a:cubicBezTo>
                    <a:pt x="9756" y="1202"/>
                    <a:pt x="8455" y="361"/>
                    <a:pt x="6989" y="93"/>
                  </a:cubicBezTo>
                  <a:cubicBezTo>
                    <a:pt x="6649" y="31"/>
                    <a:pt x="6307" y="0"/>
                    <a:pt x="59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0"/>
            <p:cNvSpPr/>
            <p:nvPr/>
          </p:nvSpPr>
          <p:spPr>
            <a:xfrm>
              <a:off x="3987425" y="3515150"/>
              <a:ext cx="287375" cy="265375"/>
            </a:xfrm>
            <a:custGeom>
              <a:rect b="b" l="l" r="r" t="t"/>
              <a:pathLst>
                <a:path extrusionOk="0" h="10615" w="11495">
                  <a:moveTo>
                    <a:pt x="5741" y="0"/>
                  </a:moveTo>
                  <a:cubicBezTo>
                    <a:pt x="3228" y="0"/>
                    <a:pt x="998" y="1792"/>
                    <a:pt x="528" y="4352"/>
                  </a:cubicBezTo>
                  <a:cubicBezTo>
                    <a:pt x="0" y="7235"/>
                    <a:pt x="1910" y="9999"/>
                    <a:pt x="4792" y="10527"/>
                  </a:cubicBezTo>
                  <a:cubicBezTo>
                    <a:pt x="5115" y="10586"/>
                    <a:pt x="5436" y="10614"/>
                    <a:pt x="5753" y="10614"/>
                  </a:cubicBezTo>
                  <a:cubicBezTo>
                    <a:pt x="8266" y="10614"/>
                    <a:pt x="10498" y="8822"/>
                    <a:pt x="10966" y="6263"/>
                  </a:cubicBezTo>
                  <a:cubicBezTo>
                    <a:pt x="11494" y="3380"/>
                    <a:pt x="9585" y="616"/>
                    <a:pt x="6703" y="88"/>
                  </a:cubicBezTo>
                  <a:cubicBezTo>
                    <a:pt x="6379" y="29"/>
                    <a:pt x="6058" y="0"/>
                    <a:pt x="5741"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0"/>
            <p:cNvSpPr/>
            <p:nvPr/>
          </p:nvSpPr>
          <p:spPr>
            <a:xfrm>
              <a:off x="3978850" y="3507250"/>
              <a:ext cx="301025" cy="281225"/>
            </a:xfrm>
            <a:custGeom>
              <a:rect b="b" l="l" r="r" t="t"/>
              <a:pathLst>
                <a:path extrusionOk="0" h="11249" w="12041">
                  <a:moveTo>
                    <a:pt x="6088" y="636"/>
                  </a:moveTo>
                  <a:cubicBezTo>
                    <a:pt x="7568" y="636"/>
                    <a:pt x="8971" y="1293"/>
                    <a:pt x="9920" y="2430"/>
                  </a:cubicBezTo>
                  <a:cubicBezTo>
                    <a:pt x="10867" y="3567"/>
                    <a:pt x="11262" y="5066"/>
                    <a:pt x="10997" y="6522"/>
                  </a:cubicBezTo>
                  <a:cubicBezTo>
                    <a:pt x="10759" y="7824"/>
                    <a:pt x="10013" y="8977"/>
                    <a:pt x="8924" y="9728"/>
                  </a:cubicBezTo>
                  <a:cubicBezTo>
                    <a:pt x="8086" y="10308"/>
                    <a:pt x="7096" y="10612"/>
                    <a:pt x="6091" y="10612"/>
                  </a:cubicBezTo>
                  <a:cubicBezTo>
                    <a:pt x="5792" y="10612"/>
                    <a:pt x="5491" y="10585"/>
                    <a:pt x="5192" y="10530"/>
                  </a:cubicBezTo>
                  <a:cubicBezTo>
                    <a:pt x="2487" y="10036"/>
                    <a:pt x="688" y="7432"/>
                    <a:pt x="1183" y="4726"/>
                  </a:cubicBezTo>
                  <a:cubicBezTo>
                    <a:pt x="1623" y="2323"/>
                    <a:pt x="3727" y="636"/>
                    <a:pt x="6088" y="636"/>
                  </a:cubicBezTo>
                  <a:close/>
                  <a:moveTo>
                    <a:pt x="6093" y="0"/>
                  </a:moveTo>
                  <a:cubicBezTo>
                    <a:pt x="3433" y="0"/>
                    <a:pt x="1054" y="1900"/>
                    <a:pt x="558" y="4611"/>
                  </a:cubicBezTo>
                  <a:cubicBezTo>
                    <a:pt x="1" y="7662"/>
                    <a:pt x="2027" y="10596"/>
                    <a:pt x="5077" y="11155"/>
                  </a:cubicBezTo>
                  <a:cubicBezTo>
                    <a:pt x="5416" y="11217"/>
                    <a:pt x="5758" y="11248"/>
                    <a:pt x="6103" y="11248"/>
                  </a:cubicBezTo>
                  <a:cubicBezTo>
                    <a:pt x="8191" y="11243"/>
                    <a:pt x="10104" y="10081"/>
                    <a:pt x="11073" y="8231"/>
                  </a:cubicBezTo>
                  <a:cubicBezTo>
                    <a:pt x="12040" y="6381"/>
                    <a:pt x="11903" y="4146"/>
                    <a:pt x="10717" y="2428"/>
                  </a:cubicBezTo>
                  <a:cubicBezTo>
                    <a:pt x="9864" y="1192"/>
                    <a:pt x="8581" y="362"/>
                    <a:pt x="7102" y="92"/>
                  </a:cubicBezTo>
                  <a:cubicBezTo>
                    <a:pt x="6763" y="30"/>
                    <a:pt x="6426" y="0"/>
                    <a:pt x="60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0"/>
            <p:cNvSpPr/>
            <p:nvPr/>
          </p:nvSpPr>
          <p:spPr>
            <a:xfrm>
              <a:off x="4067625" y="2100325"/>
              <a:ext cx="1140700" cy="366625"/>
            </a:xfrm>
            <a:custGeom>
              <a:rect b="b" l="l" r="r" t="t"/>
              <a:pathLst>
                <a:path extrusionOk="0" h="14665" w="45628">
                  <a:moveTo>
                    <a:pt x="21236" y="0"/>
                  </a:moveTo>
                  <a:cubicBezTo>
                    <a:pt x="18078" y="0"/>
                    <a:pt x="0" y="2964"/>
                    <a:pt x="0" y="2964"/>
                  </a:cubicBezTo>
                  <a:lnTo>
                    <a:pt x="1538" y="5796"/>
                  </a:lnTo>
                  <a:lnTo>
                    <a:pt x="21487" y="4866"/>
                  </a:lnTo>
                  <a:lnTo>
                    <a:pt x="43199" y="14665"/>
                  </a:lnTo>
                  <a:cubicBezTo>
                    <a:pt x="43199" y="14665"/>
                    <a:pt x="45395" y="11442"/>
                    <a:pt x="45512" y="9439"/>
                  </a:cubicBezTo>
                  <a:cubicBezTo>
                    <a:pt x="45628" y="7435"/>
                    <a:pt x="45065" y="5560"/>
                    <a:pt x="45065" y="5560"/>
                  </a:cubicBezTo>
                  <a:cubicBezTo>
                    <a:pt x="45065" y="5560"/>
                    <a:pt x="23937" y="151"/>
                    <a:pt x="21432" y="5"/>
                  </a:cubicBezTo>
                  <a:cubicBezTo>
                    <a:pt x="21375" y="2"/>
                    <a:pt x="21310" y="0"/>
                    <a:pt x="2123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0"/>
            <p:cNvSpPr/>
            <p:nvPr/>
          </p:nvSpPr>
          <p:spPr>
            <a:xfrm>
              <a:off x="4058075" y="2092375"/>
              <a:ext cx="1158225" cy="382525"/>
            </a:xfrm>
            <a:custGeom>
              <a:rect b="b" l="l" r="r" t="t"/>
              <a:pathLst>
                <a:path extrusionOk="0" h="15301" w="46329">
                  <a:moveTo>
                    <a:pt x="21605" y="636"/>
                  </a:moveTo>
                  <a:cubicBezTo>
                    <a:pt x="21677" y="636"/>
                    <a:pt x="21741" y="637"/>
                    <a:pt x="21797" y="640"/>
                  </a:cubicBezTo>
                  <a:cubicBezTo>
                    <a:pt x="24121" y="775"/>
                    <a:pt x="43133" y="5614"/>
                    <a:pt x="45191" y="6140"/>
                  </a:cubicBezTo>
                  <a:cubicBezTo>
                    <a:pt x="45320" y="6638"/>
                    <a:pt x="45669" y="8155"/>
                    <a:pt x="45577" y="9738"/>
                  </a:cubicBezTo>
                  <a:cubicBezTo>
                    <a:pt x="45485" y="11338"/>
                    <a:pt x="43951" y="13830"/>
                    <a:pt x="43465" y="14582"/>
                  </a:cubicBezTo>
                  <a:lnTo>
                    <a:pt x="22000" y="4896"/>
                  </a:lnTo>
                  <a:cubicBezTo>
                    <a:pt x="21959" y="4877"/>
                    <a:pt x="21914" y="4867"/>
                    <a:pt x="21869" y="4867"/>
                  </a:cubicBezTo>
                  <a:lnTo>
                    <a:pt x="21854" y="4867"/>
                  </a:lnTo>
                  <a:lnTo>
                    <a:pt x="2104" y="5788"/>
                  </a:lnTo>
                  <a:lnTo>
                    <a:pt x="875" y="3524"/>
                  </a:lnTo>
                  <a:cubicBezTo>
                    <a:pt x="3663" y="3072"/>
                    <a:pt x="18787" y="636"/>
                    <a:pt x="21605" y="636"/>
                  </a:cubicBezTo>
                  <a:close/>
                  <a:moveTo>
                    <a:pt x="21612" y="1"/>
                  </a:moveTo>
                  <a:cubicBezTo>
                    <a:pt x="18386" y="1"/>
                    <a:pt x="1086" y="2845"/>
                    <a:pt x="331" y="2968"/>
                  </a:cubicBezTo>
                  <a:cubicBezTo>
                    <a:pt x="116" y="3005"/>
                    <a:pt x="0" y="3242"/>
                    <a:pt x="105" y="3434"/>
                  </a:cubicBezTo>
                  <a:lnTo>
                    <a:pt x="1642" y="6266"/>
                  </a:lnTo>
                  <a:cubicBezTo>
                    <a:pt x="1695" y="6369"/>
                    <a:pt x="1802" y="6432"/>
                    <a:pt x="1917" y="6432"/>
                  </a:cubicBezTo>
                  <a:cubicBezTo>
                    <a:pt x="1923" y="6432"/>
                    <a:pt x="1929" y="6432"/>
                    <a:pt x="1936" y="6432"/>
                  </a:cubicBezTo>
                  <a:lnTo>
                    <a:pt x="21807" y="5506"/>
                  </a:lnTo>
                  <a:lnTo>
                    <a:pt x="43450" y="15273"/>
                  </a:lnTo>
                  <a:cubicBezTo>
                    <a:pt x="43491" y="15292"/>
                    <a:pt x="43536" y="15300"/>
                    <a:pt x="43581" y="15300"/>
                  </a:cubicBezTo>
                  <a:cubicBezTo>
                    <a:pt x="43582" y="15300"/>
                    <a:pt x="43584" y="15300"/>
                    <a:pt x="43585" y="15300"/>
                  </a:cubicBezTo>
                  <a:cubicBezTo>
                    <a:pt x="43689" y="15300"/>
                    <a:pt x="43786" y="15248"/>
                    <a:pt x="43845" y="15162"/>
                  </a:cubicBezTo>
                  <a:cubicBezTo>
                    <a:pt x="43936" y="15028"/>
                    <a:pt x="46092" y="11842"/>
                    <a:pt x="46212" y="9775"/>
                  </a:cubicBezTo>
                  <a:cubicBezTo>
                    <a:pt x="46329" y="7739"/>
                    <a:pt x="45777" y="5865"/>
                    <a:pt x="45753" y="5787"/>
                  </a:cubicBezTo>
                  <a:cubicBezTo>
                    <a:pt x="45721" y="5680"/>
                    <a:pt x="45636" y="5598"/>
                    <a:pt x="45528" y="5570"/>
                  </a:cubicBezTo>
                  <a:cubicBezTo>
                    <a:pt x="44664" y="5349"/>
                    <a:pt x="24340" y="151"/>
                    <a:pt x="21834" y="7"/>
                  </a:cubicBezTo>
                  <a:cubicBezTo>
                    <a:pt x="21770" y="3"/>
                    <a:pt x="21695" y="1"/>
                    <a:pt x="216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0"/>
            <p:cNvSpPr/>
            <p:nvPr/>
          </p:nvSpPr>
          <p:spPr>
            <a:xfrm>
              <a:off x="4122950" y="2170500"/>
              <a:ext cx="1085375" cy="296500"/>
            </a:xfrm>
            <a:custGeom>
              <a:rect b="b" l="l" r="r" t="t"/>
              <a:pathLst>
                <a:path extrusionOk="0" h="11860" w="43415">
                  <a:moveTo>
                    <a:pt x="18967" y="0"/>
                  </a:moveTo>
                  <a:cubicBezTo>
                    <a:pt x="18531" y="0"/>
                    <a:pt x="1" y="2751"/>
                    <a:pt x="1" y="2751"/>
                  </a:cubicBezTo>
                  <a:lnTo>
                    <a:pt x="1630" y="2882"/>
                  </a:lnTo>
                  <a:lnTo>
                    <a:pt x="19274" y="2059"/>
                  </a:lnTo>
                  <a:lnTo>
                    <a:pt x="40987" y="11859"/>
                  </a:lnTo>
                  <a:cubicBezTo>
                    <a:pt x="40987" y="11859"/>
                    <a:pt x="43183" y="8635"/>
                    <a:pt x="43299" y="6632"/>
                  </a:cubicBezTo>
                  <a:cubicBezTo>
                    <a:pt x="43415" y="4629"/>
                    <a:pt x="42853" y="2753"/>
                    <a:pt x="42853" y="2753"/>
                  </a:cubicBezTo>
                  <a:cubicBezTo>
                    <a:pt x="42853" y="2753"/>
                    <a:pt x="38973" y="1759"/>
                    <a:pt x="34343" y="613"/>
                  </a:cubicBezTo>
                  <a:lnTo>
                    <a:pt x="34343" y="613"/>
                  </a:lnTo>
                  <a:lnTo>
                    <a:pt x="40103" y="6949"/>
                  </a:lnTo>
                  <a:lnTo>
                    <a:pt x="36485" y="5503"/>
                  </a:lnTo>
                  <a:lnTo>
                    <a:pt x="39090" y="8254"/>
                  </a:lnTo>
                  <a:lnTo>
                    <a:pt x="36339" y="7095"/>
                  </a:lnTo>
                  <a:lnTo>
                    <a:pt x="35037" y="8108"/>
                  </a:lnTo>
                  <a:lnTo>
                    <a:pt x="27073" y="2897"/>
                  </a:lnTo>
                  <a:lnTo>
                    <a:pt x="29100" y="5068"/>
                  </a:lnTo>
                  <a:cubicBezTo>
                    <a:pt x="29100" y="5068"/>
                    <a:pt x="19401" y="0"/>
                    <a:pt x="18967" y="0"/>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0"/>
            <p:cNvSpPr/>
            <p:nvPr/>
          </p:nvSpPr>
          <p:spPr>
            <a:xfrm>
              <a:off x="3731575" y="2174425"/>
              <a:ext cx="374500" cy="109650"/>
            </a:xfrm>
            <a:custGeom>
              <a:rect b="b" l="l" r="r" t="t"/>
              <a:pathLst>
                <a:path extrusionOk="0" h="4386" w="14980">
                  <a:moveTo>
                    <a:pt x="13442" y="0"/>
                  </a:moveTo>
                  <a:lnTo>
                    <a:pt x="10152" y="311"/>
                  </a:lnTo>
                  <a:cubicBezTo>
                    <a:pt x="10152" y="311"/>
                    <a:pt x="9152" y="299"/>
                    <a:pt x="7910" y="299"/>
                  </a:cubicBezTo>
                  <a:cubicBezTo>
                    <a:pt x="6203" y="299"/>
                    <a:pt x="4039" y="322"/>
                    <a:pt x="3388" y="433"/>
                  </a:cubicBezTo>
                  <a:cubicBezTo>
                    <a:pt x="3229" y="461"/>
                    <a:pt x="2967" y="466"/>
                    <a:pt x="2660" y="466"/>
                  </a:cubicBezTo>
                  <a:cubicBezTo>
                    <a:pt x="2435" y="466"/>
                    <a:pt x="2186" y="463"/>
                    <a:pt x="1936" y="463"/>
                  </a:cubicBezTo>
                  <a:cubicBezTo>
                    <a:pt x="978" y="463"/>
                    <a:pt x="1" y="508"/>
                    <a:pt x="277" y="944"/>
                  </a:cubicBezTo>
                  <a:cubicBezTo>
                    <a:pt x="727" y="1648"/>
                    <a:pt x="6681" y="2502"/>
                    <a:pt x="6681" y="2502"/>
                  </a:cubicBezTo>
                  <a:lnTo>
                    <a:pt x="4966" y="2801"/>
                  </a:lnTo>
                  <a:cubicBezTo>
                    <a:pt x="4535" y="2877"/>
                    <a:pt x="4228" y="3261"/>
                    <a:pt x="4249" y="3697"/>
                  </a:cubicBezTo>
                  <a:cubicBezTo>
                    <a:pt x="4271" y="4143"/>
                    <a:pt x="4713" y="4131"/>
                    <a:pt x="5159" y="4151"/>
                  </a:cubicBezTo>
                  <a:cubicBezTo>
                    <a:pt x="6476" y="4212"/>
                    <a:pt x="9038" y="4332"/>
                    <a:pt x="9574" y="4383"/>
                  </a:cubicBezTo>
                  <a:cubicBezTo>
                    <a:pt x="9589" y="4385"/>
                    <a:pt x="9606" y="4386"/>
                    <a:pt x="9625" y="4386"/>
                  </a:cubicBezTo>
                  <a:cubicBezTo>
                    <a:pt x="10495" y="4386"/>
                    <a:pt x="14980" y="2832"/>
                    <a:pt x="14980" y="2832"/>
                  </a:cubicBezTo>
                  <a:lnTo>
                    <a:pt x="1344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0"/>
            <p:cNvSpPr/>
            <p:nvPr/>
          </p:nvSpPr>
          <p:spPr>
            <a:xfrm>
              <a:off x="3727925" y="2166450"/>
              <a:ext cx="387450" cy="125550"/>
            </a:xfrm>
            <a:custGeom>
              <a:rect b="b" l="l" r="r" t="t"/>
              <a:pathLst>
                <a:path extrusionOk="0" h="5022" w="15498">
                  <a:moveTo>
                    <a:pt x="13409" y="655"/>
                  </a:moveTo>
                  <a:lnTo>
                    <a:pt x="14668" y="2973"/>
                  </a:lnTo>
                  <a:cubicBezTo>
                    <a:pt x="12829" y="3601"/>
                    <a:pt x="10327" y="4389"/>
                    <a:pt x="9796" y="4389"/>
                  </a:cubicBezTo>
                  <a:cubicBezTo>
                    <a:pt x="9779" y="4389"/>
                    <a:pt x="9763" y="4388"/>
                    <a:pt x="9750" y="4386"/>
                  </a:cubicBezTo>
                  <a:cubicBezTo>
                    <a:pt x="9212" y="4335"/>
                    <a:pt x="6744" y="4218"/>
                    <a:pt x="5320" y="4153"/>
                  </a:cubicBezTo>
                  <a:lnTo>
                    <a:pt x="5229" y="4150"/>
                  </a:lnTo>
                  <a:cubicBezTo>
                    <a:pt x="4718" y="4127"/>
                    <a:pt x="4716" y="4082"/>
                    <a:pt x="4712" y="4002"/>
                  </a:cubicBezTo>
                  <a:cubicBezTo>
                    <a:pt x="4700" y="3724"/>
                    <a:pt x="4894" y="3481"/>
                    <a:pt x="5167" y="3434"/>
                  </a:cubicBezTo>
                  <a:lnTo>
                    <a:pt x="6882" y="3135"/>
                  </a:lnTo>
                  <a:cubicBezTo>
                    <a:pt x="7035" y="3108"/>
                    <a:pt x="7147" y="2973"/>
                    <a:pt x="7145" y="2816"/>
                  </a:cubicBezTo>
                  <a:cubicBezTo>
                    <a:pt x="7142" y="2661"/>
                    <a:pt x="7026" y="2530"/>
                    <a:pt x="6872" y="2508"/>
                  </a:cubicBezTo>
                  <a:cubicBezTo>
                    <a:pt x="4351" y="2145"/>
                    <a:pt x="1480" y="1560"/>
                    <a:pt x="808" y="1176"/>
                  </a:cubicBezTo>
                  <a:cubicBezTo>
                    <a:pt x="1103" y="1110"/>
                    <a:pt x="1687" y="1101"/>
                    <a:pt x="2150" y="1101"/>
                  </a:cubicBezTo>
                  <a:cubicBezTo>
                    <a:pt x="2263" y="1101"/>
                    <a:pt x="2369" y="1102"/>
                    <a:pt x="2461" y="1102"/>
                  </a:cubicBezTo>
                  <a:cubicBezTo>
                    <a:pt x="2580" y="1103"/>
                    <a:pt x="2694" y="1104"/>
                    <a:pt x="2803" y="1104"/>
                  </a:cubicBezTo>
                  <a:cubicBezTo>
                    <a:pt x="3129" y="1104"/>
                    <a:pt x="3405" y="1097"/>
                    <a:pt x="3588" y="1066"/>
                  </a:cubicBezTo>
                  <a:cubicBezTo>
                    <a:pt x="4219" y="958"/>
                    <a:pt x="6380" y="935"/>
                    <a:pt x="8088" y="935"/>
                  </a:cubicBezTo>
                  <a:cubicBezTo>
                    <a:pt x="9302" y="935"/>
                    <a:pt x="10261" y="940"/>
                    <a:pt x="10328" y="947"/>
                  </a:cubicBezTo>
                  <a:lnTo>
                    <a:pt x="13409" y="655"/>
                  </a:lnTo>
                  <a:close/>
                  <a:moveTo>
                    <a:pt x="13596" y="0"/>
                  </a:moveTo>
                  <a:cubicBezTo>
                    <a:pt x="13584" y="0"/>
                    <a:pt x="13571" y="1"/>
                    <a:pt x="13558" y="3"/>
                  </a:cubicBezTo>
                  <a:lnTo>
                    <a:pt x="10302" y="313"/>
                  </a:lnTo>
                  <a:cubicBezTo>
                    <a:pt x="10207" y="311"/>
                    <a:pt x="9242" y="300"/>
                    <a:pt x="8056" y="300"/>
                  </a:cubicBezTo>
                  <a:cubicBezTo>
                    <a:pt x="6337" y="300"/>
                    <a:pt x="4154" y="324"/>
                    <a:pt x="3481" y="440"/>
                  </a:cubicBezTo>
                  <a:cubicBezTo>
                    <a:pt x="3343" y="463"/>
                    <a:pt x="3093" y="467"/>
                    <a:pt x="2803" y="467"/>
                  </a:cubicBezTo>
                  <a:cubicBezTo>
                    <a:pt x="2695" y="467"/>
                    <a:pt x="2581" y="467"/>
                    <a:pt x="2465" y="466"/>
                  </a:cubicBezTo>
                  <a:cubicBezTo>
                    <a:pt x="2337" y="465"/>
                    <a:pt x="2215" y="464"/>
                    <a:pt x="2098" y="464"/>
                  </a:cubicBezTo>
                  <a:cubicBezTo>
                    <a:pt x="914" y="464"/>
                    <a:pt x="319" y="533"/>
                    <a:pt x="117" y="897"/>
                  </a:cubicBezTo>
                  <a:cubicBezTo>
                    <a:pt x="65" y="991"/>
                    <a:pt x="0" y="1188"/>
                    <a:pt x="156" y="1433"/>
                  </a:cubicBezTo>
                  <a:cubicBezTo>
                    <a:pt x="506" y="1982"/>
                    <a:pt x="2926" y="2501"/>
                    <a:pt x="4913" y="2843"/>
                  </a:cubicBezTo>
                  <a:cubicBezTo>
                    <a:pt x="4396" y="3002"/>
                    <a:pt x="4052" y="3491"/>
                    <a:pt x="4078" y="4031"/>
                  </a:cubicBezTo>
                  <a:cubicBezTo>
                    <a:pt x="4112" y="4739"/>
                    <a:pt x="4796" y="4767"/>
                    <a:pt x="5204" y="4783"/>
                  </a:cubicBezTo>
                  <a:lnTo>
                    <a:pt x="5290" y="4787"/>
                  </a:lnTo>
                  <a:cubicBezTo>
                    <a:pt x="6433" y="4839"/>
                    <a:pt x="9146" y="4968"/>
                    <a:pt x="9690" y="5019"/>
                  </a:cubicBezTo>
                  <a:cubicBezTo>
                    <a:pt x="9710" y="5020"/>
                    <a:pt x="9732" y="5021"/>
                    <a:pt x="9755" y="5021"/>
                  </a:cubicBezTo>
                  <a:cubicBezTo>
                    <a:pt x="10652" y="5021"/>
                    <a:pt x="14460" y="3719"/>
                    <a:pt x="15230" y="3451"/>
                  </a:cubicBezTo>
                  <a:cubicBezTo>
                    <a:pt x="15414" y="3387"/>
                    <a:pt x="15498" y="3172"/>
                    <a:pt x="15406" y="2999"/>
                  </a:cubicBezTo>
                  <a:lnTo>
                    <a:pt x="13867" y="167"/>
                  </a:lnTo>
                  <a:cubicBezTo>
                    <a:pt x="13813" y="68"/>
                    <a:pt x="13707" y="0"/>
                    <a:pt x="135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0"/>
            <p:cNvSpPr/>
            <p:nvPr/>
          </p:nvSpPr>
          <p:spPr>
            <a:xfrm>
              <a:off x="4636000" y="1579350"/>
              <a:ext cx="579175" cy="670350"/>
            </a:xfrm>
            <a:custGeom>
              <a:rect b="b" l="l" r="r" t="t"/>
              <a:pathLst>
                <a:path extrusionOk="0" h="26814" w="23167">
                  <a:moveTo>
                    <a:pt x="6220" y="0"/>
                  </a:moveTo>
                  <a:cubicBezTo>
                    <a:pt x="6069" y="0"/>
                    <a:pt x="5909" y="4"/>
                    <a:pt x="5741" y="12"/>
                  </a:cubicBezTo>
                  <a:cubicBezTo>
                    <a:pt x="1573" y="209"/>
                    <a:pt x="1" y="4711"/>
                    <a:pt x="745" y="6942"/>
                  </a:cubicBezTo>
                  <a:cubicBezTo>
                    <a:pt x="1491" y="9172"/>
                    <a:pt x="6020" y="10310"/>
                    <a:pt x="6020" y="10310"/>
                  </a:cubicBezTo>
                  <a:lnTo>
                    <a:pt x="5629" y="17068"/>
                  </a:lnTo>
                  <a:lnTo>
                    <a:pt x="7796" y="17412"/>
                  </a:lnTo>
                  <a:cubicBezTo>
                    <a:pt x="7796" y="17412"/>
                    <a:pt x="9767" y="24963"/>
                    <a:pt x="10395" y="25438"/>
                  </a:cubicBezTo>
                  <a:cubicBezTo>
                    <a:pt x="10445" y="25475"/>
                    <a:pt x="10521" y="25492"/>
                    <a:pt x="10619" y="25492"/>
                  </a:cubicBezTo>
                  <a:cubicBezTo>
                    <a:pt x="11775" y="25492"/>
                    <a:pt x="15997" y="23136"/>
                    <a:pt x="15997" y="23136"/>
                  </a:cubicBezTo>
                  <a:lnTo>
                    <a:pt x="19066" y="26813"/>
                  </a:lnTo>
                  <a:lnTo>
                    <a:pt x="23167" y="23989"/>
                  </a:lnTo>
                  <a:lnTo>
                    <a:pt x="20957" y="20580"/>
                  </a:lnTo>
                  <a:cubicBezTo>
                    <a:pt x="20957" y="20580"/>
                    <a:pt x="22355" y="7754"/>
                    <a:pt x="21865" y="4882"/>
                  </a:cubicBezTo>
                  <a:cubicBezTo>
                    <a:pt x="21374" y="2010"/>
                    <a:pt x="19669" y="1254"/>
                    <a:pt x="15743" y="1028"/>
                  </a:cubicBezTo>
                  <a:cubicBezTo>
                    <a:pt x="15440" y="1010"/>
                    <a:pt x="15140" y="1002"/>
                    <a:pt x="14847" y="1002"/>
                  </a:cubicBezTo>
                  <a:cubicBezTo>
                    <a:pt x="11352" y="1002"/>
                    <a:pt x="8679" y="2151"/>
                    <a:pt x="8679" y="2151"/>
                  </a:cubicBezTo>
                  <a:cubicBezTo>
                    <a:pt x="8679" y="2151"/>
                    <a:pt x="9811" y="0"/>
                    <a:pt x="62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0"/>
            <p:cNvSpPr/>
            <p:nvPr/>
          </p:nvSpPr>
          <p:spPr>
            <a:xfrm>
              <a:off x="4635400" y="1571425"/>
              <a:ext cx="588775" cy="686225"/>
            </a:xfrm>
            <a:custGeom>
              <a:rect b="b" l="l" r="r" t="t"/>
              <a:pathLst>
                <a:path extrusionOk="0" h="27449" w="23551">
                  <a:moveTo>
                    <a:pt x="6262" y="633"/>
                  </a:moveTo>
                  <a:cubicBezTo>
                    <a:pt x="7691" y="633"/>
                    <a:pt x="8228" y="986"/>
                    <a:pt x="8429" y="1296"/>
                  </a:cubicBezTo>
                  <a:cubicBezTo>
                    <a:pt x="8714" y="1739"/>
                    <a:pt x="8424" y="2315"/>
                    <a:pt x="8423" y="2318"/>
                  </a:cubicBezTo>
                  <a:cubicBezTo>
                    <a:pt x="8304" y="2542"/>
                    <a:pt x="8478" y="2786"/>
                    <a:pt x="8701" y="2786"/>
                  </a:cubicBezTo>
                  <a:cubicBezTo>
                    <a:pt x="8742" y="2786"/>
                    <a:pt x="8785" y="2778"/>
                    <a:pt x="8828" y="2759"/>
                  </a:cubicBezTo>
                  <a:cubicBezTo>
                    <a:pt x="8857" y="2746"/>
                    <a:pt x="11478" y="1636"/>
                    <a:pt x="14870" y="1636"/>
                  </a:cubicBezTo>
                  <a:cubicBezTo>
                    <a:pt x="15158" y="1636"/>
                    <a:pt x="15451" y="1644"/>
                    <a:pt x="15749" y="1661"/>
                  </a:cubicBezTo>
                  <a:cubicBezTo>
                    <a:pt x="19833" y="1898"/>
                    <a:pt x="21140" y="2702"/>
                    <a:pt x="21576" y="5251"/>
                  </a:cubicBezTo>
                  <a:cubicBezTo>
                    <a:pt x="22053" y="8047"/>
                    <a:pt x="20679" y="20733"/>
                    <a:pt x="20665" y="20861"/>
                  </a:cubicBezTo>
                  <a:cubicBezTo>
                    <a:pt x="20657" y="20933"/>
                    <a:pt x="20675" y="21007"/>
                    <a:pt x="20715" y="21069"/>
                  </a:cubicBezTo>
                  <a:lnTo>
                    <a:pt x="22756" y="24218"/>
                  </a:lnTo>
                  <a:lnTo>
                    <a:pt x="19147" y="26705"/>
                  </a:lnTo>
                  <a:lnTo>
                    <a:pt x="16264" y="23250"/>
                  </a:lnTo>
                  <a:cubicBezTo>
                    <a:pt x="16204" y="23178"/>
                    <a:pt x="16115" y="23135"/>
                    <a:pt x="16021" y="23135"/>
                  </a:cubicBezTo>
                  <a:cubicBezTo>
                    <a:pt x="15967" y="23135"/>
                    <a:pt x="15914" y="23149"/>
                    <a:pt x="15867" y="23175"/>
                  </a:cubicBezTo>
                  <a:cubicBezTo>
                    <a:pt x="13775" y="24343"/>
                    <a:pt x="11265" y="25513"/>
                    <a:pt x="10685" y="25513"/>
                  </a:cubicBezTo>
                  <a:cubicBezTo>
                    <a:pt x="10658" y="25513"/>
                    <a:pt x="10636" y="25511"/>
                    <a:pt x="10617" y="25506"/>
                  </a:cubicBezTo>
                  <a:cubicBezTo>
                    <a:pt x="10249" y="25146"/>
                    <a:pt x="9061" y="21228"/>
                    <a:pt x="8128" y="17649"/>
                  </a:cubicBezTo>
                  <a:cubicBezTo>
                    <a:pt x="8096" y="17527"/>
                    <a:pt x="7994" y="17435"/>
                    <a:pt x="7870" y="17415"/>
                  </a:cubicBezTo>
                  <a:lnTo>
                    <a:pt x="5988" y="17116"/>
                  </a:lnTo>
                  <a:lnTo>
                    <a:pt x="6361" y="10644"/>
                  </a:lnTo>
                  <a:cubicBezTo>
                    <a:pt x="6370" y="10492"/>
                    <a:pt x="6269" y="10355"/>
                    <a:pt x="6122" y="10318"/>
                  </a:cubicBezTo>
                  <a:cubicBezTo>
                    <a:pt x="6077" y="10307"/>
                    <a:pt x="1754" y="9196"/>
                    <a:pt x="1072" y="7157"/>
                  </a:cubicBezTo>
                  <a:cubicBezTo>
                    <a:pt x="663" y="5939"/>
                    <a:pt x="1021" y="4148"/>
                    <a:pt x="1940" y="2804"/>
                  </a:cubicBezTo>
                  <a:cubicBezTo>
                    <a:pt x="2580" y="1871"/>
                    <a:pt x="3764" y="740"/>
                    <a:pt x="5778" y="645"/>
                  </a:cubicBezTo>
                  <a:cubicBezTo>
                    <a:pt x="5950" y="637"/>
                    <a:pt x="6111" y="633"/>
                    <a:pt x="6262" y="633"/>
                  </a:cubicBezTo>
                  <a:close/>
                  <a:moveTo>
                    <a:pt x="6227" y="0"/>
                  </a:moveTo>
                  <a:cubicBezTo>
                    <a:pt x="6074" y="0"/>
                    <a:pt x="5915" y="4"/>
                    <a:pt x="5750" y="12"/>
                  </a:cubicBezTo>
                  <a:cubicBezTo>
                    <a:pt x="3973" y="95"/>
                    <a:pt x="2436" y="961"/>
                    <a:pt x="1416" y="2447"/>
                  </a:cubicBezTo>
                  <a:cubicBezTo>
                    <a:pt x="391" y="3943"/>
                    <a:pt x="1" y="5963"/>
                    <a:pt x="468" y="7360"/>
                  </a:cubicBezTo>
                  <a:cubicBezTo>
                    <a:pt x="1162" y="9435"/>
                    <a:pt x="4714" y="10582"/>
                    <a:pt x="5713" y="10866"/>
                  </a:cubicBezTo>
                  <a:lnTo>
                    <a:pt x="5337" y="17367"/>
                  </a:lnTo>
                  <a:cubicBezTo>
                    <a:pt x="5327" y="17530"/>
                    <a:pt x="5442" y="17673"/>
                    <a:pt x="5604" y="17699"/>
                  </a:cubicBezTo>
                  <a:lnTo>
                    <a:pt x="7566" y="18010"/>
                  </a:lnTo>
                  <a:cubicBezTo>
                    <a:pt x="8196" y="20412"/>
                    <a:pt x="9599" y="25534"/>
                    <a:pt x="10229" y="26009"/>
                  </a:cubicBezTo>
                  <a:cubicBezTo>
                    <a:pt x="10318" y="26076"/>
                    <a:pt x="10449" y="26107"/>
                    <a:pt x="10616" y="26107"/>
                  </a:cubicBezTo>
                  <a:cubicBezTo>
                    <a:pt x="11633" y="26107"/>
                    <a:pt x="13961" y="24955"/>
                    <a:pt x="15945" y="23859"/>
                  </a:cubicBezTo>
                  <a:lnTo>
                    <a:pt x="18846" y="27334"/>
                  </a:lnTo>
                  <a:cubicBezTo>
                    <a:pt x="18906" y="27407"/>
                    <a:pt x="18995" y="27449"/>
                    <a:pt x="19089" y="27449"/>
                  </a:cubicBezTo>
                  <a:cubicBezTo>
                    <a:pt x="19154" y="27449"/>
                    <a:pt x="19216" y="27429"/>
                    <a:pt x="19269" y="27392"/>
                  </a:cubicBezTo>
                  <a:lnTo>
                    <a:pt x="23370" y="24567"/>
                  </a:lnTo>
                  <a:cubicBezTo>
                    <a:pt x="23512" y="24470"/>
                    <a:pt x="23551" y="24277"/>
                    <a:pt x="23457" y="24133"/>
                  </a:cubicBezTo>
                  <a:lnTo>
                    <a:pt x="21310" y="20819"/>
                  </a:lnTo>
                  <a:cubicBezTo>
                    <a:pt x="21457" y="19464"/>
                    <a:pt x="22675" y="7917"/>
                    <a:pt x="22204" y="5146"/>
                  </a:cubicBezTo>
                  <a:cubicBezTo>
                    <a:pt x="21657" y="1946"/>
                    <a:pt x="19613" y="1249"/>
                    <a:pt x="15787" y="1027"/>
                  </a:cubicBezTo>
                  <a:cubicBezTo>
                    <a:pt x="15472" y="1009"/>
                    <a:pt x="15163" y="1001"/>
                    <a:pt x="14859" y="1001"/>
                  </a:cubicBezTo>
                  <a:cubicBezTo>
                    <a:pt x="12284" y="1001"/>
                    <a:pt x="10168" y="1607"/>
                    <a:pt x="9178" y="1949"/>
                  </a:cubicBezTo>
                  <a:cubicBezTo>
                    <a:pt x="9212" y="1652"/>
                    <a:pt x="9181" y="1295"/>
                    <a:pt x="8967" y="960"/>
                  </a:cubicBezTo>
                  <a:cubicBezTo>
                    <a:pt x="8561" y="320"/>
                    <a:pt x="7638" y="0"/>
                    <a:pt x="622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0"/>
            <p:cNvSpPr/>
            <p:nvPr/>
          </p:nvSpPr>
          <p:spPr>
            <a:xfrm>
              <a:off x="4646800" y="1595300"/>
              <a:ext cx="568400" cy="654425"/>
            </a:xfrm>
            <a:custGeom>
              <a:rect b="b" l="l" r="r" t="t"/>
              <a:pathLst>
                <a:path extrusionOk="0" h="26177" w="22736">
                  <a:moveTo>
                    <a:pt x="8100" y="0"/>
                  </a:moveTo>
                  <a:cubicBezTo>
                    <a:pt x="7070" y="187"/>
                    <a:pt x="6092" y="418"/>
                    <a:pt x="5252" y="712"/>
                  </a:cubicBezTo>
                  <a:cubicBezTo>
                    <a:pt x="3908" y="1183"/>
                    <a:pt x="2286" y="1714"/>
                    <a:pt x="932" y="2151"/>
                  </a:cubicBezTo>
                  <a:cubicBezTo>
                    <a:pt x="231" y="3410"/>
                    <a:pt x="1" y="4850"/>
                    <a:pt x="218" y="5925"/>
                  </a:cubicBezTo>
                  <a:lnTo>
                    <a:pt x="1616" y="7889"/>
                  </a:lnTo>
                  <a:cubicBezTo>
                    <a:pt x="3210" y="9070"/>
                    <a:pt x="5589" y="9672"/>
                    <a:pt x="5589" y="9672"/>
                  </a:cubicBezTo>
                  <a:lnTo>
                    <a:pt x="5513" y="10975"/>
                  </a:lnTo>
                  <a:cubicBezTo>
                    <a:pt x="6384" y="11136"/>
                    <a:pt x="7354" y="11281"/>
                    <a:pt x="8003" y="11281"/>
                  </a:cubicBezTo>
                  <a:cubicBezTo>
                    <a:pt x="9450" y="11281"/>
                    <a:pt x="11623" y="10124"/>
                    <a:pt x="11623" y="10124"/>
                  </a:cubicBezTo>
                  <a:lnTo>
                    <a:pt x="11623" y="10124"/>
                  </a:lnTo>
                  <a:cubicBezTo>
                    <a:pt x="11623" y="10124"/>
                    <a:pt x="10320" y="12150"/>
                    <a:pt x="11912" y="13308"/>
                  </a:cubicBezTo>
                  <a:cubicBezTo>
                    <a:pt x="13505" y="14467"/>
                    <a:pt x="14953" y="14467"/>
                    <a:pt x="14953" y="14467"/>
                  </a:cubicBezTo>
                  <a:cubicBezTo>
                    <a:pt x="14953" y="14467"/>
                    <a:pt x="15966" y="17942"/>
                    <a:pt x="15966" y="19099"/>
                  </a:cubicBezTo>
                  <a:cubicBezTo>
                    <a:pt x="15966" y="20004"/>
                    <a:pt x="11818" y="23379"/>
                    <a:pt x="10003" y="24812"/>
                  </a:cubicBezTo>
                  <a:cubicBezTo>
                    <a:pt x="10052" y="24836"/>
                    <a:pt x="10117" y="24848"/>
                    <a:pt x="10197" y="24848"/>
                  </a:cubicBezTo>
                  <a:cubicBezTo>
                    <a:pt x="11353" y="24848"/>
                    <a:pt x="15567" y="22499"/>
                    <a:pt x="15567" y="22499"/>
                  </a:cubicBezTo>
                  <a:lnTo>
                    <a:pt x="18635" y="26177"/>
                  </a:lnTo>
                  <a:lnTo>
                    <a:pt x="22736" y="23351"/>
                  </a:lnTo>
                  <a:lnTo>
                    <a:pt x="20525" y="19942"/>
                  </a:lnTo>
                  <a:cubicBezTo>
                    <a:pt x="20525" y="19942"/>
                    <a:pt x="21923" y="7116"/>
                    <a:pt x="21433" y="4244"/>
                  </a:cubicBezTo>
                  <a:cubicBezTo>
                    <a:pt x="20943" y="1372"/>
                    <a:pt x="19237" y="616"/>
                    <a:pt x="15313" y="390"/>
                  </a:cubicBezTo>
                  <a:cubicBezTo>
                    <a:pt x="15009" y="372"/>
                    <a:pt x="14709" y="364"/>
                    <a:pt x="14416" y="364"/>
                  </a:cubicBezTo>
                  <a:cubicBezTo>
                    <a:pt x="10920" y="364"/>
                    <a:pt x="8247" y="1513"/>
                    <a:pt x="8247" y="1513"/>
                  </a:cubicBezTo>
                  <a:cubicBezTo>
                    <a:pt x="8247" y="1513"/>
                    <a:pt x="8706" y="634"/>
                    <a:pt x="8100" y="0"/>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0"/>
            <p:cNvSpPr/>
            <p:nvPr/>
          </p:nvSpPr>
          <p:spPr>
            <a:xfrm>
              <a:off x="4635975" y="1579350"/>
              <a:ext cx="558925" cy="514525"/>
            </a:xfrm>
            <a:custGeom>
              <a:rect b="b" l="l" r="r" t="t"/>
              <a:pathLst>
                <a:path extrusionOk="0" h="20581" w="22357">
                  <a:moveTo>
                    <a:pt x="6221" y="0"/>
                  </a:moveTo>
                  <a:cubicBezTo>
                    <a:pt x="6070" y="0"/>
                    <a:pt x="5910" y="4"/>
                    <a:pt x="5742" y="12"/>
                  </a:cubicBezTo>
                  <a:cubicBezTo>
                    <a:pt x="1573" y="209"/>
                    <a:pt x="0" y="4711"/>
                    <a:pt x="746" y="6942"/>
                  </a:cubicBezTo>
                  <a:cubicBezTo>
                    <a:pt x="1492" y="9172"/>
                    <a:pt x="6021" y="10310"/>
                    <a:pt x="6021" y="10310"/>
                  </a:cubicBezTo>
                  <a:cubicBezTo>
                    <a:pt x="6021" y="10310"/>
                    <a:pt x="11496" y="10189"/>
                    <a:pt x="14226" y="8378"/>
                  </a:cubicBezTo>
                  <a:lnTo>
                    <a:pt x="14226" y="8378"/>
                  </a:lnTo>
                  <a:cubicBezTo>
                    <a:pt x="14225" y="8378"/>
                    <a:pt x="12330" y="10894"/>
                    <a:pt x="12678" y="12445"/>
                  </a:cubicBezTo>
                  <a:cubicBezTo>
                    <a:pt x="12918" y="13516"/>
                    <a:pt x="13732" y="13682"/>
                    <a:pt x="14213" y="13682"/>
                  </a:cubicBezTo>
                  <a:cubicBezTo>
                    <a:pt x="14428" y="13682"/>
                    <a:pt x="14577" y="13649"/>
                    <a:pt x="14577" y="13649"/>
                  </a:cubicBezTo>
                  <a:lnTo>
                    <a:pt x="15106" y="15866"/>
                  </a:lnTo>
                  <a:cubicBezTo>
                    <a:pt x="15106" y="15866"/>
                    <a:pt x="15719" y="16218"/>
                    <a:pt x="16178" y="16218"/>
                  </a:cubicBezTo>
                  <a:cubicBezTo>
                    <a:pt x="16380" y="16218"/>
                    <a:pt x="16553" y="16150"/>
                    <a:pt x="16631" y="15954"/>
                  </a:cubicBezTo>
                  <a:cubicBezTo>
                    <a:pt x="16846" y="15416"/>
                    <a:pt x="16852" y="13167"/>
                    <a:pt x="17844" y="13167"/>
                  </a:cubicBezTo>
                  <a:cubicBezTo>
                    <a:pt x="18033" y="13167"/>
                    <a:pt x="18258" y="13249"/>
                    <a:pt x="18527" y="13439"/>
                  </a:cubicBezTo>
                  <a:cubicBezTo>
                    <a:pt x="20207" y="14630"/>
                    <a:pt x="20300" y="16823"/>
                    <a:pt x="19390" y="17427"/>
                  </a:cubicBezTo>
                  <a:cubicBezTo>
                    <a:pt x="18481" y="18031"/>
                    <a:pt x="17851" y="17556"/>
                    <a:pt x="18430" y="18902"/>
                  </a:cubicBezTo>
                  <a:cubicBezTo>
                    <a:pt x="19009" y="20248"/>
                    <a:pt x="20958" y="20580"/>
                    <a:pt x="20958" y="20580"/>
                  </a:cubicBezTo>
                  <a:cubicBezTo>
                    <a:pt x="20958" y="20580"/>
                    <a:pt x="22356" y="7754"/>
                    <a:pt x="21866" y="4882"/>
                  </a:cubicBezTo>
                  <a:cubicBezTo>
                    <a:pt x="21376" y="2010"/>
                    <a:pt x="19670" y="1254"/>
                    <a:pt x="15746" y="1028"/>
                  </a:cubicBezTo>
                  <a:cubicBezTo>
                    <a:pt x="15442" y="1010"/>
                    <a:pt x="15142" y="1002"/>
                    <a:pt x="14849" y="1002"/>
                  </a:cubicBezTo>
                  <a:cubicBezTo>
                    <a:pt x="11353" y="1002"/>
                    <a:pt x="8680" y="2151"/>
                    <a:pt x="8680" y="2151"/>
                  </a:cubicBezTo>
                  <a:cubicBezTo>
                    <a:pt x="8680" y="2151"/>
                    <a:pt x="9812" y="0"/>
                    <a:pt x="62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0"/>
            <p:cNvSpPr/>
            <p:nvPr/>
          </p:nvSpPr>
          <p:spPr>
            <a:xfrm>
              <a:off x="4635450" y="1571425"/>
              <a:ext cx="567350" cy="530375"/>
            </a:xfrm>
            <a:custGeom>
              <a:rect b="b" l="l" r="r" t="t"/>
              <a:pathLst>
                <a:path extrusionOk="0" h="21215" w="22694">
                  <a:moveTo>
                    <a:pt x="6264" y="634"/>
                  </a:moveTo>
                  <a:cubicBezTo>
                    <a:pt x="7689" y="634"/>
                    <a:pt x="8227" y="987"/>
                    <a:pt x="8427" y="1298"/>
                  </a:cubicBezTo>
                  <a:cubicBezTo>
                    <a:pt x="8712" y="1741"/>
                    <a:pt x="8422" y="2316"/>
                    <a:pt x="8421" y="2320"/>
                  </a:cubicBezTo>
                  <a:cubicBezTo>
                    <a:pt x="8302" y="2543"/>
                    <a:pt x="8476" y="2786"/>
                    <a:pt x="8699" y="2786"/>
                  </a:cubicBezTo>
                  <a:cubicBezTo>
                    <a:pt x="8740" y="2786"/>
                    <a:pt x="8783" y="2778"/>
                    <a:pt x="8826" y="2759"/>
                  </a:cubicBezTo>
                  <a:cubicBezTo>
                    <a:pt x="8855" y="2748"/>
                    <a:pt x="11476" y="1637"/>
                    <a:pt x="14868" y="1637"/>
                  </a:cubicBezTo>
                  <a:cubicBezTo>
                    <a:pt x="15156" y="1637"/>
                    <a:pt x="15449" y="1645"/>
                    <a:pt x="15747" y="1662"/>
                  </a:cubicBezTo>
                  <a:cubicBezTo>
                    <a:pt x="19831" y="1898"/>
                    <a:pt x="21138" y="2703"/>
                    <a:pt x="21574" y="5253"/>
                  </a:cubicBezTo>
                  <a:cubicBezTo>
                    <a:pt x="22006" y="7782"/>
                    <a:pt x="20922" y="18411"/>
                    <a:pt x="20701" y="20504"/>
                  </a:cubicBezTo>
                  <a:cubicBezTo>
                    <a:pt x="20161" y="20352"/>
                    <a:pt x="19113" y="19953"/>
                    <a:pt x="18743" y="19093"/>
                  </a:cubicBezTo>
                  <a:cubicBezTo>
                    <a:pt x="18533" y="18603"/>
                    <a:pt x="18543" y="18477"/>
                    <a:pt x="18535" y="18477"/>
                  </a:cubicBezTo>
                  <a:cubicBezTo>
                    <a:pt x="18563" y="18452"/>
                    <a:pt x="18688" y="18411"/>
                    <a:pt x="18779" y="18380"/>
                  </a:cubicBezTo>
                  <a:cubicBezTo>
                    <a:pt x="18987" y="18311"/>
                    <a:pt x="19272" y="18218"/>
                    <a:pt x="19587" y="18009"/>
                  </a:cubicBezTo>
                  <a:cubicBezTo>
                    <a:pt x="20032" y="17714"/>
                    <a:pt x="20292" y="17143"/>
                    <a:pt x="20302" y="16442"/>
                  </a:cubicBezTo>
                  <a:cubicBezTo>
                    <a:pt x="20316" y="15565"/>
                    <a:pt x="19911" y="14332"/>
                    <a:pt x="18732" y="13497"/>
                  </a:cubicBezTo>
                  <a:cubicBezTo>
                    <a:pt x="18421" y="13277"/>
                    <a:pt x="18131" y="13166"/>
                    <a:pt x="17865" y="13166"/>
                  </a:cubicBezTo>
                  <a:cubicBezTo>
                    <a:pt x="17742" y="13166"/>
                    <a:pt x="17624" y="13190"/>
                    <a:pt x="17512" y="13237"/>
                  </a:cubicBezTo>
                  <a:cubicBezTo>
                    <a:pt x="16806" y="13534"/>
                    <a:pt x="16629" y="14628"/>
                    <a:pt x="16488" y="15508"/>
                  </a:cubicBezTo>
                  <a:cubicBezTo>
                    <a:pt x="16445" y="15772"/>
                    <a:pt x="16402" y="16045"/>
                    <a:pt x="16358" y="16154"/>
                  </a:cubicBezTo>
                  <a:cubicBezTo>
                    <a:pt x="16351" y="16179"/>
                    <a:pt x="16332" y="16198"/>
                    <a:pt x="16307" y="16204"/>
                  </a:cubicBezTo>
                  <a:cubicBezTo>
                    <a:pt x="16276" y="16214"/>
                    <a:pt x="16239" y="16219"/>
                    <a:pt x="16198" y="16219"/>
                  </a:cubicBezTo>
                  <a:cubicBezTo>
                    <a:pt x="15985" y="16219"/>
                    <a:pt x="15650" y="16094"/>
                    <a:pt x="15403" y="15970"/>
                  </a:cubicBezTo>
                  <a:lnTo>
                    <a:pt x="14908" y="13892"/>
                  </a:lnTo>
                  <a:cubicBezTo>
                    <a:pt x="14874" y="13746"/>
                    <a:pt x="14744" y="13647"/>
                    <a:pt x="14601" y="13647"/>
                  </a:cubicBezTo>
                  <a:cubicBezTo>
                    <a:pt x="14578" y="13647"/>
                    <a:pt x="14553" y="13650"/>
                    <a:pt x="14529" y="13656"/>
                  </a:cubicBezTo>
                  <a:cubicBezTo>
                    <a:pt x="14527" y="13656"/>
                    <a:pt x="14407" y="13681"/>
                    <a:pt x="14234" y="13681"/>
                  </a:cubicBezTo>
                  <a:cubicBezTo>
                    <a:pt x="14123" y="13681"/>
                    <a:pt x="13992" y="13670"/>
                    <a:pt x="13856" y="13637"/>
                  </a:cubicBezTo>
                  <a:cubicBezTo>
                    <a:pt x="13404" y="13525"/>
                    <a:pt x="13128" y="13216"/>
                    <a:pt x="13011" y="12692"/>
                  </a:cubicBezTo>
                  <a:cubicBezTo>
                    <a:pt x="12752" y="11539"/>
                    <a:pt x="13999" y="9554"/>
                    <a:pt x="14501" y="8885"/>
                  </a:cubicBezTo>
                  <a:cubicBezTo>
                    <a:pt x="14594" y="8762"/>
                    <a:pt x="14585" y="8589"/>
                    <a:pt x="14478" y="8477"/>
                  </a:cubicBezTo>
                  <a:cubicBezTo>
                    <a:pt x="14417" y="8411"/>
                    <a:pt x="14332" y="8377"/>
                    <a:pt x="14248" y="8377"/>
                  </a:cubicBezTo>
                  <a:cubicBezTo>
                    <a:pt x="14187" y="8377"/>
                    <a:pt x="14126" y="8394"/>
                    <a:pt x="14072" y="8430"/>
                  </a:cubicBezTo>
                  <a:cubicBezTo>
                    <a:pt x="11576" y="10085"/>
                    <a:pt x="6596" y="10291"/>
                    <a:pt x="6078" y="10308"/>
                  </a:cubicBezTo>
                  <a:cubicBezTo>
                    <a:pt x="5632" y="10189"/>
                    <a:pt x="1716" y="9093"/>
                    <a:pt x="1070" y="7158"/>
                  </a:cubicBezTo>
                  <a:cubicBezTo>
                    <a:pt x="661" y="5939"/>
                    <a:pt x="1019" y="4150"/>
                    <a:pt x="1938" y="2805"/>
                  </a:cubicBezTo>
                  <a:cubicBezTo>
                    <a:pt x="2578" y="1873"/>
                    <a:pt x="3762" y="741"/>
                    <a:pt x="5776" y="646"/>
                  </a:cubicBezTo>
                  <a:cubicBezTo>
                    <a:pt x="5949" y="638"/>
                    <a:pt x="6112" y="634"/>
                    <a:pt x="6264" y="634"/>
                  </a:cubicBezTo>
                  <a:close/>
                  <a:moveTo>
                    <a:pt x="6225" y="0"/>
                  </a:moveTo>
                  <a:cubicBezTo>
                    <a:pt x="6072" y="0"/>
                    <a:pt x="5913" y="4"/>
                    <a:pt x="5748" y="12"/>
                  </a:cubicBezTo>
                  <a:cubicBezTo>
                    <a:pt x="3971" y="95"/>
                    <a:pt x="2434" y="961"/>
                    <a:pt x="1414" y="2447"/>
                  </a:cubicBezTo>
                  <a:cubicBezTo>
                    <a:pt x="389" y="3943"/>
                    <a:pt x="0" y="5963"/>
                    <a:pt x="467" y="7360"/>
                  </a:cubicBezTo>
                  <a:cubicBezTo>
                    <a:pt x="1259" y="9728"/>
                    <a:pt x="5773" y="10887"/>
                    <a:pt x="5964" y="10934"/>
                  </a:cubicBezTo>
                  <a:cubicBezTo>
                    <a:pt x="5992" y="10940"/>
                    <a:pt x="6020" y="10943"/>
                    <a:pt x="6049" y="10944"/>
                  </a:cubicBezTo>
                  <a:cubicBezTo>
                    <a:pt x="6248" y="10939"/>
                    <a:pt x="10411" y="10832"/>
                    <a:pt x="13303" y="9561"/>
                  </a:cubicBezTo>
                  <a:lnTo>
                    <a:pt x="13303" y="9561"/>
                  </a:lnTo>
                  <a:cubicBezTo>
                    <a:pt x="12770" y="10479"/>
                    <a:pt x="12163" y="11814"/>
                    <a:pt x="12389" y="12831"/>
                  </a:cubicBezTo>
                  <a:cubicBezTo>
                    <a:pt x="12605" y="13790"/>
                    <a:pt x="13223" y="14134"/>
                    <a:pt x="13703" y="14253"/>
                  </a:cubicBezTo>
                  <a:cubicBezTo>
                    <a:pt x="13875" y="14295"/>
                    <a:pt x="14051" y="14316"/>
                    <a:pt x="14229" y="14316"/>
                  </a:cubicBezTo>
                  <a:cubicBezTo>
                    <a:pt x="14271" y="14316"/>
                    <a:pt x="14313" y="14315"/>
                    <a:pt x="14355" y="14313"/>
                  </a:cubicBezTo>
                  <a:lnTo>
                    <a:pt x="14818" y="16256"/>
                  </a:lnTo>
                  <a:cubicBezTo>
                    <a:pt x="14838" y="16341"/>
                    <a:pt x="14893" y="16414"/>
                    <a:pt x="14969" y="16458"/>
                  </a:cubicBezTo>
                  <a:cubicBezTo>
                    <a:pt x="15100" y="16534"/>
                    <a:pt x="15685" y="16852"/>
                    <a:pt x="16200" y="16852"/>
                  </a:cubicBezTo>
                  <a:cubicBezTo>
                    <a:pt x="16310" y="16852"/>
                    <a:pt x="16417" y="16837"/>
                    <a:pt x="16516" y="16803"/>
                  </a:cubicBezTo>
                  <a:cubicBezTo>
                    <a:pt x="16714" y="16737"/>
                    <a:pt x="16872" y="16585"/>
                    <a:pt x="16947" y="16389"/>
                  </a:cubicBezTo>
                  <a:cubicBezTo>
                    <a:pt x="17018" y="16214"/>
                    <a:pt x="17060" y="15946"/>
                    <a:pt x="17115" y="15609"/>
                  </a:cubicBezTo>
                  <a:cubicBezTo>
                    <a:pt x="17213" y="15000"/>
                    <a:pt x="17378" y="13982"/>
                    <a:pt x="17757" y="13821"/>
                  </a:cubicBezTo>
                  <a:cubicBezTo>
                    <a:pt x="17790" y="13807"/>
                    <a:pt x="17827" y="13801"/>
                    <a:pt x="17865" y="13801"/>
                  </a:cubicBezTo>
                  <a:cubicBezTo>
                    <a:pt x="18024" y="13801"/>
                    <a:pt x="18218" y="13911"/>
                    <a:pt x="18365" y="14015"/>
                  </a:cubicBezTo>
                  <a:cubicBezTo>
                    <a:pt x="19342" y="14706"/>
                    <a:pt x="19678" y="15717"/>
                    <a:pt x="19667" y="16430"/>
                  </a:cubicBezTo>
                  <a:cubicBezTo>
                    <a:pt x="19659" y="16912"/>
                    <a:pt x="19499" y="17304"/>
                    <a:pt x="19236" y="17479"/>
                  </a:cubicBezTo>
                  <a:cubicBezTo>
                    <a:pt x="18992" y="17640"/>
                    <a:pt x="18773" y="17713"/>
                    <a:pt x="18580" y="17777"/>
                  </a:cubicBezTo>
                  <a:cubicBezTo>
                    <a:pt x="18335" y="17858"/>
                    <a:pt x="18082" y="17942"/>
                    <a:pt x="17966" y="18201"/>
                  </a:cubicBezTo>
                  <a:cubicBezTo>
                    <a:pt x="17839" y="18483"/>
                    <a:pt x="17947" y="18848"/>
                    <a:pt x="18161" y="19345"/>
                  </a:cubicBezTo>
                  <a:cubicBezTo>
                    <a:pt x="18799" y="20832"/>
                    <a:pt x="20840" y="21195"/>
                    <a:pt x="20926" y="21210"/>
                  </a:cubicBezTo>
                  <a:cubicBezTo>
                    <a:pt x="20943" y="21212"/>
                    <a:pt x="20962" y="21215"/>
                    <a:pt x="20979" y="21215"/>
                  </a:cubicBezTo>
                  <a:lnTo>
                    <a:pt x="20979" y="21213"/>
                  </a:lnTo>
                  <a:cubicBezTo>
                    <a:pt x="20980" y="21213"/>
                    <a:pt x="20981" y="21213"/>
                    <a:pt x="20982" y="21213"/>
                  </a:cubicBezTo>
                  <a:cubicBezTo>
                    <a:pt x="21144" y="21213"/>
                    <a:pt x="21278" y="21092"/>
                    <a:pt x="21295" y="20931"/>
                  </a:cubicBezTo>
                  <a:cubicBezTo>
                    <a:pt x="21353" y="20405"/>
                    <a:pt x="22693" y="8029"/>
                    <a:pt x="22202" y="5146"/>
                  </a:cubicBezTo>
                  <a:cubicBezTo>
                    <a:pt x="21655" y="1946"/>
                    <a:pt x="19611" y="1249"/>
                    <a:pt x="15785" y="1027"/>
                  </a:cubicBezTo>
                  <a:cubicBezTo>
                    <a:pt x="15470" y="1009"/>
                    <a:pt x="15161" y="1001"/>
                    <a:pt x="14857" y="1001"/>
                  </a:cubicBezTo>
                  <a:cubicBezTo>
                    <a:pt x="12282" y="1001"/>
                    <a:pt x="10166" y="1607"/>
                    <a:pt x="9176" y="1949"/>
                  </a:cubicBezTo>
                  <a:cubicBezTo>
                    <a:pt x="9210" y="1652"/>
                    <a:pt x="9179" y="1295"/>
                    <a:pt x="8965" y="960"/>
                  </a:cubicBezTo>
                  <a:cubicBezTo>
                    <a:pt x="8559" y="320"/>
                    <a:pt x="7636" y="0"/>
                    <a:pt x="622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0"/>
            <p:cNvSpPr/>
            <p:nvPr/>
          </p:nvSpPr>
          <p:spPr>
            <a:xfrm>
              <a:off x="4789375" y="1663050"/>
              <a:ext cx="371500" cy="122150"/>
            </a:xfrm>
            <a:custGeom>
              <a:rect b="b" l="l" r="r" t="t"/>
              <a:pathLst>
                <a:path extrusionOk="0" h="4886" w="14860">
                  <a:moveTo>
                    <a:pt x="2005" y="0"/>
                  </a:moveTo>
                  <a:cubicBezTo>
                    <a:pt x="1916" y="0"/>
                    <a:pt x="1826" y="8"/>
                    <a:pt x="1736" y="25"/>
                  </a:cubicBezTo>
                  <a:cubicBezTo>
                    <a:pt x="1178" y="134"/>
                    <a:pt x="729" y="574"/>
                    <a:pt x="403" y="1339"/>
                  </a:cubicBezTo>
                  <a:cubicBezTo>
                    <a:pt x="0" y="2277"/>
                    <a:pt x="37" y="3099"/>
                    <a:pt x="511" y="3713"/>
                  </a:cubicBezTo>
                  <a:cubicBezTo>
                    <a:pt x="1106" y="4486"/>
                    <a:pt x="2347" y="4885"/>
                    <a:pt x="4091" y="4885"/>
                  </a:cubicBezTo>
                  <a:cubicBezTo>
                    <a:pt x="4767" y="4885"/>
                    <a:pt x="5520" y="4824"/>
                    <a:pt x="6338" y="4704"/>
                  </a:cubicBezTo>
                  <a:cubicBezTo>
                    <a:pt x="9599" y="4219"/>
                    <a:pt x="12156" y="3390"/>
                    <a:pt x="13530" y="2943"/>
                  </a:cubicBezTo>
                  <a:cubicBezTo>
                    <a:pt x="14106" y="2757"/>
                    <a:pt x="14563" y="2608"/>
                    <a:pt x="14701" y="2608"/>
                  </a:cubicBezTo>
                  <a:cubicBezTo>
                    <a:pt x="14788" y="2608"/>
                    <a:pt x="14859" y="2537"/>
                    <a:pt x="14859" y="2449"/>
                  </a:cubicBezTo>
                  <a:cubicBezTo>
                    <a:pt x="14859" y="2362"/>
                    <a:pt x="14788" y="2291"/>
                    <a:pt x="14701" y="2291"/>
                  </a:cubicBezTo>
                  <a:cubicBezTo>
                    <a:pt x="14512" y="2291"/>
                    <a:pt x="14129" y="2415"/>
                    <a:pt x="13432" y="2642"/>
                  </a:cubicBezTo>
                  <a:cubicBezTo>
                    <a:pt x="12067" y="3085"/>
                    <a:pt x="9526" y="3909"/>
                    <a:pt x="6291" y="4390"/>
                  </a:cubicBezTo>
                  <a:cubicBezTo>
                    <a:pt x="5498" y="4507"/>
                    <a:pt x="4767" y="4564"/>
                    <a:pt x="4110" y="4564"/>
                  </a:cubicBezTo>
                  <a:cubicBezTo>
                    <a:pt x="2471" y="4564"/>
                    <a:pt x="1292" y="4206"/>
                    <a:pt x="762" y="3518"/>
                  </a:cubicBezTo>
                  <a:cubicBezTo>
                    <a:pt x="358" y="2994"/>
                    <a:pt x="334" y="2302"/>
                    <a:pt x="694" y="1464"/>
                  </a:cubicBezTo>
                  <a:cubicBezTo>
                    <a:pt x="978" y="803"/>
                    <a:pt x="1347" y="425"/>
                    <a:pt x="1794" y="338"/>
                  </a:cubicBezTo>
                  <a:cubicBezTo>
                    <a:pt x="1864" y="324"/>
                    <a:pt x="1934" y="318"/>
                    <a:pt x="2003" y="318"/>
                  </a:cubicBezTo>
                  <a:cubicBezTo>
                    <a:pt x="2724" y="318"/>
                    <a:pt x="3398" y="982"/>
                    <a:pt x="3406" y="989"/>
                  </a:cubicBezTo>
                  <a:cubicBezTo>
                    <a:pt x="3438" y="1020"/>
                    <a:pt x="3478" y="1035"/>
                    <a:pt x="3518" y="1035"/>
                  </a:cubicBezTo>
                  <a:cubicBezTo>
                    <a:pt x="3559" y="1035"/>
                    <a:pt x="3599" y="1020"/>
                    <a:pt x="3631" y="989"/>
                  </a:cubicBezTo>
                  <a:cubicBezTo>
                    <a:pt x="3693" y="928"/>
                    <a:pt x="3693" y="827"/>
                    <a:pt x="3631" y="765"/>
                  </a:cubicBezTo>
                  <a:cubicBezTo>
                    <a:pt x="3597" y="731"/>
                    <a:pt x="2861" y="0"/>
                    <a:pt x="200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0"/>
            <p:cNvSpPr/>
            <p:nvPr/>
          </p:nvSpPr>
          <p:spPr>
            <a:xfrm>
              <a:off x="4956250" y="1803325"/>
              <a:ext cx="226900" cy="29675"/>
            </a:xfrm>
            <a:custGeom>
              <a:rect b="b" l="l" r="r" t="t"/>
              <a:pathLst>
                <a:path extrusionOk="0" h="1187" w="9076">
                  <a:moveTo>
                    <a:pt x="8899" y="0"/>
                  </a:moveTo>
                  <a:cubicBezTo>
                    <a:pt x="8885" y="0"/>
                    <a:pt x="8871" y="2"/>
                    <a:pt x="8857" y="6"/>
                  </a:cubicBezTo>
                  <a:cubicBezTo>
                    <a:pt x="6347" y="699"/>
                    <a:pt x="4171" y="871"/>
                    <a:pt x="2628" y="871"/>
                  </a:cubicBezTo>
                  <a:cubicBezTo>
                    <a:pt x="1116" y="871"/>
                    <a:pt x="211" y="706"/>
                    <a:pt x="193" y="702"/>
                  </a:cubicBezTo>
                  <a:cubicBezTo>
                    <a:pt x="186" y="701"/>
                    <a:pt x="179" y="701"/>
                    <a:pt x="172" y="701"/>
                  </a:cubicBezTo>
                  <a:cubicBezTo>
                    <a:pt x="97" y="701"/>
                    <a:pt x="32" y="754"/>
                    <a:pt x="17" y="830"/>
                  </a:cubicBezTo>
                  <a:cubicBezTo>
                    <a:pt x="1" y="913"/>
                    <a:pt x="52" y="992"/>
                    <a:pt x="134" y="1013"/>
                  </a:cubicBezTo>
                  <a:cubicBezTo>
                    <a:pt x="152" y="1017"/>
                    <a:pt x="1080" y="1186"/>
                    <a:pt x="2627" y="1186"/>
                  </a:cubicBezTo>
                  <a:cubicBezTo>
                    <a:pt x="4196" y="1186"/>
                    <a:pt x="6403" y="1012"/>
                    <a:pt x="8941" y="313"/>
                  </a:cubicBezTo>
                  <a:cubicBezTo>
                    <a:pt x="9026" y="289"/>
                    <a:pt x="9076" y="202"/>
                    <a:pt x="9052" y="117"/>
                  </a:cubicBezTo>
                  <a:cubicBezTo>
                    <a:pt x="9033" y="47"/>
                    <a:pt x="8969" y="0"/>
                    <a:pt x="889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0"/>
            <p:cNvSpPr/>
            <p:nvPr/>
          </p:nvSpPr>
          <p:spPr>
            <a:xfrm>
              <a:off x="4851425" y="1904725"/>
              <a:ext cx="21375" cy="38950"/>
            </a:xfrm>
            <a:custGeom>
              <a:rect b="b" l="l" r="r" t="t"/>
              <a:pathLst>
                <a:path extrusionOk="0" h="1558" w="855">
                  <a:moveTo>
                    <a:pt x="337" y="0"/>
                  </a:moveTo>
                  <a:cubicBezTo>
                    <a:pt x="329" y="0"/>
                    <a:pt x="320" y="1"/>
                    <a:pt x="311" y="2"/>
                  </a:cubicBezTo>
                  <a:cubicBezTo>
                    <a:pt x="110" y="32"/>
                    <a:pt x="1" y="405"/>
                    <a:pt x="64" y="834"/>
                  </a:cubicBezTo>
                  <a:cubicBezTo>
                    <a:pt x="126" y="1244"/>
                    <a:pt x="326" y="1558"/>
                    <a:pt x="519" y="1558"/>
                  </a:cubicBezTo>
                  <a:cubicBezTo>
                    <a:pt x="528" y="1558"/>
                    <a:pt x="536" y="1557"/>
                    <a:pt x="545" y="1556"/>
                  </a:cubicBezTo>
                  <a:cubicBezTo>
                    <a:pt x="745" y="1526"/>
                    <a:pt x="855" y="1153"/>
                    <a:pt x="790" y="724"/>
                  </a:cubicBezTo>
                  <a:cubicBezTo>
                    <a:pt x="728" y="315"/>
                    <a:pt x="530" y="0"/>
                    <a:pt x="33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0"/>
            <p:cNvSpPr/>
            <p:nvPr/>
          </p:nvSpPr>
          <p:spPr>
            <a:xfrm>
              <a:off x="4884525" y="2060925"/>
              <a:ext cx="79075" cy="48725"/>
            </a:xfrm>
            <a:custGeom>
              <a:rect b="b" l="l" r="r" t="t"/>
              <a:pathLst>
                <a:path extrusionOk="0" h="1949" w="3163">
                  <a:moveTo>
                    <a:pt x="2802" y="0"/>
                  </a:moveTo>
                  <a:cubicBezTo>
                    <a:pt x="2693" y="0"/>
                    <a:pt x="2587" y="56"/>
                    <a:pt x="2528" y="157"/>
                  </a:cubicBezTo>
                  <a:cubicBezTo>
                    <a:pt x="1923" y="1292"/>
                    <a:pt x="334" y="1313"/>
                    <a:pt x="317" y="1313"/>
                  </a:cubicBezTo>
                  <a:cubicBezTo>
                    <a:pt x="142" y="1313"/>
                    <a:pt x="0" y="1457"/>
                    <a:pt x="1" y="1632"/>
                  </a:cubicBezTo>
                  <a:cubicBezTo>
                    <a:pt x="1" y="1807"/>
                    <a:pt x="142" y="1948"/>
                    <a:pt x="316" y="1948"/>
                  </a:cubicBezTo>
                  <a:cubicBezTo>
                    <a:pt x="317" y="1948"/>
                    <a:pt x="318" y="1948"/>
                    <a:pt x="319" y="1948"/>
                  </a:cubicBezTo>
                  <a:cubicBezTo>
                    <a:pt x="400" y="1948"/>
                    <a:pt x="2302" y="1930"/>
                    <a:pt x="3089" y="456"/>
                  </a:cubicBezTo>
                  <a:cubicBezTo>
                    <a:pt x="3162" y="303"/>
                    <a:pt x="3102" y="118"/>
                    <a:pt x="2952" y="37"/>
                  </a:cubicBezTo>
                  <a:cubicBezTo>
                    <a:pt x="2904" y="12"/>
                    <a:pt x="2853" y="0"/>
                    <a:pt x="28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0"/>
            <p:cNvSpPr/>
            <p:nvPr/>
          </p:nvSpPr>
          <p:spPr>
            <a:xfrm>
              <a:off x="4826950" y="1842450"/>
              <a:ext cx="61950" cy="25150"/>
            </a:xfrm>
            <a:custGeom>
              <a:rect b="b" l="l" r="r" t="t"/>
              <a:pathLst>
                <a:path extrusionOk="0" h="1006" w="2478">
                  <a:moveTo>
                    <a:pt x="1039" y="0"/>
                  </a:moveTo>
                  <a:cubicBezTo>
                    <a:pt x="538" y="0"/>
                    <a:pt x="213" y="199"/>
                    <a:pt x="190" y="213"/>
                  </a:cubicBezTo>
                  <a:cubicBezTo>
                    <a:pt x="45" y="305"/>
                    <a:pt x="0" y="499"/>
                    <a:pt x="91" y="646"/>
                  </a:cubicBezTo>
                  <a:cubicBezTo>
                    <a:pt x="151" y="743"/>
                    <a:pt x="256" y="797"/>
                    <a:pt x="363" y="797"/>
                  </a:cubicBezTo>
                  <a:cubicBezTo>
                    <a:pt x="419" y="797"/>
                    <a:pt x="475" y="783"/>
                    <a:pt x="527" y="752"/>
                  </a:cubicBezTo>
                  <a:cubicBezTo>
                    <a:pt x="540" y="744"/>
                    <a:pt x="729" y="636"/>
                    <a:pt x="1033" y="636"/>
                  </a:cubicBezTo>
                  <a:cubicBezTo>
                    <a:pt x="1276" y="636"/>
                    <a:pt x="1593" y="705"/>
                    <a:pt x="1954" y="951"/>
                  </a:cubicBezTo>
                  <a:cubicBezTo>
                    <a:pt x="2007" y="987"/>
                    <a:pt x="2069" y="1006"/>
                    <a:pt x="2133" y="1006"/>
                  </a:cubicBezTo>
                  <a:cubicBezTo>
                    <a:pt x="2272" y="1006"/>
                    <a:pt x="2395" y="915"/>
                    <a:pt x="2436" y="782"/>
                  </a:cubicBezTo>
                  <a:cubicBezTo>
                    <a:pt x="2477" y="648"/>
                    <a:pt x="2426" y="504"/>
                    <a:pt x="2311" y="427"/>
                  </a:cubicBezTo>
                  <a:cubicBezTo>
                    <a:pt x="1829" y="98"/>
                    <a:pt x="1390" y="0"/>
                    <a:pt x="103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0"/>
            <p:cNvSpPr/>
            <p:nvPr/>
          </p:nvSpPr>
          <p:spPr>
            <a:xfrm>
              <a:off x="4766025" y="2956200"/>
              <a:ext cx="1770750" cy="1678200"/>
            </a:xfrm>
            <a:custGeom>
              <a:rect b="b" l="l" r="r" t="t"/>
              <a:pathLst>
                <a:path extrusionOk="0" h="67128" w="70830">
                  <a:moveTo>
                    <a:pt x="42288" y="1"/>
                  </a:moveTo>
                  <a:lnTo>
                    <a:pt x="25790" y="9994"/>
                  </a:lnTo>
                  <a:lnTo>
                    <a:pt x="26658" y="12557"/>
                  </a:lnTo>
                  <a:cubicBezTo>
                    <a:pt x="26658" y="12557"/>
                    <a:pt x="11627" y="22607"/>
                    <a:pt x="7664" y="26607"/>
                  </a:cubicBezTo>
                  <a:cubicBezTo>
                    <a:pt x="3702" y="30606"/>
                    <a:pt x="1" y="34373"/>
                    <a:pt x="382" y="36385"/>
                  </a:cubicBezTo>
                  <a:cubicBezTo>
                    <a:pt x="763" y="38397"/>
                    <a:pt x="5326" y="67021"/>
                    <a:pt x="5326" y="67021"/>
                  </a:cubicBezTo>
                  <a:lnTo>
                    <a:pt x="11072" y="66606"/>
                  </a:lnTo>
                  <a:cubicBezTo>
                    <a:pt x="11072" y="66606"/>
                    <a:pt x="11439" y="38765"/>
                    <a:pt x="12226" y="38066"/>
                  </a:cubicBezTo>
                  <a:cubicBezTo>
                    <a:pt x="13012" y="37365"/>
                    <a:pt x="35776" y="22262"/>
                    <a:pt x="35776" y="22262"/>
                  </a:cubicBezTo>
                  <a:cubicBezTo>
                    <a:pt x="35776" y="22262"/>
                    <a:pt x="36452" y="22134"/>
                    <a:pt x="37208" y="22134"/>
                  </a:cubicBezTo>
                  <a:cubicBezTo>
                    <a:pt x="37757" y="22134"/>
                    <a:pt x="38347" y="22201"/>
                    <a:pt x="38752" y="22434"/>
                  </a:cubicBezTo>
                  <a:cubicBezTo>
                    <a:pt x="39715" y="22986"/>
                    <a:pt x="45028" y="42947"/>
                    <a:pt x="46459" y="44025"/>
                  </a:cubicBezTo>
                  <a:cubicBezTo>
                    <a:pt x="47889" y="45103"/>
                    <a:pt x="66033" y="67128"/>
                    <a:pt x="66033" y="67128"/>
                  </a:cubicBezTo>
                  <a:lnTo>
                    <a:pt x="70830" y="65913"/>
                  </a:lnTo>
                  <a:cubicBezTo>
                    <a:pt x="70830" y="65913"/>
                    <a:pt x="54823" y="37045"/>
                    <a:pt x="54866" y="36302"/>
                  </a:cubicBezTo>
                  <a:cubicBezTo>
                    <a:pt x="54890" y="35876"/>
                    <a:pt x="51441" y="20307"/>
                    <a:pt x="47913" y="10277"/>
                  </a:cubicBezTo>
                  <a:cubicBezTo>
                    <a:pt x="45267" y="2756"/>
                    <a:pt x="42288" y="1"/>
                    <a:pt x="422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0"/>
            <p:cNvSpPr/>
            <p:nvPr/>
          </p:nvSpPr>
          <p:spPr>
            <a:xfrm>
              <a:off x="4757350" y="2948250"/>
              <a:ext cx="1788900" cy="1694100"/>
            </a:xfrm>
            <a:custGeom>
              <a:rect b="b" l="l" r="r" t="t"/>
              <a:pathLst>
                <a:path extrusionOk="0" h="67764" w="71556">
                  <a:moveTo>
                    <a:pt x="42583" y="721"/>
                  </a:moveTo>
                  <a:cubicBezTo>
                    <a:pt x="43239" y="1422"/>
                    <a:pt x="45730" y="4361"/>
                    <a:pt x="47960" y="10700"/>
                  </a:cubicBezTo>
                  <a:cubicBezTo>
                    <a:pt x="51484" y="20720"/>
                    <a:pt x="54861" y="36065"/>
                    <a:pt x="54896" y="36602"/>
                  </a:cubicBezTo>
                  <a:cubicBezTo>
                    <a:pt x="54853" y="37344"/>
                    <a:pt x="65770" y="57133"/>
                    <a:pt x="70699" y="66024"/>
                  </a:cubicBezTo>
                  <a:lnTo>
                    <a:pt x="66497" y="67089"/>
                  </a:lnTo>
                  <a:cubicBezTo>
                    <a:pt x="64743" y="64960"/>
                    <a:pt x="48393" y="45141"/>
                    <a:pt x="46997" y="44089"/>
                  </a:cubicBezTo>
                  <a:cubicBezTo>
                    <a:pt x="46305" y="43568"/>
                    <a:pt x="44214" y="36879"/>
                    <a:pt x="42685" y="31995"/>
                  </a:cubicBezTo>
                  <a:cubicBezTo>
                    <a:pt x="40456" y="24866"/>
                    <a:pt x="39736" y="22752"/>
                    <a:pt x="39258" y="22477"/>
                  </a:cubicBezTo>
                  <a:cubicBezTo>
                    <a:pt x="38795" y="22211"/>
                    <a:pt x="38140" y="22136"/>
                    <a:pt x="37543" y="22136"/>
                  </a:cubicBezTo>
                  <a:cubicBezTo>
                    <a:pt x="37047" y="22138"/>
                    <a:pt x="36553" y="22183"/>
                    <a:pt x="36065" y="22269"/>
                  </a:cubicBezTo>
                  <a:cubicBezTo>
                    <a:pt x="36023" y="22276"/>
                    <a:pt x="35984" y="22292"/>
                    <a:pt x="35948" y="22315"/>
                  </a:cubicBezTo>
                  <a:cubicBezTo>
                    <a:pt x="35018" y="22932"/>
                    <a:pt x="13158" y="37436"/>
                    <a:pt x="12361" y="38145"/>
                  </a:cubicBezTo>
                  <a:cubicBezTo>
                    <a:pt x="11565" y="38854"/>
                    <a:pt x="11221" y="58062"/>
                    <a:pt x="11105" y="66628"/>
                  </a:cubicBezTo>
                  <a:lnTo>
                    <a:pt x="5941" y="67001"/>
                  </a:lnTo>
                  <a:cubicBezTo>
                    <a:pt x="5462" y="63991"/>
                    <a:pt x="1397" y="38529"/>
                    <a:pt x="1041" y="36645"/>
                  </a:cubicBezTo>
                  <a:cubicBezTo>
                    <a:pt x="685" y="34770"/>
                    <a:pt x="4697" y="30722"/>
                    <a:pt x="8237" y="27149"/>
                  </a:cubicBezTo>
                  <a:cubicBezTo>
                    <a:pt x="12131" y="23217"/>
                    <a:pt x="27031" y="13238"/>
                    <a:pt x="27181" y="13139"/>
                  </a:cubicBezTo>
                  <a:cubicBezTo>
                    <a:pt x="27301" y="13059"/>
                    <a:pt x="27352" y="12908"/>
                    <a:pt x="27306" y="12773"/>
                  </a:cubicBezTo>
                  <a:lnTo>
                    <a:pt x="26519" y="10451"/>
                  </a:lnTo>
                  <a:lnTo>
                    <a:pt x="42583" y="721"/>
                  </a:lnTo>
                  <a:close/>
                  <a:moveTo>
                    <a:pt x="42635" y="1"/>
                  </a:moveTo>
                  <a:cubicBezTo>
                    <a:pt x="42578" y="1"/>
                    <a:pt x="42521" y="16"/>
                    <a:pt x="42470" y="46"/>
                  </a:cubicBezTo>
                  <a:lnTo>
                    <a:pt x="25973" y="10039"/>
                  </a:lnTo>
                  <a:cubicBezTo>
                    <a:pt x="25844" y="10116"/>
                    <a:pt x="25787" y="10270"/>
                    <a:pt x="25836" y="10412"/>
                  </a:cubicBezTo>
                  <a:lnTo>
                    <a:pt x="26626" y="12745"/>
                  </a:lnTo>
                  <a:cubicBezTo>
                    <a:pt x="24749" y="14005"/>
                    <a:pt x="11523" y="22929"/>
                    <a:pt x="7786" y="26701"/>
                  </a:cubicBezTo>
                  <a:cubicBezTo>
                    <a:pt x="3781" y="30741"/>
                    <a:pt x="0" y="34560"/>
                    <a:pt x="417" y="36762"/>
                  </a:cubicBezTo>
                  <a:cubicBezTo>
                    <a:pt x="793" y="38746"/>
                    <a:pt x="5315" y="67101"/>
                    <a:pt x="5360" y="67387"/>
                  </a:cubicBezTo>
                  <a:cubicBezTo>
                    <a:pt x="5384" y="67541"/>
                    <a:pt x="5509" y="67656"/>
                    <a:pt x="5668" y="67656"/>
                  </a:cubicBezTo>
                  <a:cubicBezTo>
                    <a:pt x="5678" y="67656"/>
                    <a:pt x="5687" y="67656"/>
                    <a:pt x="5697" y="67655"/>
                  </a:cubicBezTo>
                  <a:lnTo>
                    <a:pt x="11442" y="67240"/>
                  </a:lnTo>
                  <a:cubicBezTo>
                    <a:pt x="11607" y="67228"/>
                    <a:pt x="11735" y="67092"/>
                    <a:pt x="11737" y="66928"/>
                  </a:cubicBezTo>
                  <a:cubicBezTo>
                    <a:pt x="11880" y="56080"/>
                    <a:pt x="12285" y="39578"/>
                    <a:pt x="12783" y="38619"/>
                  </a:cubicBezTo>
                  <a:cubicBezTo>
                    <a:pt x="13392" y="38079"/>
                    <a:pt x="28363" y="28110"/>
                    <a:pt x="36245" y="22880"/>
                  </a:cubicBezTo>
                  <a:cubicBezTo>
                    <a:pt x="36537" y="22829"/>
                    <a:pt x="37052" y="22767"/>
                    <a:pt x="37574" y="22767"/>
                  </a:cubicBezTo>
                  <a:cubicBezTo>
                    <a:pt x="38081" y="22767"/>
                    <a:pt x="38593" y="22826"/>
                    <a:pt x="38917" y="23009"/>
                  </a:cubicBezTo>
                  <a:cubicBezTo>
                    <a:pt x="39339" y="23420"/>
                    <a:pt x="40795" y="28076"/>
                    <a:pt x="42080" y="32184"/>
                  </a:cubicBezTo>
                  <a:cubicBezTo>
                    <a:pt x="44302" y="39293"/>
                    <a:pt x="45820" y="43997"/>
                    <a:pt x="46615" y="44596"/>
                  </a:cubicBezTo>
                  <a:cubicBezTo>
                    <a:pt x="47723" y="45431"/>
                    <a:pt x="59868" y="60039"/>
                    <a:pt x="66135" y="67647"/>
                  </a:cubicBezTo>
                  <a:cubicBezTo>
                    <a:pt x="66196" y="67720"/>
                    <a:pt x="66286" y="67763"/>
                    <a:pt x="66380" y="67763"/>
                  </a:cubicBezTo>
                  <a:cubicBezTo>
                    <a:pt x="66407" y="67763"/>
                    <a:pt x="66434" y="67760"/>
                    <a:pt x="66459" y="67752"/>
                  </a:cubicBezTo>
                  <a:lnTo>
                    <a:pt x="71255" y="66537"/>
                  </a:lnTo>
                  <a:cubicBezTo>
                    <a:pt x="71457" y="66486"/>
                    <a:pt x="71555" y="66258"/>
                    <a:pt x="71455" y="66076"/>
                  </a:cubicBezTo>
                  <a:cubicBezTo>
                    <a:pt x="65172" y="54744"/>
                    <a:pt x="55744" y="37539"/>
                    <a:pt x="55530" y="36637"/>
                  </a:cubicBezTo>
                  <a:cubicBezTo>
                    <a:pt x="55565" y="36042"/>
                    <a:pt x="52032" y="20362"/>
                    <a:pt x="48560" y="10488"/>
                  </a:cubicBezTo>
                  <a:cubicBezTo>
                    <a:pt x="45918" y="2979"/>
                    <a:pt x="42975" y="201"/>
                    <a:pt x="42851" y="85"/>
                  </a:cubicBezTo>
                  <a:cubicBezTo>
                    <a:pt x="42790" y="29"/>
                    <a:pt x="42713" y="1"/>
                    <a:pt x="4263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0"/>
            <p:cNvSpPr/>
            <p:nvPr/>
          </p:nvSpPr>
          <p:spPr>
            <a:xfrm>
              <a:off x="5800475" y="3022725"/>
              <a:ext cx="715650" cy="1584175"/>
            </a:xfrm>
            <a:custGeom>
              <a:rect b="b" l="l" r="r" t="t"/>
              <a:pathLst>
                <a:path extrusionOk="0" h="63367" w="28626">
                  <a:moveTo>
                    <a:pt x="181" y="0"/>
                  </a:moveTo>
                  <a:cubicBezTo>
                    <a:pt x="155" y="0"/>
                    <a:pt x="129" y="7"/>
                    <a:pt x="105" y="20"/>
                  </a:cubicBezTo>
                  <a:cubicBezTo>
                    <a:pt x="28" y="64"/>
                    <a:pt x="0" y="161"/>
                    <a:pt x="43" y="238"/>
                  </a:cubicBezTo>
                  <a:cubicBezTo>
                    <a:pt x="74" y="290"/>
                    <a:pt x="3058" y="5635"/>
                    <a:pt x="4350" y="7583"/>
                  </a:cubicBezTo>
                  <a:cubicBezTo>
                    <a:pt x="5615" y="9486"/>
                    <a:pt x="5824" y="14155"/>
                    <a:pt x="5826" y="14202"/>
                  </a:cubicBezTo>
                  <a:cubicBezTo>
                    <a:pt x="5826" y="14218"/>
                    <a:pt x="5830" y="14233"/>
                    <a:pt x="5835" y="14248"/>
                  </a:cubicBezTo>
                  <a:cubicBezTo>
                    <a:pt x="5900" y="14431"/>
                    <a:pt x="12335" y="32599"/>
                    <a:pt x="12856" y="35651"/>
                  </a:cubicBezTo>
                  <a:cubicBezTo>
                    <a:pt x="13384" y="38746"/>
                    <a:pt x="27680" y="62289"/>
                    <a:pt x="28289" y="63289"/>
                  </a:cubicBezTo>
                  <a:cubicBezTo>
                    <a:pt x="28318" y="63336"/>
                    <a:pt x="28369" y="63366"/>
                    <a:pt x="28425" y="63366"/>
                  </a:cubicBezTo>
                  <a:cubicBezTo>
                    <a:pt x="28549" y="63366"/>
                    <a:pt x="28625" y="63231"/>
                    <a:pt x="28561" y="63125"/>
                  </a:cubicBezTo>
                  <a:cubicBezTo>
                    <a:pt x="28412" y="62880"/>
                    <a:pt x="13687" y="38633"/>
                    <a:pt x="13169" y="35598"/>
                  </a:cubicBezTo>
                  <a:cubicBezTo>
                    <a:pt x="12647" y="32544"/>
                    <a:pt x="6504" y="15184"/>
                    <a:pt x="6143" y="14163"/>
                  </a:cubicBezTo>
                  <a:cubicBezTo>
                    <a:pt x="6124" y="13755"/>
                    <a:pt x="5894" y="9333"/>
                    <a:pt x="4614" y="7406"/>
                  </a:cubicBezTo>
                  <a:cubicBezTo>
                    <a:pt x="3329" y="5469"/>
                    <a:pt x="351" y="136"/>
                    <a:pt x="322" y="82"/>
                  </a:cubicBezTo>
                  <a:cubicBezTo>
                    <a:pt x="292" y="30"/>
                    <a:pt x="237" y="0"/>
                    <a:pt x="1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0"/>
            <p:cNvSpPr/>
            <p:nvPr/>
          </p:nvSpPr>
          <p:spPr>
            <a:xfrm>
              <a:off x="5447100" y="3415675"/>
              <a:ext cx="218875" cy="101075"/>
            </a:xfrm>
            <a:custGeom>
              <a:rect b="b" l="l" r="r" t="t"/>
              <a:pathLst>
                <a:path extrusionOk="0" h="4043" w="8755">
                  <a:moveTo>
                    <a:pt x="181" y="0"/>
                  </a:moveTo>
                  <a:cubicBezTo>
                    <a:pt x="120" y="0"/>
                    <a:pt x="62" y="35"/>
                    <a:pt x="36" y="95"/>
                  </a:cubicBezTo>
                  <a:cubicBezTo>
                    <a:pt x="1" y="174"/>
                    <a:pt x="37" y="269"/>
                    <a:pt x="117" y="304"/>
                  </a:cubicBezTo>
                  <a:lnTo>
                    <a:pt x="7489" y="3590"/>
                  </a:lnTo>
                  <a:lnTo>
                    <a:pt x="2628" y="2977"/>
                  </a:lnTo>
                  <a:cubicBezTo>
                    <a:pt x="2621" y="2976"/>
                    <a:pt x="2614" y="2976"/>
                    <a:pt x="2607" y="2976"/>
                  </a:cubicBezTo>
                  <a:cubicBezTo>
                    <a:pt x="2521" y="2976"/>
                    <a:pt x="2459" y="3034"/>
                    <a:pt x="2450" y="3114"/>
                  </a:cubicBezTo>
                  <a:cubicBezTo>
                    <a:pt x="2438" y="3201"/>
                    <a:pt x="2501" y="3280"/>
                    <a:pt x="2588" y="3292"/>
                  </a:cubicBezTo>
                  <a:lnTo>
                    <a:pt x="8513" y="4041"/>
                  </a:lnTo>
                  <a:cubicBezTo>
                    <a:pt x="8521" y="4042"/>
                    <a:pt x="8527" y="4042"/>
                    <a:pt x="8533" y="4042"/>
                  </a:cubicBezTo>
                  <a:cubicBezTo>
                    <a:pt x="8705" y="4042"/>
                    <a:pt x="8755" y="3807"/>
                    <a:pt x="8598" y="3739"/>
                  </a:cubicBezTo>
                  <a:lnTo>
                    <a:pt x="246" y="14"/>
                  </a:lnTo>
                  <a:cubicBezTo>
                    <a:pt x="225" y="5"/>
                    <a:pt x="203" y="0"/>
                    <a:pt x="1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0"/>
            <p:cNvSpPr/>
            <p:nvPr/>
          </p:nvSpPr>
          <p:spPr>
            <a:xfrm>
              <a:off x="4913550" y="3741700"/>
              <a:ext cx="257900" cy="861150"/>
            </a:xfrm>
            <a:custGeom>
              <a:rect b="b" l="l" r="r" t="t"/>
              <a:pathLst>
                <a:path extrusionOk="0" h="34446" w="10316">
                  <a:moveTo>
                    <a:pt x="10140" y="1"/>
                  </a:moveTo>
                  <a:cubicBezTo>
                    <a:pt x="10098" y="1"/>
                    <a:pt x="10057" y="17"/>
                    <a:pt x="10026" y="49"/>
                  </a:cubicBezTo>
                  <a:lnTo>
                    <a:pt x="4041" y="6265"/>
                  </a:lnTo>
                  <a:cubicBezTo>
                    <a:pt x="3892" y="6263"/>
                    <a:pt x="3740" y="6262"/>
                    <a:pt x="3587" y="6262"/>
                  </a:cubicBezTo>
                  <a:cubicBezTo>
                    <a:pt x="1937" y="6262"/>
                    <a:pt x="172" y="6372"/>
                    <a:pt x="63" y="6824"/>
                  </a:cubicBezTo>
                  <a:cubicBezTo>
                    <a:pt x="1" y="7079"/>
                    <a:pt x="329" y="7242"/>
                    <a:pt x="452" y="7304"/>
                  </a:cubicBezTo>
                  <a:cubicBezTo>
                    <a:pt x="1867" y="8009"/>
                    <a:pt x="3456" y="9297"/>
                    <a:pt x="3773" y="9560"/>
                  </a:cubicBezTo>
                  <a:lnTo>
                    <a:pt x="3756" y="34286"/>
                  </a:lnTo>
                  <a:cubicBezTo>
                    <a:pt x="3756" y="34375"/>
                    <a:pt x="3827" y="34445"/>
                    <a:pt x="3914" y="34445"/>
                  </a:cubicBezTo>
                  <a:cubicBezTo>
                    <a:pt x="4003" y="34445"/>
                    <a:pt x="4074" y="34375"/>
                    <a:pt x="4074" y="34286"/>
                  </a:cubicBezTo>
                  <a:lnTo>
                    <a:pt x="4091" y="9485"/>
                  </a:lnTo>
                  <a:cubicBezTo>
                    <a:pt x="4091" y="9438"/>
                    <a:pt x="4070" y="9393"/>
                    <a:pt x="4034" y="9363"/>
                  </a:cubicBezTo>
                  <a:cubicBezTo>
                    <a:pt x="4017" y="9348"/>
                    <a:pt x="2200" y="7821"/>
                    <a:pt x="594" y="7021"/>
                  </a:cubicBezTo>
                  <a:cubicBezTo>
                    <a:pt x="471" y="6960"/>
                    <a:pt x="415" y="6915"/>
                    <a:pt x="389" y="6890"/>
                  </a:cubicBezTo>
                  <a:cubicBezTo>
                    <a:pt x="652" y="6689"/>
                    <a:pt x="2282" y="6582"/>
                    <a:pt x="3809" y="6582"/>
                  </a:cubicBezTo>
                  <a:cubicBezTo>
                    <a:pt x="3909" y="6582"/>
                    <a:pt x="4009" y="6583"/>
                    <a:pt x="4107" y="6584"/>
                  </a:cubicBezTo>
                  <a:cubicBezTo>
                    <a:pt x="4116" y="6585"/>
                    <a:pt x="4124" y="6586"/>
                    <a:pt x="4132" y="6586"/>
                  </a:cubicBezTo>
                  <a:cubicBezTo>
                    <a:pt x="4174" y="6586"/>
                    <a:pt x="4197" y="6561"/>
                    <a:pt x="4223" y="6535"/>
                  </a:cubicBezTo>
                  <a:lnTo>
                    <a:pt x="10255" y="270"/>
                  </a:lnTo>
                  <a:cubicBezTo>
                    <a:pt x="10316" y="207"/>
                    <a:pt x="10313" y="106"/>
                    <a:pt x="10251" y="45"/>
                  </a:cubicBezTo>
                  <a:cubicBezTo>
                    <a:pt x="10220" y="16"/>
                    <a:pt x="10180" y="1"/>
                    <a:pt x="101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0"/>
            <p:cNvSpPr/>
            <p:nvPr/>
          </p:nvSpPr>
          <p:spPr>
            <a:xfrm>
              <a:off x="5452550" y="2988450"/>
              <a:ext cx="376725" cy="246525"/>
            </a:xfrm>
            <a:custGeom>
              <a:rect b="b" l="l" r="r" t="t"/>
              <a:pathLst>
                <a:path extrusionOk="0" h="9861" w="15069">
                  <a:moveTo>
                    <a:pt x="14888" y="1"/>
                  </a:moveTo>
                  <a:cubicBezTo>
                    <a:pt x="14838" y="1"/>
                    <a:pt x="14789" y="24"/>
                    <a:pt x="14758" y="69"/>
                  </a:cubicBezTo>
                  <a:cubicBezTo>
                    <a:pt x="8939" y="8538"/>
                    <a:pt x="235" y="9534"/>
                    <a:pt x="148" y="9543"/>
                  </a:cubicBezTo>
                  <a:cubicBezTo>
                    <a:pt x="63" y="9551"/>
                    <a:pt x="1" y="9624"/>
                    <a:pt x="5" y="9708"/>
                  </a:cubicBezTo>
                  <a:cubicBezTo>
                    <a:pt x="8" y="9793"/>
                    <a:pt x="78" y="9860"/>
                    <a:pt x="163" y="9860"/>
                  </a:cubicBezTo>
                  <a:cubicBezTo>
                    <a:pt x="169" y="9860"/>
                    <a:pt x="174" y="9860"/>
                    <a:pt x="180" y="9859"/>
                  </a:cubicBezTo>
                  <a:cubicBezTo>
                    <a:pt x="268" y="9850"/>
                    <a:pt x="9113" y="8843"/>
                    <a:pt x="15019" y="248"/>
                  </a:cubicBezTo>
                  <a:cubicBezTo>
                    <a:pt x="15069" y="176"/>
                    <a:pt x="15051" y="78"/>
                    <a:pt x="14978" y="28"/>
                  </a:cubicBezTo>
                  <a:cubicBezTo>
                    <a:pt x="14951" y="9"/>
                    <a:pt x="14919" y="1"/>
                    <a:pt x="1488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0"/>
            <p:cNvSpPr/>
            <p:nvPr/>
          </p:nvSpPr>
          <p:spPr>
            <a:xfrm>
              <a:off x="5568600" y="3150950"/>
              <a:ext cx="30225" cy="56525"/>
            </a:xfrm>
            <a:custGeom>
              <a:rect b="b" l="l" r="r" t="t"/>
              <a:pathLst>
                <a:path extrusionOk="0" h="2261" w="1209">
                  <a:moveTo>
                    <a:pt x="183" y="1"/>
                  </a:moveTo>
                  <a:cubicBezTo>
                    <a:pt x="162" y="1"/>
                    <a:pt x="141" y="5"/>
                    <a:pt x="120" y="14"/>
                  </a:cubicBezTo>
                  <a:cubicBezTo>
                    <a:pt x="38" y="49"/>
                    <a:pt x="1" y="146"/>
                    <a:pt x="40" y="227"/>
                  </a:cubicBezTo>
                  <a:lnTo>
                    <a:pt x="872" y="2164"/>
                  </a:lnTo>
                  <a:cubicBezTo>
                    <a:pt x="897" y="2222"/>
                    <a:pt x="955" y="2260"/>
                    <a:pt x="1018" y="2260"/>
                  </a:cubicBezTo>
                  <a:lnTo>
                    <a:pt x="1018" y="2261"/>
                  </a:lnTo>
                  <a:cubicBezTo>
                    <a:pt x="1131" y="2260"/>
                    <a:pt x="1209" y="2144"/>
                    <a:pt x="1164" y="2039"/>
                  </a:cubicBezTo>
                  <a:lnTo>
                    <a:pt x="331" y="101"/>
                  </a:lnTo>
                  <a:cubicBezTo>
                    <a:pt x="306" y="38"/>
                    <a:pt x="246" y="1"/>
                    <a:pt x="18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0"/>
            <p:cNvSpPr/>
            <p:nvPr/>
          </p:nvSpPr>
          <p:spPr>
            <a:xfrm>
              <a:off x="5697750" y="3064050"/>
              <a:ext cx="36075" cy="50850"/>
            </a:xfrm>
            <a:custGeom>
              <a:rect b="b" l="l" r="r" t="t"/>
              <a:pathLst>
                <a:path extrusionOk="0" h="2034" w="1443">
                  <a:moveTo>
                    <a:pt x="181" y="1"/>
                  </a:moveTo>
                  <a:cubicBezTo>
                    <a:pt x="153" y="1"/>
                    <a:pt x="123" y="9"/>
                    <a:pt x="97" y="25"/>
                  </a:cubicBezTo>
                  <a:cubicBezTo>
                    <a:pt x="24" y="73"/>
                    <a:pt x="0" y="170"/>
                    <a:pt x="46" y="243"/>
                  </a:cubicBezTo>
                  <a:lnTo>
                    <a:pt x="1128" y="1960"/>
                  </a:lnTo>
                  <a:cubicBezTo>
                    <a:pt x="1157" y="2006"/>
                    <a:pt x="1208" y="2033"/>
                    <a:pt x="1262" y="2033"/>
                  </a:cubicBezTo>
                  <a:cubicBezTo>
                    <a:pt x="1292" y="2033"/>
                    <a:pt x="1322" y="2025"/>
                    <a:pt x="1347" y="2010"/>
                  </a:cubicBezTo>
                  <a:cubicBezTo>
                    <a:pt x="1422" y="1962"/>
                    <a:pt x="1443" y="1864"/>
                    <a:pt x="1397" y="1789"/>
                  </a:cubicBezTo>
                  <a:lnTo>
                    <a:pt x="315" y="74"/>
                  </a:lnTo>
                  <a:cubicBezTo>
                    <a:pt x="285" y="27"/>
                    <a:pt x="233" y="1"/>
                    <a:pt x="18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0"/>
            <p:cNvSpPr/>
            <p:nvPr/>
          </p:nvSpPr>
          <p:spPr>
            <a:xfrm>
              <a:off x="5072675" y="2168500"/>
              <a:ext cx="750550" cy="1037525"/>
            </a:xfrm>
            <a:custGeom>
              <a:rect b="b" l="l" r="r" t="t"/>
              <a:pathLst>
                <a:path extrusionOk="0" h="41501" w="30022">
                  <a:moveTo>
                    <a:pt x="5644" y="1"/>
                  </a:moveTo>
                  <a:cubicBezTo>
                    <a:pt x="3886" y="1"/>
                    <a:pt x="567" y="3203"/>
                    <a:pt x="755" y="4195"/>
                  </a:cubicBezTo>
                  <a:cubicBezTo>
                    <a:pt x="755" y="4195"/>
                    <a:pt x="1" y="8628"/>
                    <a:pt x="1568" y="15933"/>
                  </a:cubicBezTo>
                  <a:cubicBezTo>
                    <a:pt x="3135" y="23238"/>
                    <a:pt x="13523" y="41500"/>
                    <a:pt x="13523" y="41500"/>
                  </a:cubicBezTo>
                  <a:lnTo>
                    <a:pt x="15183" y="41149"/>
                  </a:lnTo>
                  <a:cubicBezTo>
                    <a:pt x="19864" y="40158"/>
                    <a:pt x="24130" y="37762"/>
                    <a:pt x="27411" y="34280"/>
                  </a:cubicBezTo>
                  <a:lnTo>
                    <a:pt x="30021" y="31509"/>
                  </a:lnTo>
                  <a:cubicBezTo>
                    <a:pt x="30021" y="31509"/>
                    <a:pt x="20597" y="13799"/>
                    <a:pt x="17003" y="7123"/>
                  </a:cubicBezTo>
                  <a:cubicBezTo>
                    <a:pt x="13409" y="448"/>
                    <a:pt x="7459" y="104"/>
                    <a:pt x="5723" y="3"/>
                  </a:cubicBezTo>
                  <a:cubicBezTo>
                    <a:pt x="5697" y="2"/>
                    <a:pt x="5671" y="1"/>
                    <a:pt x="564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0"/>
            <p:cNvSpPr/>
            <p:nvPr/>
          </p:nvSpPr>
          <p:spPr>
            <a:xfrm>
              <a:off x="5066800" y="2160600"/>
              <a:ext cx="765025" cy="1053375"/>
            </a:xfrm>
            <a:custGeom>
              <a:rect b="b" l="l" r="r" t="t"/>
              <a:pathLst>
                <a:path extrusionOk="0" h="42135" w="30601">
                  <a:moveTo>
                    <a:pt x="5876" y="635"/>
                  </a:moveTo>
                  <a:cubicBezTo>
                    <a:pt x="5897" y="635"/>
                    <a:pt x="5920" y="635"/>
                    <a:pt x="5938" y="638"/>
                  </a:cubicBezTo>
                  <a:cubicBezTo>
                    <a:pt x="10922" y="925"/>
                    <a:pt x="14629" y="3265"/>
                    <a:pt x="16958" y="7591"/>
                  </a:cubicBezTo>
                  <a:cubicBezTo>
                    <a:pt x="20305" y="13806"/>
                    <a:pt x="28815" y="29792"/>
                    <a:pt x="29868" y="31773"/>
                  </a:cubicBezTo>
                  <a:lnTo>
                    <a:pt x="27414" y="34378"/>
                  </a:lnTo>
                  <a:cubicBezTo>
                    <a:pt x="24162" y="37830"/>
                    <a:pt x="19991" y="40174"/>
                    <a:pt x="15351" y="41155"/>
                  </a:cubicBezTo>
                  <a:lnTo>
                    <a:pt x="13919" y="41458"/>
                  </a:lnTo>
                  <a:cubicBezTo>
                    <a:pt x="12783" y="39441"/>
                    <a:pt x="3566" y="22946"/>
                    <a:pt x="2114" y="16183"/>
                  </a:cubicBezTo>
                  <a:cubicBezTo>
                    <a:pt x="579" y="9033"/>
                    <a:pt x="1295" y="4607"/>
                    <a:pt x="1303" y="4563"/>
                  </a:cubicBezTo>
                  <a:cubicBezTo>
                    <a:pt x="1309" y="4526"/>
                    <a:pt x="1309" y="4488"/>
                    <a:pt x="1301" y="4451"/>
                  </a:cubicBezTo>
                  <a:cubicBezTo>
                    <a:pt x="1278" y="4325"/>
                    <a:pt x="1415" y="3881"/>
                    <a:pt x="2104" y="3096"/>
                  </a:cubicBezTo>
                  <a:cubicBezTo>
                    <a:pt x="3160" y="1895"/>
                    <a:pt x="4880" y="635"/>
                    <a:pt x="5876" y="635"/>
                  </a:cubicBezTo>
                  <a:close/>
                  <a:moveTo>
                    <a:pt x="5883" y="0"/>
                  </a:moveTo>
                  <a:cubicBezTo>
                    <a:pt x="4633" y="0"/>
                    <a:pt x="2784" y="1360"/>
                    <a:pt x="1627" y="2677"/>
                  </a:cubicBezTo>
                  <a:cubicBezTo>
                    <a:pt x="1156" y="3215"/>
                    <a:pt x="615" y="3959"/>
                    <a:pt x="668" y="4506"/>
                  </a:cubicBezTo>
                  <a:cubicBezTo>
                    <a:pt x="587" y="5036"/>
                    <a:pt x="0" y="9358"/>
                    <a:pt x="1493" y="16316"/>
                  </a:cubicBezTo>
                  <a:cubicBezTo>
                    <a:pt x="3053" y="23585"/>
                    <a:pt x="13058" y="41226"/>
                    <a:pt x="13483" y="41973"/>
                  </a:cubicBezTo>
                  <a:cubicBezTo>
                    <a:pt x="13539" y="42073"/>
                    <a:pt x="13644" y="42134"/>
                    <a:pt x="13759" y="42135"/>
                  </a:cubicBezTo>
                  <a:cubicBezTo>
                    <a:pt x="13780" y="42135"/>
                    <a:pt x="13802" y="42132"/>
                    <a:pt x="13824" y="42129"/>
                  </a:cubicBezTo>
                  <a:lnTo>
                    <a:pt x="15484" y="41776"/>
                  </a:lnTo>
                  <a:cubicBezTo>
                    <a:pt x="20251" y="40769"/>
                    <a:pt x="24537" y="38362"/>
                    <a:pt x="27878" y="34815"/>
                  </a:cubicBezTo>
                  <a:lnTo>
                    <a:pt x="30488" y="32043"/>
                  </a:lnTo>
                  <a:cubicBezTo>
                    <a:pt x="30581" y="31943"/>
                    <a:pt x="30601" y="31796"/>
                    <a:pt x="30536" y="31675"/>
                  </a:cubicBezTo>
                  <a:cubicBezTo>
                    <a:pt x="30443" y="31499"/>
                    <a:pt x="21071" y="13890"/>
                    <a:pt x="17518" y="7289"/>
                  </a:cubicBezTo>
                  <a:cubicBezTo>
                    <a:pt x="15077" y="2755"/>
                    <a:pt x="11194" y="304"/>
                    <a:pt x="5977" y="3"/>
                  </a:cubicBezTo>
                  <a:cubicBezTo>
                    <a:pt x="5946" y="1"/>
                    <a:pt x="5914" y="0"/>
                    <a:pt x="58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0"/>
            <p:cNvSpPr/>
            <p:nvPr/>
          </p:nvSpPr>
          <p:spPr>
            <a:xfrm>
              <a:off x="5274650" y="2175825"/>
              <a:ext cx="548575" cy="944650"/>
            </a:xfrm>
            <a:custGeom>
              <a:rect b="b" l="l" r="r" t="t"/>
              <a:pathLst>
                <a:path extrusionOk="0" h="37786" w="21943">
                  <a:moveTo>
                    <a:pt x="1" y="0"/>
                  </a:moveTo>
                  <a:cubicBezTo>
                    <a:pt x="1139" y="560"/>
                    <a:pt x="4632" y="2499"/>
                    <a:pt x="6197" y="5869"/>
                  </a:cubicBezTo>
                  <a:cubicBezTo>
                    <a:pt x="8079" y="9922"/>
                    <a:pt x="5618" y="16002"/>
                    <a:pt x="5618" y="16002"/>
                  </a:cubicBezTo>
                  <a:cubicBezTo>
                    <a:pt x="5618" y="16002"/>
                    <a:pt x="5609" y="15653"/>
                    <a:pt x="5591" y="15134"/>
                  </a:cubicBezTo>
                  <a:cubicBezTo>
                    <a:pt x="4312" y="19779"/>
                    <a:pt x="2185" y="26794"/>
                    <a:pt x="665" y="31302"/>
                  </a:cubicBezTo>
                  <a:lnTo>
                    <a:pt x="2578" y="26425"/>
                  </a:lnTo>
                  <a:lnTo>
                    <a:pt x="3446" y="23241"/>
                  </a:lnTo>
                  <a:lnTo>
                    <a:pt x="9816" y="25702"/>
                  </a:lnTo>
                  <a:lnTo>
                    <a:pt x="6486" y="22372"/>
                  </a:lnTo>
                  <a:lnTo>
                    <a:pt x="6486" y="22372"/>
                  </a:lnTo>
                  <a:cubicBezTo>
                    <a:pt x="6486" y="22373"/>
                    <a:pt x="13435" y="26570"/>
                    <a:pt x="15317" y="28308"/>
                  </a:cubicBezTo>
                  <a:cubicBezTo>
                    <a:pt x="17199" y="30044"/>
                    <a:pt x="17778" y="32217"/>
                    <a:pt x="16765" y="34678"/>
                  </a:cubicBezTo>
                  <a:cubicBezTo>
                    <a:pt x="16371" y="35633"/>
                    <a:pt x="15542" y="36761"/>
                    <a:pt x="14674" y="37785"/>
                  </a:cubicBezTo>
                  <a:cubicBezTo>
                    <a:pt x="16371" y="36724"/>
                    <a:pt x="17944" y="35460"/>
                    <a:pt x="19332" y="33987"/>
                  </a:cubicBezTo>
                  <a:lnTo>
                    <a:pt x="21942" y="31216"/>
                  </a:lnTo>
                  <a:cubicBezTo>
                    <a:pt x="21942" y="31216"/>
                    <a:pt x="12520" y="13506"/>
                    <a:pt x="8924" y="6831"/>
                  </a:cubicBezTo>
                  <a:cubicBezTo>
                    <a:pt x="6352" y="2052"/>
                    <a:pt x="2578" y="523"/>
                    <a:pt x="1" y="0"/>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0"/>
            <p:cNvSpPr/>
            <p:nvPr/>
          </p:nvSpPr>
          <p:spPr>
            <a:xfrm>
              <a:off x="5368050" y="2503250"/>
              <a:ext cx="155825" cy="143475"/>
            </a:xfrm>
            <a:custGeom>
              <a:rect b="b" l="l" r="r" t="t"/>
              <a:pathLst>
                <a:path extrusionOk="0" h="5739" w="6233">
                  <a:moveTo>
                    <a:pt x="6055" y="0"/>
                  </a:moveTo>
                  <a:cubicBezTo>
                    <a:pt x="6017" y="0"/>
                    <a:pt x="5980" y="14"/>
                    <a:pt x="5950" y="40"/>
                  </a:cubicBezTo>
                  <a:cubicBezTo>
                    <a:pt x="4028" y="1753"/>
                    <a:pt x="144" y="5427"/>
                    <a:pt x="105" y="5464"/>
                  </a:cubicBezTo>
                  <a:cubicBezTo>
                    <a:pt x="1" y="5563"/>
                    <a:pt x="71" y="5738"/>
                    <a:pt x="214" y="5738"/>
                  </a:cubicBezTo>
                  <a:cubicBezTo>
                    <a:pt x="255" y="5738"/>
                    <a:pt x="295" y="5723"/>
                    <a:pt x="323" y="5695"/>
                  </a:cubicBezTo>
                  <a:cubicBezTo>
                    <a:pt x="363" y="5657"/>
                    <a:pt x="4242" y="1986"/>
                    <a:pt x="6161" y="278"/>
                  </a:cubicBezTo>
                  <a:cubicBezTo>
                    <a:pt x="6227" y="220"/>
                    <a:pt x="6233" y="119"/>
                    <a:pt x="6174" y="54"/>
                  </a:cubicBezTo>
                  <a:cubicBezTo>
                    <a:pt x="6143" y="19"/>
                    <a:pt x="6099" y="0"/>
                    <a:pt x="605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0"/>
            <p:cNvSpPr/>
            <p:nvPr/>
          </p:nvSpPr>
          <p:spPr>
            <a:xfrm>
              <a:off x="5519875" y="2620350"/>
              <a:ext cx="37550" cy="16600"/>
            </a:xfrm>
            <a:custGeom>
              <a:rect b="b" l="l" r="r" t="t"/>
              <a:pathLst>
                <a:path extrusionOk="0" h="664" w="1502">
                  <a:moveTo>
                    <a:pt x="1323" y="0"/>
                  </a:moveTo>
                  <a:cubicBezTo>
                    <a:pt x="1305" y="0"/>
                    <a:pt x="1287" y="3"/>
                    <a:pt x="1269" y="10"/>
                  </a:cubicBezTo>
                  <a:cubicBezTo>
                    <a:pt x="896" y="143"/>
                    <a:pt x="516" y="258"/>
                    <a:pt x="130" y="350"/>
                  </a:cubicBezTo>
                  <a:cubicBezTo>
                    <a:pt x="52" y="370"/>
                    <a:pt x="0" y="443"/>
                    <a:pt x="9" y="524"/>
                  </a:cubicBezTo>
                  <a:cubicBezTo>
                    <a:pt x="19" y="604"/>
                    <a:pt x="88" y="663"/>
                    <a:pt x="167" y="663"/>
                  </a:cubicBezTo>
                  <a:cubicBezTo>
                    <a:pt x="180" y="663"/>
                    <a:pt x="193" y="661"/>
                    <a:pt x="206" y="658"/>
                  </a:cubicBezTo>
                  <a:cubicBezTo>
                    <a:pt x="602" y="563"/>
                    <a:pt x="993" y="446"/>
                    <a:pt x="1377" y="309"/>
                  </a:cubicBezTo>
                  <a:cubicBezTo>
                    <a:pt x="1459" y="279"/>
                    <a:pt x="1502" y="188"/>
                    <a:pt x="1472" y="106"/>
                  </a:cubicBezTo>
                  <a:cubicBezTo>
                    <a:pt x="1449" y="40"/>
                    <a:pt x="1388" y="0"/>
                    <a:pt x="132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0"/>
            <p:cNvSpPr/>
            <p:nvPr/>
          </p:nvSpPr>
          <p:spPr>
            <a:xfrm>
              <a:off x="5340275" y="2636275"/>
              <a:ext cx="150575" cy="15300"/>
            </a:xfrm>
            <a:custGeom>
              <a:rect b="b" l="l" r="r" t="t"/>
              <a:pathLst>
                <a:path extrusionOk="0" h="612" w="6023">
                  <a:moveTo>
                    <a:pt x="5854" y="1"/>
                  </a:moveTo>
                  <a:cubicBezTo>
                    <a:pt x="5845" y="1"/>
                    <a:pt x="5837" y="1"/>
                    <a:pt x="5829" y="3"/>
                  </a:cubicBezTo>
                  <a:cubicBezTo>
                    <a:pt x="4253" y="242"/>
                    <a:pt x="2651" y="294"/>
                    <a:pt x="1556" y="294"/>
                  </a:cubicBezTo>
                  <a:cubicBezTo>
                    <a:pt x="725" y="294"/>
                    <a:pt x="186" y="264"/>
                    <a:pt x="173" y="263"/>
                  </a:cubicBezTo>
                  <a:cubicBezTo>
                    <a:pt x="169" y="263"/>
                    <a:pt x="166" y="263"/>
                    <a:pt x="162" y="263"/>
                  </a:cubicBezTo>
                  <a:cubicBezTo>
                    <a:pt x="80" y="263"/>
                    <a:pt x="9" y="328"/>
                    <a:pt x="5" y="412"/>
                  </a:cubicBezTo>
                  <a:cubicBezTo>
                    <a:pt x="0" y="500"/>
                    <a:pt x="67" y="575"/>
                    <a:pt x="155" y="580"/>
                  </a:cubicBezTo>
                  <a:cubicBezTo>
                    <a:pt x="167" y="582"/>
                    <a:pt x="711" y="612"/>
                    <a:pt x="1550" y="612"/>
                  </a:cubicBezTo>
                  <a:cubicBezTo>
                    <a:pt x="2657" y="612"/>
                    <a:pt x="4280" y="559"/>
                    <a:pt x="5876" y="317"/>
                  </a:cubicBezTo>
                  <a:cubicBezTo>
                    <a:pt x="5963" y="304"/>
                    <a:pt x="6023" y="223"/>
                    <a:pt x="6009" y="136"/>
                  </a:cubicBezTo>
                  <a:cubicBezTo>
                    <a:pt x="5999" y="57"/>
                    <a:pt x="5931" y="1"/>
                    <a:pt x="585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0"/>
            <p:cNvSpPr/>
            <p:nvPr/>
          </p:nvSpPr>
          <p:spPr>
            <a:xfrm>
              <a:off x="5036825" y="2119350"/>
              <a:ext cx="228550" cy="197425"/>
            </a:xfrm>
            <a:custGeom>
              <a:rect b="b" l="l" r="r" t="t"/>
              <a:pathLst>
                <a:path extrusionOk="0" h="7897" w="9142">
                  <a:moveTo>
                    <a:pt x="7521" y="1"/>
                  </a:moveTo>
                  <a:lnTo>
                    <a:pt x="1" y="5287"/>
                  </a:lnTo>
                  <a:lnTo>
                    <a:pt x="2088" y="7896"/>
                  </a:lnTo>
                  <a:lnTo>
                    <a:pt x="9142" y="2085"/>
                  </a:lnTo>
                  <a:lnTo>
                    <a:pt x="752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0"/>
            <p:cNvSpPr/>
            <p:nvPr/>
          </p:nvSpPr>
          <p:spPr>
            <a:xfrm>
              <a:off x="5027775" y="2111400"/>
              <a:ext cx="246500" cy="213300"/>
            </a:xfrm>
            <a:custGeom>
              <a:rect b="b" l="l" r="r" t="t"/>
              <a:pathLst>
                <a:path extrusionOk="0" h="8532" w="9860">
                  <a:moveTo>
                    <a:pt x="7818" y="752"/>
                  </a:moveTo>
                  <a:lnTo>
                    <a:pt x="9063" y="2353"/>
                  </a:lnTo>
                  <a:lnTo>
                    <a:pt x="2496" y="7763"/>
                  </a:lnTo>
                  <a:lnTo>
                    <a:pt x="822" y="5671"/>
                  </a:lnTo>
                  <a:lnTo>
                    <a:pt x="7818" y="752"/>
                  </a:lnTo>
                  <a:close/>
                  <a:moveTo>
                    <a:pt x="7882" y="0"/>
                  </a:moveTo>
                  <a:cubicBezTo>
                    <a:pt x="7819" y="0"/>
                    <a:pt x="7755" y="19"/>
                    <a:pt x="7700" y="59"/>
                  </a:cubicBezTo>
                  <a:lnTo>
                    <a:pt x="180" y="5346"/>
                  </a:lnTo>
                  <a:cubicBezTo>
                    <a:pt x="30" y="5450"/>
                    <a:pt x="0" y="5661"/>
                    <a:pt x="115" y="5804"/>
                  </a:cubicBezTo>
                  <a:lnTo>
                    <a:pt x="2202" y="8412"/>
                  </a:lnTo>
                  <a:cubicBezTo>
                    <a:pt x="2256" y="8478"/>
                    <a:pt x="2333" y="8520"/>
                    <a:pt x="2418" y="8529"/>
                  </a:cubicBezTo>
                  <a:cubicBezTo>
                    <a:pt x="2429" y="8531"/>
                    <a:pt x="2439" y="8531"/>
                    <a:pt x="2450" y="8531"/>
                  </a:cubicBezTo>
                  <a:cubicBezTo>
                    <a:pt x="2524" y="8530"/>
                    <a:pt x="2596" y="8505"/>
                    <a:pt x="2653" y="8458"/>
                  </a:cubicBezTo>
                  <a:lnTo>
                    <a:pt x="9705" y="2647"/>
                  </a:lnTo>
                  <a:cubicBezTo>
                    <a:pt x="9837" y="2537"/>
                    <a:pt x="9860" y="2342"/>
                    <a:pt x="9754" y="2206"/>
                  </a:cubicBezTo>
                  <a:lnTo>
                    <a:pt x="8133" y="123"/>
                  </a:lnTo>
                  <a:cubicBezTo>
                    <a:pt x="8070" y="43"/>
                    <a:pt x="7977" y="0"/>
                    <a:pt x="788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0"/>
            <p:cNvSpPr/>
            <p:nvPr/>
          </p:nvSpPr>
          <p:spPr>
            <a:xfrm>
              <a:off x="4511100" y="2350700"/>
              <a:ext cx="930525" cy="912425"/>
            </a:xfrm>
            <a:custGeom>
              <a:rect b="b" l="l" r="r" t="t"/>
              <a:pathLst>
                <a:path extrusionOk="0" h="36497" w="37221">
                  <a:moveTo>
                    <a:pt x="28376" y="0"/>
                  </a:moveTo>
                  <a:lnTo>
                    <a:pt x="23346" y="22714"/>
                  </a:lnTo>
                  <a:lnTo>
                    <a:pt x="1" y="34311"/>
                  </a:lnTo>
                  <a:lnTo>
                    <a:pt x="1476" y="36497"/>
                  </a:lnTo>
                  <a:cubicBezTo>
                    <a:pt x="1476" y="36497"/>
                    <a:pt x="28656" y="29291"/>
                    <a:pt x="29506" y="28644"/>
                  </a:cubicBezTo>
                  <a:cubicBezTo>
                    <a:pt x="30356" y="27997"/>
                    <a:pt x="36958" y="6186"/>
                    <a:pt x="37221" y="3648"/>
                  </a:cubicBezTo>
                  <a:lnTo>
                    <a:pt x="2837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0"/>
            <p:cNvSpPr/>
            <p:nvPr/>
          </p:nvSpPr>
          <p:spPr>
            <a:xfrm>
              <a:off x="4502825" y="2342750"/>
              <a:ext cx="947225" cy="928325"/>
            </a:xfrm>
            <a:custGeom>
              <a:rect b="b" l="l" r="r" t="t"/>
              <a:pathLst>
                <a:path extrusionOk="0" h="37133" w="37889">
                  <a:moveTo>
                    <a:pt x="28706" y="1"/>
                  </a:moveTo>
                  <a:cubicBezTo>
                    <a:pt x="28560" y="1"/>
                    <a:pt x="28429" y="101"/>
                    <a:pt x="28397" y="250"/>
                  </a:cubicBezTo>
                  <a:lnTo>
                    <a:pt x="23400" y="22816"/>
                  </a:lnTo>
                  <a:lnTo>
                    <a:pt x="190" y="34344"/>
                  </a:lnTo>
                  <a:cubicBezTo>
                    <a:pt x="108" y="34383"/>
                    <a:pt x="48" y="34458"/>
                    <a:pt x="24" y="34546"/>
                  </a:cubicBezTo>
                  <a:cubicBezTo>
                    <a:pt x="1" y="34635"/>
                    <a:pt x="17" y="34729"/>
                    <a:pt x="68" y="34805"/>
                  </a:cubicBezTo>
                  <a:lnTo>
                    <a:pt x="1544" y="36993"/>
                  </a:lnTo>
                  <a:cubicBezTo>
                    <a:pt x="1603" y="37080"/>
                    <a:pt x="1702" y="37132"/>
                    <a:pt x="1807" y="37132"/>
                  </a:cubicBezTo>
                  <a:cubicBezTo>
                    <a:pt x="1834" y="37132"/>
                    <a:pt x="1863" y="37128"/>
                    <a:pt x="1889" y="37122"/>
                  </a:cubicBezTo>
                  <a:cubicBezTo>
                    <a:pt x="6438" y="35916"/>
                    <a:pt x="29173" y="29868"/>
                    <a:pt x="30029" y="29215"/>
                  </a:cubicBezTo>
                  <a:cubicBezTo>
                    <a:pt x="31054" y="28434"/>
                    <a:pt x="37619" y="6396"/>
                    <a:pt x="37868" y="3998"/>
                  </a:cubicBezTo>
                  <a:cubicBezTo>
                    <a:pt x="37889" y="3821"/>
                    <a:pt x="37762" y="3662"/>
                    <a:pt x="37585" y="3645"/>
                  </a:cubicBezTo>
                  <a:cubicBezTo>
                    <a:pt x="37574" y="3643"/>
                    <a:pt x="37562" y="3643"/>
                    <a:pt x="37551" y="3643"/>
                  </a:cubicBezTo>
                  <a:cubicBezTo>
                    <a:pt x="37389" y="3643"/>
                    <a:pt x="37251" y="3767"/>
                    <a:pt x="37237" y="3932"/>
                  </a:cubicBezTo>
                  <a:cubicBezTo>
                    <a:pt x="36950" y="6698"/>
                    <a:pt x="30479" y="27783"/>
                    <a:pt x="29650" y="28704"/>
                  </a:cubicBezTo>
                  <a:cubicBezTo>
                    <a:pt x="28861" y="29206"/>
                    <a:pt x="12735" y="33588"/>
                    <a:pt x="1945" y="36450"/>
                  </a:cubicBezTo>
                  <a:lnTo>
                    <a:pt x="799" y="34751"/>
                  </a:lnTo>
                  <a:lnTo>
                    <a:pt x="23819" y="23318"/>
                  </a:lnTo>
                  <a:cubicBezTo>
                    <a:pt x="23904" y="23274"/>
                    <a:pt x="23966" y="23196"/>
                    <a:pt x="23987" y="23101"/>
                  </a:cubicBezTo>
                  <a:lnTo>
                    <a:pt x="29017" y="387"/>
                  </a:lnTo>
                  <a:cubicBezTo>
                    <a:pt x="29054" y="216"/>
                    <a:pt x="28946" y="46"/>
                    <a:pt x="28775" y="8"/>
                  </a:cubicBezTo>
                  <a:cubicBezTo>
                    <a:pt x="28752" y="3"/>
                    <a:pt x="28729" y="1"/>
                    <a:pt x="287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0"/>
            <p:cNvSpPr/>
            <p:nvPr/>
          </p:nvSpPr>
          <p:spPr>
            <a:xfrm>
              <a:off x="4563075" y="2436300"/>
              <a:ext cx="851350" cy="822825"/>
            </a:xfrm>
            <a:custGeom>
              <a:rect b="b" l="l" r="r" t="t"/>
              <a:pathLst>
                <a:path extrusionOk="0" h="32913" w="34054">
                  <a:moveTo>
                    <a:pt x="33462" y="0"/>
                  </a:moveTo>
                  <a:cubicBezTo>
                    <a:pt x="33429" y="0"/>
                    <a:pt x="33393" y="26"/>
                    <a:pt x="33356" y="82"/>
                  </a:cubicBezTo>
                  <a:cubicBezTo>
                    <a:pt x="32778" y="951"/>
                    <a:pt x="31620" y="7900"/>
                    <a:pt x="29738" y="12966"/>
                  </a:cubicBezTo>
                  <a:cubicBezTo>
                    <a:pt x="27855" y="18033"/>
                    <a:pt x="24236" y="20205"/>
                    <a:pt x="24960" y="20350"/>
                  </a:cubicBezTo>
                  <a:cubicBezTo>
                    <a:pt x="25684" y="20496"/>
                    <a:pt x="26263" y="22811"/>
                    <a:pt x="26263" y="22811"/>
                  </a:cubicBezTo>
                  <a:lnTo>
                    <a:pt x="1" y="32912"/>
                  </a:lnTo>
                  <a:cubicBezTo>
                    <a:pt x="1470" y="32522"/>
                    <a:pt x="5476" y="31454"/>
                    <a:pt x="9995" y="30231"/>
                  </a:cubicBezTo>
                  <a:lnTo>
                    <a:pt x="27427" y="25220"/>
                  </a:lnTo>
                  <a:lnTo>
                    <a:pt x="29128" y="20884"/>
                  </a:lnTo>
                  <a:cubicBezTo>
                    <a:pt x="30648" y="16375"/>
                    <a:pt x="32775" y="9360"/>
                    <a:pt x="34054" y="4715"/>
                  </a:cubicBezTo>
                  <a:cubicBezTo>
                    <a:pt x="33994" y="3147"/>
                    <a:pt x="33831" y="0"/>
                    <a:pt x="33462" y="0"/>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0"/>
            <p:cNvSpPr/>
            <p:nvPr/>
          </p:nvSpPr>
          <p:spPr>
            <a:xfrm>
              <a:off x="4243200" y="3169975"/>
              <a:ext cx="307950" cy="243775"/>
            </a:xfrm>
            <a:custGeom>
              <a:rect b="b" l="l" r="r" t="t"/>
              <a:pathLst>
                <a:path extrusionOk="0" h="9751" w="12318">
                  <a:moveTo>
                    <a:pt x="2853" y="0"/>
                  </a:moveTo>
                  <a:cubicBezTo>
                    <a:pt x="2634" y="0"/>
                    <a:pt x="2437" y="147"/>
                    <a:pt x="2379" y="363"/>
                  </a:cubicBezTo>
                  <a:cubicBezTo>
                    <a:pt x="2314" y="602"/>
                    <a:pt x="2437" y="852"/>
                    <a:pt x="2665" y="947"/>
                  </a:cubicBezTo>
                  <a:lnTo>
                    <a:pt x="5522" y="2136"/>
                  </a:lnTo>
                  <a:lnTo>
                    <a:pt x="3463" y="3820"/>
                  </a:lnTo>
                  <a:cubicBezTo>
                    <a:pt x="2878" y="4278"/>
                    <a:pt x="330" y="5806"/>
                    <a:pt x="138" y="6393"/>
                  </a:cubicBezTo>
                  <a:cubicBezTo>
                    <a:pt x="1" y="6814"/>
                    <a:pt x="122" y="6952"/>
                    <a:pt x="349" y="6952"/>
                  </a:cubicBezTo>
                  <a:cubicBezTo>
                    <a:pt x="738" y="6952"/>
                    <a:pt x="1439" y="6545"/>
                    <a:pt x="1678" y="6458"/>
                  </a:cubicBezTo>
                  <a:cubicBezTo>
                    <a:pt x="2507" y="6156"/>
                    <a:pt x="3033" y="5780"/>
                    <a:pt x="4434" y="5238"/>
                  </a:cubicBezTo>
                  <a:lnTo>
                    <a:pt x="4434" y="5238"/>
                  </a:lnTo>
                  <a:cubicBezTo>
                    <a:pt x="4707" y="5607"/>
                    <a:pt x="1543" y="7376"/>
                    <a:pt x="1180" y="7662"/>
                  </a:cubicBezTo>
                  <a:cubicBezTo>
                    <a:pt x="1027" y="7782"/>
                    <a:pt x="783" y="7931"/>
                    <a:pt x="770" y="8154"/>
                  </a:cubicBezTo>
                  <a:cubicBezTo>
                    <a:pt x="755" y="8436"/>
                    <a:pt x="895" y="8535"/>
                    <a:pt x="1103" y="8535"/>
                  </a:cubicBezTo>
                  <a:cubicBezTo>
                    <a:pt x="1546" y="8535"/>
                    <a:pt x="2300" y="8085"/>
                    <a:pt x="2534" y="7987"/>
                  </a:cubicBezTo>
                  <a:cubicBezTo>
                    <a:pt x="3520" y="7572"/>
                    <a:pt x="4489" y="7119"/>
                    <a:pt x="5473" y="6701"/>
                  </a:cubicBezTo>
                  <a:lnTo>
                    <a:pt x="5473" y="6701"/>
                  </a:lnTo>
                  <a:cubicBezTo>
                    <a:pt x="4785" y="7215"/>
                    <a:pt x="3631" y="7796"/>
                    <a:pt x="2943" y="8311"/>
                  </a:cubicBezTo>
                  <a:cubicBezTo>
                    <a:pt x="2655" y="8525"/>
                    <a:pt x="2288" y="8663"/>
                    <a:pt x="2028" y="8923"/>
                  </a:cubicBezTo>
                  <a:cubicBezTo>
                    <a:pt x="1732" y="9232"/>
                    <a:pt x="1895" y="9565"/>
                    <a:pt x="2267" y="9565"/>
                  </a:cubicBezTo>
                  <a:cubicBezTo>
                    <a:pt x="2335" y="9565"/>
                    <a:pt x="2411" y="9554"/>
                    <a:pt x="2492" y="9529"/>
                  </a:cubicBezTo>
                  <a:cubicBezTo>
                    <a:pt x="2979" y="9380"/>
                    <a:pt x="3667" y="8934"/>
                    <a:pt x="4115" y="8693"/>
                  </a:cubicBezTo>
                  <a:cubicBezTo>
                    <a:pt x="4907" y="8263"/>
                    <a:pt x="5344" y="7874"/>
                    <a:pt x="6137" y="7445"/>
                  </a:cubicBezTo>
                  <a:lnTo>
                    <a:pt x="6137" y="7445"/>
                  </a:lnTo>
                  <a:cubicBezTo>
                    <a:pt x="5561" y="7892"/>
                    <a:pt x="5284" y="8221"/>
                    <a:pt x="4705" y="8664"/>
                  </a:cubicBezTo>
                  <a:cubicBezTo>
                    <a:pt x="4481" y="8836"/>
                    <a:pt x="3973" y="9136"/>
                    <a:pt x="3869" y="9409"/>
                  </a:cubicBezTo>
                  <a:cubicBezTo>
                    <a:pt x="3773" y="9657"/>
                    <a:pt x="3845" y="9751"/>
                    <a:pt x="4008" y="9751"/>
                  </a:cubicBezTo>
                  <a:cubicBezTo>
                    <a:pt x="4467" y="9751"/>
                    <a:pt x="5648" y="9002"/>
                    <a:pt x="5823" y="8876"/>
                  </a:cubicBezTo>
                  <a:cubicBezTo>
                    <a:pt x="6640" y="8287"/>
                    <a:pt x="7598" y="7806"/>
                    <a:pt x="8369" y="7181"/>
                  </a:cubicBezTo>
                  <a:cubicBezTo>
                    <a:pt x="8477" y="7095"/>
                    <a:pt x="9605" y="5960"/>
                    <a:pt x="9629" y="5960"/>
                  </a:cubicBezTo>
                  <a:cubicBezTo>
                    <a:pt x="9629" y="5960"/>
                    <a:pt x="9629" y="5960"/>
                    <a:pt x="9629" y="5960"/>
                  </a:cubicBezTo>
                  <a:lnTo>
                    <a:pt x="12318" y="3879"/>
                  </a:lnTo>
                  <a:lnTo>
                    <a:pt x="10717" y="1540"/>
                  </a:lnTo>
                  <a:lnTo>
                    <a:pt x="2920" y="5"/>
                  </a:lnTo>
                  <a:cubicBezTo>
                    <a:pt x="2898" y="2"/>
                    <a:pt x="2875" y="0"/>
                    <a:pt x="285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0"/>
            <p:cNvSpPr/>
            <p:nvPr/>
          </p:nvSpPr>
          <p:spPr>
            <a:xfrm>
              <a:off x="4238950" y="3165975"/>
              <a:ext cx="316700" cy="251575"/>
            </a:xfrm>
            <a:custGeom>
              <a:rect b="b" l="l" r="r" t="t"/>
              <a:pathLst>
                <a:path extrusionOk="0" h="10063" w="12668">
                  <a:moveTo>
                    <a:pt x="3025" y="319"/>
                  </a:moveTo>
                  <a:cubicBezTo>
                    <a:pt x="3036" y="319"/>
                    <a:pt x="3048" y="319"/>
                    <a:pt x="3059" y="320"/>
                  </a:cubicBezTo>
                  <a:lnTo>
                    <a:pt x="10791" y="1842"/>
                  </a:lnTo>
                  <a:lnTo>
                    <a:pt x="12271" y="4004"/>
                  </a:lnTo>
                  <a:lnTo>
                    <a:pt x="9702" y="5996"/>
                  </a:lnTo>
                  <a:lnTo>
                    <a:pt x="9708" y="6003"/>
                  </a:lnTo>
                  <a:cubicBezTo>
                    <a:pt x="9598" y="6083"/>
                    <a:pt x="9412" y="6267"/>
                    <a:pt x="9046" y="6628"/>
                  </a:cubicBezTo>
                  <a:cubicBezTo>
                    <a:pt x="8795" y="6875"/>
                    <a:pt x="8484" y="7182"/>
                    <a:pt x="8439" y="7219"/>
                  </a:cubicBezTo>
                  <a:cubicBezTo>
                    <a:pt x="8007" y="7569"/>
                    <a:pt x="7501" y="7882"/>
                    <a:pt x="7013" y="8184"/>
                  </a:cubicBezTo>
                  <a:cubicBezTo>
                    <a:pt x="6641" y="8415"/>
                    <a:pt x="6255" y="8651"/>
                    <a:pt x="5901" y="8908"/>
                  </a:cubicBezTo>
                  <a:cubicBezTo>
                    <a:pt x="5517" y="9183"/>
                    <a:pt x="4462" y="9773"/>
                    <a:pt x="4194" y="9773"/>
                  </a:cubicBezTo>
                  <a:cubicBezTo>
                    <a:pt x="4179" y="9773"/>
                    <a:pt x="4167" y="9771"/>
                    <a:pt x="4157" y="9768"/>
                  </a:cubicBezTo>
                  <a:cubicBezTo>
                    <a:pt x="4157" y="9767"/>
                    <a:pt x="4147" y="9730"/>
                    <a:pt x="4188" y="9627"/>
                  </a:cubicBezTo>
                  <a:cubicBezTo>
                    <a:pt x="4252" y="9458"/>
                    <a:pt x="4574" y="9232"/>
                    <a:pt x="4787" y="9084"/>
                  </a:cubicBezTo>
                  <a:cubicBezTo>
                    <a:pt x="4858" y="9035"/>
                    <a:pt x="4921" y="8990"/>
                    <a:pt x="4972" y="8951"/>
                  </a:cubicBezTo>
                  <a:cubicBezTo>
                    <a:pt x="5271" y="8722"/>
                    <a:pt x="5494" y="8519"/>
                    <a:pt x="5709" y="8324"/>
                  </a:cubicBezTo>
                  <a:cubicBezTo>
                    <a:pt x="5915" y="8138"/>
                    <a:pt x="6126" y="7947"/>
                    <a:pt x="6404" y="7731"/>
                  </a:cubicBezTo>
                  <a:cubicBezTo>
                    <a:pt x="6522" y="7638"/>
                    <a:pt x="6458" y="7447"/>
                    <a:pt x="6307" y="7447"/>
                  </a:cubicBezTo>
                  <a:cubicBezTo>
                    <a:pt x="6280" y="7447"/>
                    <a:pt x="6253" y="7454"/>
                    <a:pt x="6231" y="7466"/>
                  </a:cubicBezTo>
                  <a:cubicBezTo>
                    <a:pt x="5829" y="7684"/>
                    <a:pt x="5514" y="7894"/>
                    <a:pt x="5209" y="8097"/>
                  </a:cubicBezTo>
                  <a:cubicBezTo>
                    <a:pt x="4909" y="8295"/>
                    <a:pt x="4599" y="8502"/>
                    <a:pt x="4208" y="8713"/>
                  </a:cubicBezTo>
                  <a:cubicBezTo>
                    <a:pt x="4089" y="8778"/>
                    <a:pt x="3953" y="8857"/>
                    <a:pt x="3807" y="8941"/>
                  </a:cubicBezTo>
                  <a:cubicBezTo>
                    <a:pt x="3408" y="9171"/>
                    <a:pt x="2956" y="9434"/>
                    <a:pt x="2615" y="9537"/>
                  </a:cubicBezTo>
                  <a:cubicBezTo>
                    <a:pt x="2548" y="9558"/>
                    <a:pt x="2488" y="9567"/>
                    <a:pt x="2436" y="9567"/>
                  </a:cubicBezTo>
                  <a:cubicBezTo>
                    <a:pt x="2328" y="9567"/>
                    <a:pt x="2254" y="9528"/>
                    <a:pt x="2222" y="9478"/>
                  </a:cubicBezTo>
                  <a:cubicBezTo>
                    <a:pt x="2179" y="9406"/>
                    <a:pt x="2212" y="9297"/>
                    <a:pt x="2310" y="9195"/>
                  </a:cubicBezTo>
                  <a:cubicBezTo>
                    <a:pt x="2450" y="9054"/>
                    <a:pt x="2630" y="8951"/>
                    <a:pt x="2820" y="8840"/>
                  </a:cubicBezTo>
                  <a:cubicBezTo>
                    <a:pt x="2951" y="8767"/>
                    <a:pt x="3085" y="8688"/>
                    <a:pt x="3207" y="8598"/>
                  </a:cubicBezTo>
                  <a:cubicBezTo>
                    <a:pt x="3545" y="8346"/>
                    <a:pt x="4010" y="8070"/>
                    <a:pt x="4460" y="7802"/>
                  </a:cubicBezTo>
                  <a:cubicBezTo>
                    <a:pt x="4915" y="7531"/>
                    <a:pt x="5387" y="7249"/>
                    <a:pt x="5738" y="6988"/>
                  </a:cubicBezTo>
                  <a:cubicBezTo>
                    <a:pt x="5803" y="6941"/>
                    <a:pt x="5821" y="6852"/>
                    <a:pt x="5782" y="6783"/>
                  </a:cubicBezTo>
                  <a:cubicBezTo>
                    <a:pt x="5751" y="6731"/>
                    <a:pt x="5698" y="6702"/>
                    <a:pt x="5642" y="6702"/>
                  </a:cubicBezTo>
                  <a:cubicBezTo>
                    <a:pt x="5622" y="6702"/>
                    <a:pt x="5601" y="6706"/>
                    <a:pt x="5581" y="6714"/>
                  </a:cubicBezTo>
                  <a:cubicBezTo>
                    <a:pt x="5112" y="6914"/>
                    <a:pt x="4645" y="7121"/>
                    <a:pt x="4179" y="7329"/>
                  </a:cubicBezTo>
                  <a:cubicBezTo>
                    <a:pt x="3668" y="7557"/>
                    <a:pt x="3157" y="7783"/>
                    <a:pt x="2641" y="8000"/>
                  </a:cubicBezTo>
                  <a:cubicBezTo>
                    <a:pt x="2586" y="8024"/>
                    <a:pt x="2501" y="8067"/>
                    <a:pt x="2399" y="8118"/>
                  </a:cubicBezTo>
                  <a:cubicBezTo>
                    <a:pt x="2156" y="8242"/>
                    <a:pt x="1573" y="8539"/>
                    <a:pt x="1275" y="8539"/>
                  </a:cubicBezTo>
                  <a:cubicBezTo>
                    <a:pt x="1224" y="8539"/>
                    <a:pt x="1181" y="8530"/>
                    <a:pt x="1149" y="8510"/>
                  </a:cubicBezTo>
                  <a:cubicBezTo>
                    <a:pt x="1111" y="8484"/>
                    <a:pt x="1093" y="8422"/>
                    <a:pt x="1098" y="8322"/>
                  </a:cubicBezTo>
                  <a:cubicBezTo>
                    <a:pt x="1105" y="8204"/>
                    <a:pt x="1256" y="8091"/>
                    <a:pt x="1377" y="8000"/>
                  </a:cubicBezTo>
                  <a:lnTo>
                    <a:pt x="1448" y="7947"/>
                  </a:lnTo>
                  <a:cubicBezTo>
                    <a:pt x="1533" y="7881"/>
                    <a:pt x="1817" y="7705"/>
                    <a:pt x="2145" y="7502"/>
                  </a:cubicBezTo>
                  <a:cubicBezTo>
                    <a:pt x="3796" y="6484"/>
                    <a:pt x="4705" y="5864"/>
                    <a:pt x="4773" y="5504"/>
                  </a:cubicBezTo>
                  <a:cubicBezTo>
                    <a:pt x="4789" y="5434"/>
                    <a:pt x="4774" y="5361"/>
                    <a:pt x="4731" y="5304"/>
                  </a:cubicBezTo>
                  <a:cubicBezTo>
                    <a:pt x="4700" y="5263"/>
                    <a:pt x="4652" y="5240"/>
                    <a:pt x="4603" y="5240"/>
                  </a:cubicBezTo>
                  <a:cubicBezTo>
                    <a:pt x="4584" y="5240"/>
                    <a:pt x="4565" y="5243"/>
                    <a:pt x="4547" y="5250"/>
                  </a:cubicBezTo>
                  <a:cubicBezTo>
                    <a:pt x="3784" y="5545"/>
                    <a:pt x="3284" y="5788"/>
                    <a:pt x="2845" y="6002"/>
                  </a:cubicBezTo>
                  <a:cubicBezTo>
                    <a:pt x="2480" y="6179"/>
                    <a:pt x="2166" y="6333"/>
                    <a:pt x="1794" y="6469"/>
                  </a:cubicBezTo>
                  <a:cubicBezTo>
                    <a:pt x="1723" y="6494"/>
                    <a:pt x="1615" y="6545"/>
                    <a:pt x="1488" y="6607"/>
                  </a:cubicBezTo>
                  <a:cubicBezTo>
                    <a:pt x="1292" y="6699"/>
                    <a:pt x="758" y="6960"/>
                    <a:pt x="521" y="6960"/>
                  </a:cubicBezTo>
                  <a:cubicBezTo>
                    <a:pt x="480" y="6960"/>
                    <a:pt x="448" y="6952"/>
                    <a:pt x="429" y="6934"/>
                  </a:cubicBezTo>
                  <a:cubicBezTo>
                    <a:pt x="407" y="6916"/>
                    <a:pt x="386" y="6824"/>
                    <a:pt x="458" y="6602"/>
                  </a:cubicBezTo>
                  <a:cubicBezTo>
                    <a:pt x="579" y="6229"/>
                    <a:pt x="2077" y="5229"/>
                    <a:pt x="2882" y="4691"/>
                  </a:cubicBezTo>
                  <a:cubicBezTo>
                    <a:pt x="3248" y="4445"/>
                    <a:pt x="3564" y="4234"/>
                    <a:pt x="3734" y="4102"/>
                  </a:cubicBezTo>
                  <a:lnTo>
                    <a:pt x="5790" y="2419"/>
                  </a:lnTo>
                  <a:cubicBezTo>
                    <a:pt x="5884" y="2343"/>
                    <a:pt x="5861" y="2195"/>
                    <a:pt x="5752" y="2149"/>
                  </a:cubicBezTo>
                  <a:lnTo>
                    <a:pt x="2896" y="961"/>
                  </a:lnTo>
                  <a:cubicBezTo>
                    <a:pt x="2765" y="905"/>
                    <a:pt x="2683" y="775"/>
                    <a:pt x="2691" y="633"/>
                  </a:cubicBezTo>
                  <a:cubicBezTo>
                    <a:pt x="2696" y="539"/>
                    <a:pt x="2739" y="454"/>
                    <a:pt x="2811" y="395"/>
                  </a:cubicBezTo>
                  <a:cubicBezTo>
                    <a:pt x="2872" y="345"/>
                    <a:pt x="2947" y="319"/>
                    <a:pt x="3025" y="319"/>
                  </a:cubicBezTo>
                  <a:close/>
                  <a:moveTo>
                    <a:pt x="3023" y="1"/>
                  </a:moveTo>
                  <a:cubicBezTo>
                    <a:pt x="2733" y="1"/>
                    <a:pt x="2472" y="196"/>
                    <a:pt x="2394" y="482"/>
                  </a:cubicBezTo>
                  <a:cubicBezTo>
                    <a:pt x="2310" y="798"/>
                    <a:pt x="2471" y="1128"/>
                    <a:pt x="2774" y="1254"/>
                  </a:cubicBezTo>
                  <a:lnTo>
                    <a:pt x="5384" y="2341"/>
                  </a:lnTo>
                  <a:lnTo>
                    <a:pt x="3535" y="3855"/>
                  </a:lnTo>
                  <a:cubicBezTo>
                    <a:pt x="3378" y="3977"/>
                    <a:pt x="3066" y="4186"/>
                    <a:pt x="2705" y="4426"/>
                  </a:cubicBezTo>
                  <a:cubicBezTo>
                    <a:pt x="1396" y="5301"/>
                    <a:pt x="299" y="6062"/>
                    <a:pt x="156" y="6505"/>
                  </a:cubicBezTo>
                  <a:cubicBezTo>
                    <a:pt x="117" y="6622"/>
                    <a:pt x="0" y="6983"/>
                    <a:pt x="218" y="7173"/>
                  </a:cubicBezTo>
                  <a:cubicBezTo>
                    <a:pt x="297" y="7242"/>
                    <a:pt x="398" y="7272"/>
                    <a:pt x="517" y="7272"/>
                  </a:cubicBezTo>
                  <a:cubicBezTo>
                    <a:pt x="803" y="7272"/>
                    <a:pt x="1193" y="7100"/>
                    <a:pt x="1625" y="6893"/>
                  </a:cubicBezTo>
                  <a:cubicBezTo>
                    <a:pt x="1741" y="6837"/>
                    <a:pt x="1838" y="6790"/>
                    <a:pt x="1903" y="6768"/>
                  </a:cubicBezTo>
                  <a:cubicBezTo>
                    <a:pt x="2291" y="6626"/>
                    <a:pt x="2612" y="6469"/>
                    <a:pt x="2983" y="6288"/>
                  </a:cubicBezTo>
                  <a:cubicBezTo>
                    <a:pt x="3327" y="6120"/>
                    <a:pt x="3708" y="5935"/>
                    <a:pt x="4223" y="5721"/>
                  </a:cubicBezTo>
                  <a:lnTo>
                    <a:pt x="4223" y="5721"/>
                  </a:lnTo>
                  <a:cubicBezTo>
                    <a:pt x="3708" y="6165"/>
                    <a:pt x="2501" y="6911"/>
                    <a:pt x="1978" y="7233"/>
                  </a:cubicBezTo>
                  <a:cubicBezTo>
                    <a:pt x="1614" y="7457"/>
                    <a:pt x="1350" y="7619"/>
                    <a:pt x="1251" y="7696"/>
                  </a:cubicBezTo>
                  <a:lnTo>
                    <a:pt x="1188" y="7746"/>
                  </a:lnTo>
                  <a:cubicBezTo>
                    <a:pt x="1022" y="7871"/>
                    <a:pt x="795" y="8039"/>
                    <a:pt x="781" y="8306"/>
                  </a:cubicBezTo>
                  <a:cubicBezTo>
                    <a:pt x="766" y="8580"/>
                    <a:pt x="879" y="8713"/>
                    <a:pt x="975" y="8777"/>
                  </a:cubicBezTo>
                  <a:cubicBezTo>
                    <a:pt x="1058" y="8831"/>
                    <a:pt x="1159" y="8854"/>
                    <a:pt x="1272" y="8854"/>
                  </a:cubicBezTo>
                  <a:cubicBezTo>
                    <a:pt x="1618" y="8854"/>
                    <a:pt x="2083" y="8636"/>
                    <a:pt x="2541" y="8402"/>
                  </a:cubicBezTo>
                  <a:cubicBezTo>
                    <a:pt x="2636" y="8354"/>
                    <a:pt x="2713" y="8315"/>
                    <a:pt x="2764" y="8293"/>
                  </a:cubicBezTo>
                  <a:cubicBezTo>
                    <a:pt x="3076" y="8162"/>
                    <a:pt x="3386" y="8027"/>
                    <a:pt x="3696" y="7890"/>
                  </a:cubicBezTo>
                  <a:lnTo>
                    <a:pt x="3696" y="7890"/>
                  </a:lnTo>
                  <a:cubicBezTo>
                    <a:pt x="3447" y="8044"/>
                    <a:pt x="3215" y="8197"/>
                    <a:pt x="3018" y="8342"/>
                  </a:cubicBezTo>
                  <a:cubicBezTo>
                    <a:pt x="2907" y="8425"/>
                    <a:pt x="2785" y="8494"/>
                    <a:pt x="2662" y="8566"/>
                  </a:cubicBezTo>
                  <a:cubicBezTo>
                    <a:pt x="2463" y="8681"/>
                    <a:pt x="2256" y="8801"/>
                    <a:pt x="2082" y="8974"/>
                  </a:cubicBezTo>
                  <a:cubicBezTo>
                    <a:pt x="1838" y="9229"/>
                    <a:pt x="1855" y="9488"/>
                    <a:pt x="1952" y="9645"/>
                  </a:cubicBezTo>
                  <a:cubicBezTo>
                    <a:pt x="2048" y="9801"/>
                    <a:pt x="2225" y="9884"/>
                    <a:pt x="2437" y="9884"/>
                  </a:cubicBezTo>
                  <a:cubicBezTo>
                    <a:pt x="2522" y="9884"/>
                    <a:pt x="2613" y="9870"/>
                    <a:pt x="2707" y="9842"/>
                  </a:cubicBezTo>
                  <a:cubicBezTo>
                    <a:pt x="3083" y="9727"/>
                    <a:pt x="3552" y="9455"/>
                    <a:pt x="3967" y="9215"/>
                  </a:cubicBezTo>
                  <a:cubicBezTo>
                    <a:pt x="4108" y="9133"/>
                    <a:pt x="4243" y="9056"/>
                    <a:pt x="4360" y="8992"/>
                  </a:cubicBezTo>
                  <a:cubicBezTo>
                    <a:pt x="4371" y="8986"/>
                    <a:pt x="4384" y="8980"/>
                    <a:pt x="4396" y="8972"/>
                  </a:cubicBezTo>
                  <a:lnTo>
                    <a:pt x="4396" y="8972"/>
                  </a:lnTo>
                  <a:cubicBezTo>
                    <a:pt x="4178" y="9133"/>
                    <a:pt x="3965" y="9317"/>
                    <a:pt x="3891" y="9513"/>
                  </a:cubicBezTo>
                  <a:cubicBezTo>
                    <a:pt x="3803" y="9739"/>
                    <a:pt x="3823" y="9905"/>
                    <a:pt x="3950" y="10002"/>
                  </a:cubicBezTo>
                  <a:cubicBezTo>
                    <a:pt x="4005" y="10044"/>
                    <a:pt x="4079" y="10063"/>
                    <a:pt x="4168" y="10063"/>
                  </a:cubicBezTo>
                  <a:cubicBezTo>
                    <a:pt x="4782" y="10063"/>
                    <a:pt x="6072" y="9175"/>
                    <a:pt x="6087" y="9165"/>
                  </a:cubicBezTo>
                  <a:cubicBezTo>
                    <a:pt x="6433" y="8916"/>
                    <a:pt x="6812" y="8681"/>
                    <a:pt x="7180" y="8454"/>
                  </a:cubicBezTo>
                  <a:cubicBezTo>
                    <a:pt x="7678" y="8147"/>
                    <a:pt x="8192" y="7829"/>
                    <a:pt x="8640" y="7466"/>
                  </a:cubicBezTo>
                  <a:cubicBezTo>
                    <a:pt x="8695" y="7421"/>
                    <a:pt x="8915" y="7205"/>
                    <a:pt x="9271" y="6853"/>
                  </a:cubicBezTo>
                  <a:cubicBezTo>
                    <a:pt x="9517" y="6609"/>
                    <a:pt x="9822" y="6308"/>
                    <a:pt x="9885" y="6255"/>
                  </a:cubicBezTo>
                  <a:cubicBezTo>
                    <a:pt x="9888" y="6252"/>
                    <a:pt x="9893" y="6250"/>
                    <a:pt x="9897" y="6246"/>
                  </a:cubicBezTo>
                  <a:lnTo>
                    <a:pt x="12585" y="4165"/>
                  </a:lnTo>
                  <a:cubicBezTo>
                    <a:pt x="12652" y="4112"/>
                    <a:pt x="12667" y="4018"/>
                    <a:pt x="12619" y="3949"/>
                  </a:cubicBezTo>
                  <a:lnTo>
                    <a:pt x="11018" y="1609"/>
                  </a:lnTo>
                  <a:cubicBezTo>
                    <a:pt x="10994" y="1575"/>
                    <a:pt x="10958" y="1551"/>
                    <a:pt x="10918" y="1544"/>
                  </a:cubicBezTo>
                  <a:lnTo>
                    <a:pt x="3110" y="7"/>
                  </a:lnTo>
                  <a:cubicBezTo>
                    <a:pt x="3081" y="3"/>
                    <a:pt x="3052" y="1"/>
                    <a:pt x="30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30"/>
            <p:cNvSpPr/>
            <p:nvPr/>
          </p:nvSpPr>
          <p:spPr>
            <a:xfrm>
              <a:off x="4975325" y="2276375"/>
              <a:ext cx="114900" cy="163600"/>
            </a:xfrm>
            <a:custGeom>
              <a:rect b="b" l="l" r="r" t="t"/>
              <a:pathLst>
                <a:path extrusionOk="0" h="6544" w="4596">
                  <a:moveTo>
                    <a:pt x="180" y="0"/>
                  </a:moveTo>
                  <a:cubicBezTo>
                    <a:pt x="150" y="0"/>
                    <a:pt x="119" y="9"/>
                    <a:pt x="92" y="28"/>
                  </a:cubicBezTo>
                  <a:cubicBezTo>
                    <a:pt x="21" y="76"/>
                    <a:pt x="1" y="172"/>
                    <a:pt x="47" y="244"/>
                  </a:cubicBezTo>
                  <a:lnTo>
                    <a:pt x="4283" y="6475"/>
                  </a:lnTo>
                  <a:cubicBezTo>
                    <a:pt x="4313" y="6517"/>
                    <a:pt x="4363" y="6544"/>
                    <a:pt x="4415" y="6544"/>
                  </a:cubicBezTo>
                  <a:cubicBezTo>
                    <a:pt x="4447" y="6544"/>
                    <a:pt x="4479" y="6535"/>
                    <a:pt x="4505" y="6516"/>
                  </a:cubicBezTo>
                  <a:cubicBezTo>
                    <a:pt x="4577" y="6468"/>
                    <a:pt x="4596" y="6368"/>
                    <a:pt x="4547" y="6296"/>
                  </a:cubicBezTo>
                  <a:lnTo>
                    <a:pt x="309" y="66"/>
                  </a:lnTo>
                  <a:cubicBezTo>
                    <a:pt x="279" y="23"/>
                    <a:pt x="230" y="0"/>
                    <a:pt x="18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0"/>
            <p:cNvSpPr/>
            <p:nvPr/>
          </p:nvSpPr>
          <p:spPr>
            <a:xfrm>
              <a:off x="4952225" y="2327775"/>
              <a:ext cx="127925" cy="107075"/>
            </a:xfrm>
            <a:custGeom>
              <a:rect b="b" l="l" r="r" t="t"/>
              <a:pathLst>
                <a:path extrusionOk="0" h="4283" w="5117">
                  <a:moveTo>
                    <a:pt x="179" y="1"/>
                  </a:moveTo>
                  <a:cubicBezTo>
                    <a:pt x="134" y="1"/>
                    <a:pt x="88" y="20"/>
                    <a:pt x="57" y="57"/>
                  </a:cubicBezTo>
                  <a:cubicBezTo>
                    <a:pt x="1" y="124"/>
                    <a:pt x="10" y="223"/>
                    <a:pt x="74" y="280"/>
                  </a:cubicBezTo>
                  <a:lnTo>
                    <a:pt x="4799" y="4246"/>
                  </a:lnTo>
                  <a:cubicBezTo>
                    <a:pt x="4827" y="4270"/>
                    <a:pt x="4863" y="4282"/>
                    <a:pt x="4901" y="4282"/>
                  </a:cubicBezTo>
                  <a:cubicBezTo>
                    <a:pt x="5049" y="4282"/>
                    <a:pt x="5116" y="4098"/>
                    <a:pt x="5003" y="4002"/>
                  </a:cubicBezTo>
                  <a:lnTo>
                    <a:pt x="280" y="37"/>
                  </a:lnTo>
                  <a:cubicBezTo>
                    <a:pt x="250" y="12"/>
                    <a:pt x="215" y="1"/>
                    <a:pt x="1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0"/>
            <p:cNvSpPr/>
            <p:nvPr/>
          </p:nvSpPr>
          <p:spPr>
            <a:xfrm>
              <a:off x="4643575" y="4621350"/>
              <a:ext cx="448425" cy="199375"/>
            </a:xfrm>
            <a:custGeom>
              <a:rect b="b" l="l" r="r" t="t"/>
              <a:pathLst>
                <a:path extrusionOk="0" h="7975" w="17937">
                  <a:moveTo>
                    <a:pt x="15972" y="0"/>
                  </a:moveTo>
                  <a:lnTo>
                    <a:pt x="10226" y="414"/>
                  </a:lnTo>
                  <a:lnTo>
                    <a:pt x="9800" y="868"/>
                  </a:lnTo>
                  <a:lnTo>
                    <a:pt x="6808" y="4059"/>
                  </a:lnTo>
                  <a:cubicBezTo>
                    <a:pt x="6808" y="4059"/>
                    <a:pt x="79" y="6494"/>
                    <a:pt x="24" y="7431"/>
                  </a:cubicBezTo>
                  <a:cubicBezTo>
                    <a:pt x="0" y="7845"/>
                    <a:pt x="1394" y="7974"/>
                    <a:pt x="3149" y="7974"/>
                  </a:cubicBezTo>
                  <a:cubicBezTo>
                    <a:pt x="5377" y="7974"/>
                    <a:pt x="8189" y="7765"/>
                    <a:pt x="9424" y="7661"/>
                  </a:cubicBezTo>
                  <a:cubicBezTo>
                    <a:pt x="11631" y="7475"/>
                    <a:pt x="14260" y="5430"/>
                    <a:pt x="14260" y="5430"/>
                  </a:cubicBezTo>
                  <a:cubicBezTo>
                    <a:pt x="14260" y="5430"/>
                    <a:pt x="14520" y="5475"/>
                    <a:pt x="14893" y="5475"/>
                  </a:cubicBezTo>
                  <a:cubicBezTo>
                    <a:pt x="15745" y="5475"/>
                    <a:pt x="17191" y="5245"/>
                    <a:pt x="17497" y="3735"/>
                  </a:cubicBezTo>
                  <a:cubicBezTo>
                    <a:pt x="17936" y="1563"/>
                    <a:pt x="15972" y="0"/>
                    <a:pt x="159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30"/>
            <p:cNvSpPr/>
            <p:nvPr/>
          </p:nvSpPr>
          <p:spPr>
            <a:xfrm>
              <a:off x="4636025" y="4613375"/>
              <a:ext cx="464575" cy="215300"/>
            </a:xfrm>
            <a:custGeom>
              <a:rect b="b" l="l" r="r" t="t"/>
              <a:pathLst>
                <a:path extrusionOk="0" h="8612" w="18583">
                  <a:moveTo>
                    <a:pt x="16164" y="645"/>
                  </a:moveTo>
                  <a:cubicBezTo>
                    <a:pt x="16526" y="972"/>
                    <a:pt x="17831" y="2290"/>
                    <a:pt x="17488" y="3990"/>
                  </a:cubicBezTo>
                  <a:cubicBezTo>
                    <a:pt x="17228" y="5275"/>
                    <a:pt x="15984" y="5479"/>
                    <a:pt x="15219" y="5479"/>
                  </a:cubicBezTo>
                  <a:cubicBezTo>
                    <a:pt x="14888" y="5479"/>
                    <a:pt x="14647" y="5441"/>
                    <a:pt x="14616" y="5436"/>
                  </a:cubicBezTo>
                  <a:cubicBezTo>
                    <a:pt x="14598" y="5433"/>
                    <a:pt x="14580" y="5431"/>
                    <a:pt x="14562" y="5431"/>
                  </a:cubicBezTo>
                  <a:cubicBezTo>
                    <a:pt x="14492" y="5431"/>
                    <a:pt x="14424" y="5454"/>
                    <a:pt x="14368" y="5498"/>
                  </a:cubicBezTo>
                  <a:cubicBezTo>
                    <a:pt x="14342" y="5518"/>
                    <a:pt x="11786" y="7487"/>
                    <a:pt x="9700" y="7664"/>
                  </a:cubicBezTo>
                  <a:cubicBezTo>
                    <a:pt x="7099" y="7882"/>
                    <a:pt x="5006" y="7974"/>
                    <a:pt x="3484" y="7974"/>
                  </a:cubicBezTo>
                  <a:cubicBezTo>
                    <a:pt x="1925" y="7974"/>
                    <a:pt x="966" y="7878"/>
                    <a:pt x="678" y="7721"/>
                  </a:cubicBezTo>
                  <a:cubicBezTo>
                    <a:pt x="1101" y="7147"/>
                    <a:pt x="4326" y="5722"/>
                    <a:pt x="7219" y="4675"/>
                  </a:cubicBezTo>
                  <a:cubicBezTo>
                    <a:pt x="7266" y="4659"/>
                    <a:pt x="7308" y="4630"/>
                    <a:pt x="7343" y="4594"/>
                  </a:cubicBezTo>
                  <a:lnTo>
                    <a:pt x="10675" y="1041"/>
                  </a:lnTo>
                  <a:lnTo>
                    <a:pt x="16164" y="645"/>
                  </a:lnTo>
                  <a:close/>
                  <a:moveTo>
                    <a:pt x="16274" y="1"/>
                  </a:moveTo>
                  <a:cubicBezTo>
                    <a:pt x="16266" y="1"/>
                    <a:pt x="16258" y="1"/>
                    <a:pt x="16250" y="2"/>
                  </a:cubicBezTo>
                  <a:lnTo>
                    <a:pt x="10504" y="416"/>
                  </a:lnTo>
                  <a:cubicBezTo>
                    <a:pt x="10424" y="423"/>
                    <a:pt x="10350" y="457"/>
                    <a:pt x="10296" y="516"/>
                  </a:cubicBezTo>
                  <a:lnTo>
                    <a:pt x="6931" y="4104"/>
                  </a:lnTo>
                  <a:cubicBezTo>
                    <a:pt x="4337" y="5046"/>
                    <a:pt x="67" y="6742"/>
                    <a:pt x="10" y="7733"/>
                  </a:cubicBezTo>
                  <a:cubicBezTo>
                    <a:pt x="1" y="7879"/>
                    <a:pt x="59" y="8021"/>
                    <a:pt x="174" y="8132"/>
                  </a:cubicBezTo>
                  <a:cubicBezTo>
                    <a:pt x="540" y="8491"/>
                    <a:pt x="1911" y="8611"/>
                    <a:pt x="3597" y="8611"/>
                  </a:cubicBezTo>
                  <a:cubicBezTo>
                    <a:pt x="5582" y="8611"/>
                    <a:pt x="8005" y="8445"/>
                    <a:pt x="9753" y="8295"/>
                  </a:cubicBezTo>
                  <a:cubicBezTo>
                    <a:pt x="11796" y="8123"/>
                    <a:pt x="14114" y="6479"/>
                    <a:pt x="14648" y="6082"/>
                  </a:cubicBezTo>
                  <a:cubicBezTo>
                    <a:pt x="14818" y="6104"/>
                    <a:pt x="15009" y="6118"/>
                    <a:pt x="15210" y="6118"/>
                  </a:cubicBezTo>
                  <a:cubicBezTo>
                    <a:pt x="16325" y="6118"/>
                    <a:pt x="17789" y="5703"/>
                    <a:pt x="18110" y="4116"/>
                  </a:cubicBezTo>
                  <a:cubicBezTo>
                    <a:pt x="18582" y="1782"/>
                    <a:pt x="16557" y="139"/>
                    <a:pt x="16471" y="70"/>
                  </a:cubicBezTo>
                  <a:cubicBezTo>
                    <a:pt x="16415" y="25"/>
                    <a:pt x="16346" y="1"/>
                    <a:pt x="1627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0"/>
            <p:cNvSpPr/>
            <p:nvPr/>
          </p:nvSpPr>
          <p:spPr>
            <a:xfrm>
              <a:off x="6277725" y="4604000"/>
              <a:ext cx="309350" cy="299825"/>
            </a:xfrm>
            <a:custGeom>
              <a:rect b="b" l="l" r="r" t="t"/>
              <a:pathLst>
                <a:path extrusionOk="0" h="11993" w="12374">
                  <a:moveTo>
                    <a:pt x="10363" y="1"/>
                  </a:moveTo>
                  <a:lnTo>
                    <a:pt x="5565" y="1216"/>
                  </a:lnTo>
                  <a:cubicBezTo>
                    <a:pt x="5565" y="1216"/>
                    <a:pt x="4098" y="4322"/>
                    <a:pt x="3327" y="6788"/>
                  </a:cubicBezTo>
                  <a:cubicBezTo>
                    <a:pt x="2557" y="9254"/>
                    <a:pt x="1" y="10047"/>
                    <a:pt x="1180" y="11370"/>
                  </a:cubicBezTo>
                  <a:cubicBezTo>
                    <a:pt x="1548" y="11784"/>
                    <a:pt x="2081" y="11992"/>
                    <a:pt x="2712" y="11992"/>
                  </a:cubicBezTo>
                  <a:cubicBezTo>
                    <a:pt x="4102" y="11992"/>
                    <a:pt x="5967" y="10981"/>
                    <a:pt x="7597" y="8918"/>
                  </a:cubicBezTo>
                  <a:cubicBezTo>
                    <a:pt x="9967" y="5917"/>
                    <a:pt x="12229" y="4792"/>
                    <a:pt x="12302" y="3541"/>
                  </a:cubicBezTo>
                  <a:cubicBezTo>
                    <a:pt x="12374" y="2290"/>
                    <a:pt x="10363" y="1"/>
                    <a:pt x="103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30"/>
            <p:cNvSpPr/>
            <p:nvPr/>
          </p:nvSpPr>
          <p:spPr>
            <a:xfrm>
              <a:off x="6280000" y="4596075"/>
              <a:ext cx="315150" cy="315700"/>
            </a:xfrm>
            <a:custGeom>
              <a:rect b="b" l="l" r="r" t="t"/>
              <a:pathLst>
                <a:path extrusionOk="0" h="12628" w="12606">
                  <a:moveTo>
                    <a:pt x="10159" y="674"/>
                  </a:moveTo>
                  <a:cubicBezTo>
                    <a:pt x="10756" y="1386"/>
                    <a:pt x="11943" y="2986"/>
                    <a:pt x="11893" y="3841"/>
                  </a:cubicBezTo>
                  <a:cubicBezTo>
                    <a:pt x="11861" y="4399"/>
                    <a:pt x="11181" y="5030"/>
                    <a:pt x="10242" y="5901"/>
                  </a:cubicBezTo>
                  <a:cubicBezTo>
                    <a:pt x="9396" y="6687"/>
                    <a:pt x="8343" y="7664"/>
                    <a:pt x="7257" y="9037"/>
                  </a:cubicBezTo>
                  <a:cubicBezTo>
                    <a:pt x="5852" y="10817"/>
                    <a:pt x="4104" y="11949"/>
                    <a:pt x="2698" y="11991"/>
                  </a:cubicBezTo>
                  <a:cubicBezTo>
                    <a:pt x="2684" y="11991"/>
                    <a:pt x="2669" y="11991"/>
                    <a:pt x="2655" y="11991"/>
                  </a:cubicBezTo>
                  <a:cubicBezTo>
                    <a:pt x="2083" y="11991"/>
                    <a:pt x="1634" y="11822"/>
                    <a:pt x="1325" y="11476"/>
                  </a:cubicBezTo>
                  <a:cubicBezTo>
                    <a:pt x="898" y="10996"/>
                    <a:pt x="1064" y="10709"/>
                    <a:pt x="1895" y="9780"/>
                  </a:cubicBezTo>
                  <a:cubicBezTo>
                    <a:pt x="2468" y="9142"/>
                    <a:pt x="3181" y="8346"/>
                    <a:pt x="3540" y="7200"/>
                  </a:cubicBezTo>
                  <a:cubicBezTo>
                    <a:pt x="4203" y="5072"/>
                    <a:pt x="5410" y="2425"/>
                    <a:pt x="5698" y="1803"/>
                  </a:cubicBezTo>
                  <a:lnTo>
                    <a:pt x="10159" y="674"/>
                  </a:lnTo>
                  <a:close/>
                  <a:moveTo>
                    <a:pt x="10272" y="0"/>
                  </a:moveTo>
                  <a:cubicBezTo>
                    <a:pt x="10246" y="0"/>
                    <a:pt x="10219" y="4"/>
                    <a:pt x="10193" y="10"/>
                  </a:cubicBezTo>
                  <a:lnTo>
                    <a:pt x="5396" y="1225"/>
                  </a:lnTo>
                  <a:cubicBezTo>
                    <a:pt x="5305" y="1248"/>
                    <a:pt x="5228" y="1311"/>
                    <a:pt x="5187" y="1397"/>
                  </a:cubicBezTo>
                  <a:cubicBezTo>
                    <a:pt x="5172" y="1428"/>
                    <a:pt x="3702" y="4552"/>
                    <a:pt x="2932" y="7010"/>
                  </a:cubicBezTo>
                  <a:cubicBezTo>
                    <a:pt x="2616" y="8025"/>
                    <a:pt x="1983" y="8732"/>
                    <a:pt x="1422" y="9357"/>
                  </a:cubicBezTo>
                  <a:cubicBezTo>
                    <a:pt x="724" y="10136"/>
                    <a:pt x="1" y="10944"/>
                    <a:pt x="851" y="11899"/>
                  </a:cubicBezTo>
                  <a:cubicBezTo>
                    <a:pt x="1277" y="12376"/>
                    <a:pt x="1887" y="12627"/>
                    <a:pt x="2620" y="12627"/>
                  </a:cubicBezTo>
                  <a:cubicBezTo>
                    <a:pt x="2652" y="12627"/>
                    <a:pt x="2685" y="12626"/>
                    <a:pt x="2716" y="12626"/>
                  </a:cubicBezTo>
                  <a:cubicBezTo>
                    <a:pt x="4329" y="12579"/>
                    <a:pt x="6214" y="11385"/>
                    <a:pt x="7755" y="9432"/>
                  </a:cubicBezTo>
                  <a:cubicBezTo>
                    <a:pt x="8809" y="8097"/>
                    <a:pt x="9843" y="7137"/>
                    <a:pt x="10674" y="6367"/>
                  </a:cubicBezTo>
                  <a:cubicBezTo>
                    <a:pt x="11761" y="5357"/>
                    <a:pt x="12479" y="4691"/>
                    <a:pt x="12527" y="3878"/>
                  </a:cubicBezTo>
                  <a:cubicBezTo>
                    <a:pt x="12605" y="2535"/>
                    <a:pt x="10724" y="353"/>
                    <a:pt x="10510" y="109"/>
                  </a:cubicBezTo>
                  <a:cubicBezTo>
                    <a:pt x="10449" y="38"/>
                    <a:pt x="10362" y="0"/>
                    <a:pt x="1027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0"/>
            <p:cNvSpPr/>
            <p:nvPr/>
          </p:nvSpPr>
          <p:spPr>
            <a:xfrm>
              <a:off x="6303325" y="4676200"/>
              <a:ext cx="273300" cy="216025"/>
            </a:xfrm>
            <a:custGeom>
              <a:rect b="b" l="l" r="r" t="t"/>
              <a:pathLst>
                <a:path extrusionOk="0" h="8641" w="10932">
                  <a:moveTo>
                    <a:pt x="10751" y="0"/>
                  </a:moveTo>
                  <a:cubicBezTo>
                    <a:pt x="10718" y="0"/>
                    <a:pt x="10685" y="11"/>
                    <a:pt x="10656" y="32"/>
                  </a:cubicBezTo>
                  <a:lnTo>
                    <a:pt x="9489" y="866"/>
                  </a:lnTo>
                  <a:cubicBezTo>
                    <a:pt x="8933" y="1262"/>
                    <a:pt x="8296" y="2165"/>
                    <a:pt x="7557" y="3210"/>
                  </a:cubicBezTo>
                  <a:cubicBezTo>
                    <a:pt x="6694" y="4432"/>
                    <a:pt x="5714" y="5817"/>
                    <a:pt x="4641" y="6711"/>
                  </a:cubicBezTo>
                  <a:cubicBezTo>
                    <a:pt x="2725" y="8308"/>
                    <a:pt x="223" y="8323"/>
                    <a:pt x="158" y="8323"/>
                  </a:cubicBezTo>
                  <a:lnTo>
                    <a:pt x="156" y="8323"/>
                  </a:lnTo>
                  <a:cubicBezTo>
                    <a:pt x="70" y="8326"/>
                    <a:pt x="1" y="8395"/>
                    <a:pt x="0" y="8481"/>
                  </a:cubicBezTo>
                  <a:cubicBezTo>
                    <a:pt x="0" y="8567"/>
                    <a:pt x="69" y="8638"/>
                    <a:pt x="154" y="8640"/>
                  </a:cubicBezTo>
                  <a:lnTo>
                    <a:pt x="164" y="8640"/>
                  </a:lnTo>
                  <a:cubicBezTo>
                    <a:pt x="370" y="8640"/>
                    <a:pt x="2865" y="8606"/>
                    <a:pt x="4844" y="6957"/>
                  </a:cubicBezTo>
                  <a:cubicBezTo>
                    <a:pt x="5949" y="6035"/>
                    <a:pt x="6942" y="4632"/>
                    <a:pt x="7817" y="3393"/>
                  </a:cubicBezTo>
                  <a:cubicBezTo>
                    <a:pt x="8539" y="2371"/>
                    <a:pt x="9162" y="1489"/>
                    <a:pt x="9673" y="1124"/>
                  </a:cubicBezTo>
                  <a:lnTo>
                    <a:pt x="10841" y="290"/>
                  </a:lnTo>
                  <a:cubicBezTo>
                    <a:pt x="10914" y="240"/>
                    <a:pt x="10931" y="139"/>
                    <a:pt x="10880" y="67"/>
                  </a:cubicBezTo>
                  <a:cubicBezTo>
                    <a:pt x="10849" y="24"/>
                    <a:pt x="10800" y="0"/>
                    <a:pt x="107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0"/>
            <p:cNvSpPr/>
            <p:nvPr/>
          </p:nvSpPr>
          <p:spPr>
            <a:xfrm>
              <a:off x="4657825" y="4692950"/>
              <a:ext cx="412975" cy="112200"/>
            </a:xfrm>
            <a:custGeom>
              <a:rect b="b" l="l" r="r" t="t"/>
              <a:pathLst>
                <a:path extrusionOk="0" h="4488" w="16519">
                  <a:moveTo>
                    <a:pt x="16340" y="0"/>
                  </a:moveTo>
                  <a:cubicBezTo>
                    <a:pt x="16324" y="0"/>
                    <a:pt x="16307" y="3"/>
                    <a:pt x="16291" y="8"/>
                  </a:cubicBezTo>
                  <a:cubicBezTo>
                    <a:pt x="16273" y="14"/>
                    <a:pt x="14458" y="673"/>
                    <a:pt x="13646" y="836"/>
                  </a:cubicBezTo>
                  <a:cubicBezTo>
                    <a:pt x="13314" y="902"/>
                    <a:pt x="13011" y="1173"/>
                    <a:pt x="12626" y="1517"/>
                  </a:cubicBezTo>
                  <a:cubicBezTo>
                    <a:pt x="11945" y="2126"/>
                    <a:pt x="11014" y="2959"/>
                    <a:pt x="9320" y="3170"/>
                  </a:cubicBezTo>
                  <a:cubicBezTo>
                    <a:pt x="6682" y="3499"/>
                    <a:pt x="213" y="4164"/>
                    <a:pt x="147" y="4170"/>
                  </a:cubicBezTo>
                  <a:cubicBezTo>
                    <a:pt x="64" y="4179"/>
                    <a:pt x="0" y="4251"/>
                    <a:pt x="5" y="4335"/>
                  </a:cubicBezTo>
                  <a:cubicBezTo>
                    <a:pt x="9" y="4420"/>
                    <a:pt x="79" y="4487"/>
                    <a:pt x="163" y="4487"/>
                  </a:cubicBezTo>
                  <a:cubicBezTo>
                    <a:pt x="168" y="4487"/>
                    <a:pt x="175" y="4487"/>
                    <a:pt x="180" y="4486"/>
                  </a:cubicBezTo>
                  <a:cubicBezTo>
                    <a:pt x="246" y="4480"/>
                    <a:pt x="6718" y="3815"/>
                    <a:pt x="9359" y="3485"/>
                  </a:cubicBezTo>
                  <a:cubicBezTo>
                    <a:pt x="11151" y="3261"/>
                    <a:pt x="12127" y="2390"/>
                    <a:pt x="12838" y="1754"/>
                  </a:cubicBezTo>
                  <a:cubicBezTo>
                    <a:pt x="13186" y="1444"/>
                    <a:pt x="13461" y="1197"/>
                    <a:pt x="13708" y="1147"/>
                  </a:cubicBezTo>
                  <a:cubicBezTo>
                    <a:pt x="14544" y="980"/>
                    <a:pt x="16325" y="334"/>
                    <a:pt x="16400" y="307"/>
                  </a:cubicBezTo>
                  <a:cubicBezTo>
                    <a:pt x="16479" y="275"/>
                    <a:pt x="16519" y="186"/>
                    <a:pt x="16490" y="105"/>
                  </a:cubicBezTo>
                  <a:cubicBezTo>
                    <a:pt x="16466" y="40"/>
                    <a:pt x="16406" y="0"/>
                    <a:pt x="16340"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0"/>
            <p:cNvSpPr/>
            <p:nvPr/>
          </p:nvSpPr>
          <p:spPr>
            <a:xfrm>
              <a:off x="821000" y="3773075"/>
              <a:ext cx="660950" cy="1019425"/>
            </a:xfrm>
            <a:custGeom>
              <a:rect b="b" l="l" r="r" t="t"/>
              <a:pathLst>
                <a:path extrusionOk="0" h="40777" w="26438">
                  <a:moveTo>
                    <a:pt x="24463" y="0"/>
                  </a:moveTo>
                  <a:lnTo>
                    <a:pt x="24463" y="0"/>
                  </a:lnTo>
                  <a:cubicBezTo>
                    <a:pt x="24462" y="2"/>
                    <a:pt x="13383" y="1380"/>
                    <a:pt x="6392" y="7777"/>
                  </a:cubicBezTo>
                  <a:cubicBezTo>
                    <a:pt x="6392" y="7777"/>
                    <a:pt x="1" y="15118"/>
                    <a:pt x="1226" y="25289"/>
                  </a:cubicBezTo>
                  <a:cubicBezTo>
                    <a:pt x="2452" y="35461"/>
                    <a:pt x="13234" y="40777"/>
                    <a:pt x="13234" y="40777"/>
                  </a:cubicBezTo>
                  <a:lnTo>
                    <a:pt x="26437" y="14932"/>
                  </a:lnTo>
                  <a:cubicBezTo>
                    <a:pt x="26437" y="14932"/>
                    <a:pt x="19782" y="8370"/>
                    <a:pt x="2446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30"/>
            <p:cNvSpPr/>
            <p:nvPr/>
          </p:nvSpPr>
          <p:spPr>
            <a:xfrm>
              <a:off x="813050" y="3765150"/>
              <a:ext cx="677525" cy="1035300"/>
            </a:xfrm>
            <a:custGeom>
              <a:rect b="b" l="l" r="r" t="t"/>
              <a:pathLst>
                <a:path extrusionOk="0" h="41412" w="27101">
                  <a:moveTo>
                    <a:pt x="24203" y="728"/>
                  </a:moveTo>
                  <a:cubicBezTo>
                    <a:pt x="20430" y="8200"/>
                    <a:pt x="25391" y="14225"/>
                    <a:pt x="26371" y="15305"/>
                  </a:cubicBezTo>
                  <a:lnTo>
                    <a:pt x="13415" y="40663"/>
                  </a:lnTo>
                  <a:cubicBezTo>
                    <a:pt x="11733" y="39747"/>
                    <a:pt x="2941" y="34548"/>
                    <a:pt x="1859" y="25569"/>
                  </a:cubicBezTo>
                  <a:cubicBezTo>
                    <a:pt x="690" y="15859"/>
                    <a:pt x="6644" y="8666"/>
                    <a:pt x="6939" y="8317"/>
                  </a:cubicBezTo>
                  <a:cubicBezTo>
                    <a:pt x="12836" y="2928"/>
                    <a:pt x="21789" y="1128"/>
                    <a:pt x="24203" y="728"/>
                  </a:cubicBezTo>
                  <a:close/>
                  <a:moveTo>
                    <a:pt x="24783" y="1"/>
                  </a:moveTo>
                  <a:cubicBezTo>
                    <a:pt x="24769" y="1"/>
                    <a:pt x="24755" y="2"/>
                    <a:pt x="24741" y="4"/>
                  </a:cubicBezTo>
                  <a:cubicBezTo>
                    <a:pt x="24629" y="17"/>
                    <a:pt x="13481" y="1468"/>
                    <a:pt x="6497" y="7860"/>
                  </a:cubicBezTo>
                  <a:cubicBezTo>
                    <a:pt x="6487" y="7869"/>
                    <a:pt x="6480" y="7878"/>
                    <a:pt x="6472" y="7886"/>
                  </a:cubicBezTo>
                  <a:cubicBezTo>
                    <a:pt x="6406" y="7961"/>
                    <a:pt x="0" y="15450"/>
                    <a:pt x="1229" y="25645"/>
                  </a:cubicBezTo>
                  <a:cubicBezTo>
                    <a:pt x="2461" y="35868"/>
                    <a:pt x="13303" y="41325"/>
                    <a:pt x="13413" y="41379"/>
                  </a:cubicBezTo>
                  <a:cubicBezTo>
                    <a:pt x="13455" y="41400"/>
                    <a:pt x="13503" y="41411"/>
                    <a:pt x="13552" y="41411"/>
                  </a:cubicBezTo>
                  <a:cubicBezTo>
                    <a:pt x="13672" y="41411"/>
                    <a:pt x="13780" y="41344"/>
                    <a:pt x="13835" y="41238"/>
                  </a:cubicBezTo>
                  <a:lnTo>
                    <a:pt x="27038" y="15394"/>
                  </a:lnTo>
                  <a:cubicBezTo>
                    <a:pt x="27100" y="15271"/>
                    <a:pt x="27076" y="15120"/>
                    <a:pt x="26977" y="15023"/>
                  </a:cubicBezTo>
                  <a:cubicBezTo>
                    <a:pt x="26912" y="14960"/>
                    <a:pt x="20547" y="8537"/>
                    <a:pt x="25057" y="473"/>
                  </a:cubicBezTo>
                  <a:cubicBezTo>
                    <a:pt x="25115" y="368"/>
                    <a:pt x="25110" y="240"/>
                    <a:pt x="25044" y="141"/>
                  </a:cubicBezTo>
                  <a:cubicBezTo>
                    <a:pt x="24984" y="53"/>
                    <a:pt x="24886" y="1"/>
                    <a:pt x="247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0"/>
            <p:cNvSpPr/>
            <p:nvPr/>
          </p:nvSpPr>
          <p:spPr>
            <a:xfrm>
              <a:off x="821000" y="3773075"/>
              <a:ext cx="660950" cy="1019425"/>
            </a:xfrm>
            <a:custGeom>
              <a:rect b="b" l="l" r="r" t="t"/>
              <a:pathLst>
                <a:path extrusionOk="0" h="40777" w="26438">
                  <a:moveTo>
                    <a:pt x="24463" y="0"/>
                  </a:moveTo>
                  <a:lnTo>
                    <a:pt x="24463" y="0"/>
                  </a:lnTo>
                  <a:cubicBezTo>
                    <a:pt x="24462" y="2"/>
                    <a:pt x="13383" y="1380"/>
                    <a:pt x="6392" y="7777"/>
                  </a:cubicBezTo>
                  <a:cubicBezTo>
                    <a:pt x="6392" y="7777"/>
                    <a:pt x="1" y="15118"/>
                    <a:pt x="1226" y="25289"/>
                  </a:cubicBezTo>
                  <a:cubicBezTo>
                    <a:pt x="2452" y="35461"/>
                    <a:pt x="13234" y="40777"/>
                    <a:pt x="13234" y="40777"/>
                  </a:cubicBezTo>
                  <a:lnTo>
                    <a:pt x="26437" y="14932"/>
                  </a:lnTo>
                  <a:cubicBezTo>
                    <a:pt x="26437" y="14932"/>
                    <a:pt x="19782" y="8370"/>
                    <a:pt x="24463"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0"/>
            <p:cNvSpPr/>
            <p:nvPr/>
          </p:nvSpPr>
          <p:spPr>
            <a:xfrm>
              <a:off x="1116150" y="3490450"/>
              <a:ext cx="4578025" cy="1867650"/>
            </a:xfrm>
            <a:custGeom>
              <a:rect b="b" l="l" r="r" t="t"/>
              <a:pathLst>
                <a:path extrusionOk="0" h="74706" w="183121">
                  <a:moveTo>
                    <a:pt x="51735" y="0"/>
                  </a:moveTo>
                  <a:cubicBezTo>
                    <a:pt x="51689" y="0"/>
                    <a:pt x="51644" y="0"/>
                    <a:pt x="51600" y="1"/>
                  </a:cubicBezTo>
                  <a:cubicBezTo>
                    <a:pt x="51600" y="1"/>
                    <a:pt x="43295" y="251"/>
                    <a:pt x="40504" y="1602"/>
                  </a:cubicBezTo>
                  <a:cubicBezTo>
                    <a:pt x="37712" y="2952"/>
                    <a:pt x="19678" y="15792"/>
                    <a:pt x="9354" y="30754"/>
                  </a:cubicBezTo>
                  <a:cubicBezTo>
                    <a:pt x="5850" y="35831"/>
                    <a:pt x="4576" y="38645"/>
                    <a:pt x="4114" y="40008"/>
                  </a:cubicBezTo>
                  <a:cubicBezTo>
                    <a:pt x="3807" y="40905"/>
                    <a:pt x="3452" y="41788"/>
                    <a:pt x="3054" y="42649"/>
                  </a:cubicBezTo>
                  <a:cubicBezTo>
                    <a:pt x="1907" y="45145"/>
                    <a:pt x="0" y="50276"/>
                    <a:pt x="706" y="55609"/>
                  </a:cubicBezTo>
                  <a:cubicBezTo>
                    <a:pt x="1693" y="63074"/>
                    <a:pt x="6054" y="70354"/>
                    <a:pt x="22831" y="73449"/>
                  </a:cubicBezTo>
                  <a:cubicBezTo>
                    <a:pt x="24638" y="73782"/>
                    <a:pt x="26324" y="73935"/>
                    <a:pt x="27894" y="73935"/>
                  </a:cubicBezTo>
                  <a:cubicBezTo>
                    <a:pt x="40906" y="73935"/>
                    <a:pt x="45997" y="63475"/>
                    <a:pt x="46367" y="58707"/>
                  </a:cubicBezTo>
                  <a:cubicBezTo>
                    <a:pt x="46367" y="58707"/>
                    <a:pt x="87115" y="61649"/>
                    <a:pt x="112419" y="64510"/>
                  </a:cubicBezTo>
                  <a:cubicBezTo>
                    <a:pt x="137723" y="67372"/>
                    <a:pt x="146131" y="65786"/>
                    <a:pt x="154604" y="69131"/>
                  </a:cubicBezTo>
                  <a:cubicBezTo>
                    <a:pt x="163077" y="72474"/>
                    <a:pt x="165147" y="74652"/>
                    <a:pt x="168725" y="74705"/>
                  </a:cubicBezTo>
                  <a:cubicBezTo>
                    <a:pt x="168733" y="74705"/>
                    <a:pt x="168742" y="74705"/>
                    <a:pt x="168751" y="74705"/>
                  </a:cubicBezTo>
                  <a:cubicBezTo>
                    <a:pt x="172353" y="74705"/>
                    <a:pt x="182602" y="63237"/>
                    <a:pt x="182862" y="59906"/>
                  </a:cubicBezTo>
                  <a:cubicBezTo>
                    <a:pt x="183121" y="56567"/>
                    <a:pt x="179684" y="51822"/>
                    <a:pt x="178588" y="51513"/>
                  </a:cubicBezTo>
                  <a:cubicBezTo>
                    <a:pt x="177493" y="51204"/>
                    <a:pt x="164237" y="31590"/>
                    <a:pt x="164237" y="31590"/>
                  </a:cubicBezTo>
                  <a:cubicBezTo>
                    <a:pt x="164237" y="31590"/>
                    <a:pt x="163641" y="27737"/>
                    <a:pt x="157840" y="24600"/>
                  </a:cubicBezTo>
                  <a:cubicBezTo>
                    <a:pt x="152037" y="21461"/>
                    <a:pt x="123160" y="12725"/>
                    <a:pt x="107376" y="8364"/>
                  </a:cubicBezTo>
                  <a:cubicBezTo>
                    <a:pt x="91680" y="4027"/>
                    <a:pt x="60014" y="0"/>
                    <a:pt x="517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30"/>
            <p:cNvSpPr/>
            <p:nvPr/>
          </p:nvSpPr>
          <p:spPr>
            <a:xfrm>
              <a:off x="1108100" y="3482475"/>
              <a:ext cx="4594325" cy="1883575"/>
            </a:xfrm>
            <a:custGeom>
              <a:rect b="b" l="l" r="r" t="t"/>
              <a:pathLst>
                <a:path extrusionOk="0" h="75343" w="183773">
                  <a:moveTo>
                    <a:pt x="52052" y="637"/>
                  </a:moveTo>
                  <a:cubicBezTo>
                    <a:pt x="60066" y="637"/>
                    <a:pt x="91824" y="4627"/>
                    <a:pt x="107613" y="8989"/>
                  </a:cubicBezTo>
                  <a:cubicBezTo>
                    <a:pt x="124682" y="13705"/>
                    <a:pt x="152450" y="22191"/>
                    <a:pt x="158010" y="25197"/>
                  </a:cubicBezTo>
                  <a:cubicBezTo>
                    <a:pt x="163583" y="28211"/>
                    <a:pt x="164239" y="31921"/>
                    <a:pt x="164245" y="31959"/>
                  </a:cubicBezTo>
                  <a:cubicBezTo>
                    <a:pt x="164253" y="32005"/>
                    <a:pt x="164270" y="32048"/>
                    <a:pt x="164296" y="32087"/>
                  </a:cubicBezTo>
                  <a:cubicBezTo>
                    <a:pt x="167421" y="36711"/>
                    <a:pt x="177703" y="51822"/>
                    <a:pt x="178823" y="52138"/>
                  </a:cubicBezTo>
                  <a:cubicBezTo>
                    <a:pt x="179763" y="52403"/>
                    <a:pt x="183119" y="56955"/>
                    <a:pt x="182868" y="60200"/>
                  </a:cubicBezTo>
                  <a:cubicBezTo>
                    <a:pt x="182620" y="63382"/>
                    <a:pt x="172490" y="74708"/>
                    <a:pt x="169076" y="74708"/>
                  </a:cubicBezTo>
                  <a:lnTo>
                    <a:pt x="169052" y="74708"/>
                  </a:lnTo>
                  <a:cubicBezTo>
                    <a:pt x="167000" y="74677"/>
                    <a:pt x="165495" y="73940"/>
                    <a:pt x="162762" y="72604"/>
                  </a:cubicBezTo>
                  <a:cubicBezTo>
                    <a:pt x="160864" y="71676"/>
                    <a:pt x="158503" y="70520"/>
                    <a:pt x="155042" y="69155"/>
                  </a:cubicBezTo>
                  <a:cubicBezTo>
                    <a:pt x="150049" y="67183"/>
                    <a:pt x="145059" y="66906"/>
                    <a:pt x="136797" y="66449"/>
                  </a:cubicBezTo>
                  <a:cubicBezTo>
                    <a:pt x="130783" y="66117"/>
                    <a:pt x="123300" y="65704"/>
                    <a:pt x="112777" y="64514"/>
                  </a:cubicBezTo>
                  <a:cubicBezTo>
                    <a:pt x="87756" y="61684"/>
                    <a:pt x="47120" y="58739"/>
                    <a:pt x="46713" y="58709"/>
                  </a:cubicBezTo>
                  <a:lnTo>
                    <a:pt x="46689" y="58709"/>
                  </a:lnTo>
                  <a:cubicBezTo>
                    <a:pt x="46524" y="58710"/>
                    <a:pt x="46387" y="58837"/>
                    <a:pt x="46373" y="59001"/>
                  </a:cubicBezTo>
                  <a:cubicBezTo>
                    <a:pt x="46129" y="62151"/>
                    <a:pt x="43947" y="67016"/>
                    <a:pt x="39735" y="70254"/>
                  </a:cubicBezTo>
                  <a:cubicBezTo>
                    <a:pt x="36542" y="72709"/>
                    <a:pt x="32696" y="73942"/>
                    <a:pt x="28260" y="73942"/>
                  </a:cubicBezTo>
                  <a:cubicBezTo>
                    <a:pt x="26654" y="73942"/>
                    <a:pt x="24969" y="73780"/>
                    <a:pt x="23211" y="73456"/>
                  </a:cubicBezTo>
                  <a:cubicBezTo>
                    <a:pt x="13884" y="71735"/>
                    <a:pt x="2969" y="68184"/>
                    <a:pt x="1343" y="55885"/>
                  </a:cubicBezTo>
                  <a:cubicBezTo>
                    <a:pt x="652" y="50662"/>
                    <a:pt x="2501" y="45634"/>
                    <a:pt x="3665" y="43102"/>
                  </a:cubicBezTo>
                  <a:cubicBezTo>
                    <a:pt x="4089" y="42177"/>
                    <a:pt x="4440" y="41303"/>
                    <a:pt x="4737" y="40429"/>
                  </a:cubicBezTo>
                  <a:cubicBezTo>
                    <a:pt x="5146" y="39222"/>
                    <a:pt x="6367" y="36428"/>
                    <a:pt x="9938" y="31253"/>
                  </a:cubicBezTo>
                  <a:cubicBezTo>
                    <a:pt x="20469" y="15989"/>
                    <a:pt x="38518" y="3388"/>
                    <a:pt x="40964" y="2206"/>
                  </a:cubicBezTo>
                  <a:cubicBezTo>
                    <a:pt x="43639" y="912"/>
                    <a:pt x="51706" y="643"/>
                    <a:pt x="51928" y="637"/>
                  </a:cubicBezTo>
                  <a:close/>
                  <a:moveTo>
                    <a:pt x="51912" y="1"/>
                  </a:moveTo>
                  <a:cubicBezTo>
                    <a:pt x="51570" y="12"/>
                    <a:pt x="43507" y="270"/>
                    <a:pt x="40686" y="1634"/>
                  </a:cubicBezTo>
                  <a:cubicBezTo>
                    <a:pt x="38219" y="2828"/>
                    <a:pt x="20016" y="15528"/>
                    <a:pt x="9415" y="30892"/>
                  </a:cubicBezTo>
                  <a:cubicBezTo>
                    <a:pt x="5981" y="35867"/>
                    <a:pt x="4648" y="38713"/>
                    <a:pt x="4135" y="40223"/>
                  </a:cubicBezTo>
                  <a:cubicBezTo>
                    <a:pt x="3845" y="41077"/>
                    <a:pt x="3503" y="41931"/>
                    <a:pt x="3087" y="42835"/>
                  </a:cubicBezTo>
                  <a:cubicBezTo>
                    <a:pt x="1896" y="45431"/>
                    <a:pt x="1" y="50587"/>
                    <a:pt x="713" y="55969"/>
                  </a:cubicBezTo>
                  <a:cubicBezTo>
                    <a:pt x="1527" y="62122"/>
                    <a:pt x="4733" y="70693"/>
                    <a:pt x="23095" y="74079"/>
                  </a:cubicBezTo>
                  <a:cubicBezTo>
                    <a:pt x="24845" y="74403"/>
                    <a:pt x="26540" y="74563"/>
                    <a:pt x="28169" y="74563"/>
                  </a:cubicBezTo>
                  <a:cubicBezTo>
                    <a:pt x="32775" y="74563"/>
                    <a:pt x="36845" y="73278"/>
                    <a:pt x="40121" y="70758"/>
                  </a:cubicBezTo>
                  <a:cubicBezTo>
                    <a:pt x="44350" y="67508"/>
                    <a:pt x="46607" y="62654"/>
                    <a:pt x="46976" y="59366"/>
                  </a:cubicBezTo>
                  <a:cubicBezTo>
                    <a:pt x="50800" y="59645"/>
                    <a:pt x="88854" y="62448"/>
                    <a:pt x="112705" y="65145"/>
                  </a:cubicBezTo>
                  <a:cubicBezTo>
                    <a:pt x="123246" y="66337"/>
                    <a:pt x="130740" y="66751"/>
                    <a:pt x="136761" y="67084"/>
                  </a:cubicBezTo>
                  <a:cubicBezTo>
                    <a:pt x="144962" y="67537"/>
                    <a:pt x="149912" y="67811"/>
                    <a:pt x="154809" y="69745"/>
                  </a:cubicBezTo>
                  <a:cubicBezTo>
                    <a:pt x="158245" y="71102"/>
                    <a:pt x="160595" y="72251"/>
                    <a:pt x="162483" y="73173"/>
                  </a:cubicBezTo>
                  <a:cubicBezTo>
                    <a:pt x="165205" y="74506"/>
                    <a:pt x="166850" y="75309"/>
                    <a:pt x="169042" y="75343"/>
                  </a:cubicBezTo>
                  <a:lnTo>
                    <a:pt x="169069" y="75343"/>
                  </a:lnTo>
                  <a:cubicBezTo>
                    <a:pt x="172787" y="75343"/>
                    <a:pt x="183234" y="63681"/>
                    <a:pt x="183501" y="60250"/>
                  </a:cubicBezTo>
                  <a:cubicBezTo>
                    <a:pt x="183773" y="56748"/>
                    <a:pt x="180265" y="51884"/>
                    <a:pt x="179020" y="51536"/>
                  </a:cubicBezTo>
                  <a:cubicBezTo>
                    <a:pt x="178096" y="51045"/>
                    <a:pt x="169861" y="39186"/>
                    <a:pt x="164859" y="31787"/>
                  </a:cubicBezTo>
                  <a:cubicBezTo>
                    <a:pt x="164743" y="31209"/>
                    <a:pt x="163815" y="27615"/>
                    <a:pt x="158312" y="24640"/>
                  </a:cubicBezTo>
                  <a:cubicBezTo>
                    <a:pt x="152240" y="21356"/>
                    <a:pt x="121913" y="12281"/>
                    <a:pt x="107783" y="8377"/>
                  </a:cubicBezTo>
                  <a:cubicBezTo>
                    <a:pt x="91947" y="4002"/>
                    <a:pt x="60088" y="1"/>
                    <a:pt x="52049" y="1"/>
                  </a:cubicBezTo>
                  <a:cubicBezTo>
                    <a:pt x="52019" y="1"/>
                    <a:pt x="51989" y="2"/>
                    <a:pt x="51958" y="2"/>
                  </a:cubicBezTo>
                  <a:cubicBezTo>
                    <a:pt x="51943" y="2"/>
                    <a:pt x="51927" y="2"/>
                    <a:pt x="5191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0"/>
            <p:cNvSpPr/>
            <p:nvPr/>
          </p:nvSpPr>
          <p:spPr>
            <a:xfrm>
              <a:off x="1129325" y="4111100"/>
              <a:ext cx="4561625" cy="1247025"/>
            </a:xfrm>
            <a:custGeom>
              <a:rect b="b" l="l" r="r" t="t"/>
              <a:pathLst>
                <a:path extrusionOk="0" h="49881" w="182465">
                  <a:moveTo>
                    <a:pt x="39413" y="0"/>
                  </a:moveTo>
                  <a:cubicBezTo>
                    <a:pt x="32706" y="0"/>
                    <a:pt x="25716" y="679"/>
                    <a:pt x="21046" y="2943"/>
                  </a:cubicBezTo>
                  <a:cubicBezTo>
                    <a:pt x="12742" y="6969"/>
                    <a:pt x="4263" y="20119"/>
                    <a:pt x="59" y="27377"/>
                  </a:cubicBezTo>
                  <a:cubicBezTo>
                    <a:pt x="1" y="28487"/>
                    <a:pt x="26" y="29629"/>
                    <a:pt x="179" y="30783"/>
                  </a:cubicBezTo>
                  <a:cubicBezTo>
                    <a:pt x="1166" y="38248"/>
                    <a:pt x="5527" y="45528"/>
                    <a:pt x="22304" y="48623"/>
                  </a:cubicBezTo>
                  <a:cubicBezTo>
                    <a:pt x="24112" y="48957"/>
                    <a:pt x="25798" y="49109"/>
                    <a:pt x="27369" y="49109"/>
                  </a:cubicBezTo>
                  <a:cubicBezTo>
                    <a:pt x="40379" y="49109"/>
                    <a:pt x="45470" y="38649"/>
                    <a:pt x="45840" y="33881"/>
                  </a:cubicBezTo>
                  <a:cubicBezTo>
                    <a:pt x="45840" y="33881"/>
                    <a:pt x="86588" y="36823"/>
                    <a:pt x="111892" y="39685"/>
                  </a:cubicBezTo>
                  <a:cubicBezTo>
                    <a:pt x="137196" y="42546"/>
                    <a:pt x="145604" y="40961"/>
                    <a:pt x="154077" y="44305"/>
                  </a:cubicBezTo>
                  <a:cubicBezTo>
                    <a:pt x="162550" y="47650"/>
                    <a:pt x="164620" y="49826"/>
                    <a:pt x="168198" y="49881"/>
                  </a:cubicBezTo>
                  <a:cubicBezTo>
                    <a:pt x="168206" y="49881"/>
                    <a:pt x="168215" y="49881"/>
                    <a:pt x="168223" y="49881"/>
                  </a:cubicBezTo>
                  <a:cubicBezTo>
                    <a:pt x="171825" y="49881"/>
                    <a:pt x="182075" y="38411"/>
                    <a:pt x="182335" y="35080"/>
                  </a:cubicBezTo>
                  <a:cubicBezTo>
                    <a:pt x="182464" y="33417"/>
                    <a:pt x="181675" y="31404"/>
                    <a:pt x="180715" y="29764"/>
                  </a:cubicBezTo>
                  <a:cubicBezTo>
                    <a:pt x="175327" y="26956"/>
                    <a:pt x="169610" y="25581"/>
                    <a:pt x="169610" y="25581"/>
                  </a:cubicBezTo>
                  <a:lnTo>
                    <a:pt x="121858" y="12494"/>
                  </a:lnTo>
                  <a:lnTo>
                    <a:pt x="58894" y="1528"/>
                  </a:lnTo>
                  <a:cubicBezTo>
                    <a:pt x="58894" y="1528"/>
                    <a:pt x="49472" y="0"/>
                    <a:pt x="39413" y="0"/>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0"/>
            <p:cNvSpPr/>
            <p:nvPr/>
          </p:nvSpPr>
          <p:spPr>
            <a:xfrm>
              <a:off x="1216425" y="4098750"/>
              <a:ext cx="1869250" cy="533950"/>
            </a:xfrm>
            <a:custGeom>
              <a:rect b="b" l="l" r="r" t="t"/>
              <a:pathLst>
                <a:path extrusionOk="0" h="21358" w="74770">
                  <a:moveTo>
                    <a:pt x="28837" y="1"/>
                  </a:moveTo>
                  <a:cubicBezTo>
                    <a:pt x="27107" y="1"/>
                    <a:pt x="25588" y="61"/>
                    <a:pt x="24351" y="197"/>
                  </a:cubicBezTo>
                  <a:cubicBezTo>
                    <a:pt x="19308" y="748"/>
                    <a:pt x="13696" y="4401"/>
                    <a:pt x="7670" y="11055"/>
                  </a:cubicBezTo>
                  <a:cubicBezTo>
                    <a:pt x="3202" y="15986"/>
                    <a:pt x="162" y="20823"/>
                    <a:pt x="132" y="20872"/>
                  </a:cubicBezTo>
                  <a:cubicBezTo>
                    <a:pt x="0" y="21083"/>
                    <a:pt x="152" y="21357"/>
                    <a:pt x="401" y="21357"/>
                  </a:cubicBezTo>
                  <a:cubicBezTo>
                    <a:pt x="509" y="21357"/>
                    <a:pt x="611" y="21301"/>
                    <a:pt x="669" y="21208"/>
                  </a:cubicBezTo>
                  <a:cubicBezTo>
                    <a:pt x="788" y="21017"/>
                    <a:pt x="12743" y="2105"/>
                    <a:pt x="24420" y="828"/>
                  </a:cubicBezTo>
                  <a:cubicBezTo>
                    <a:pt x="25644" y="694"/>
                    <a:pt x="27149" y="634"/>
                    <a:pt x="28862" y="634"/>
                  </a:cubicBezTo>
                  <a:cubicBezTo>
                    <a:pt x="43655" y="634"/>
                    <a:pt x="74042" y="5111"/>
                    <a:pt x="74384" y="5161"/>
                  </a:cubicBezTo>
                  <a:cubicBezTo>
                    <a:pt x="74400" y="5164"/>
                    <a:pt x="74415" y="5165"/>
                    <a:pt x="74431" y="5165"/>
                  </a:cubicBezTo>
                  <a:cubicBezTo>
                    <a:pt x="74585" y="5165"/>
                    <a:pt x="74721" y="5052"/>
                    <a:pt x="74743" y="4894"/>
                  </a:cubicBezTo>
                  <a:cubicBezTo>
                    <a:pt x="74769" y="4721"/>
                    <a:pt x="74650" y="4560"/>
                    <a:pt x="74477" y="4534"/>
                  </a:cubicBezTo>
                  <a:cubicBezTo>
                    <a:pt x="74136" y="4484"/>
                    <a:pt x="43709" y="1"/>
                    <a:pt x="288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0"/>
            <p:cNvSpPr/>
            <p:nvPr/>
          </p:nvSpPr>
          <p:spPr>
            <a:xfrm>
              <a:off x="3168000" y="4230925"/>
              <a:ext cx="2495900" cy="633700"/>
            </a:xfrm>
            <a:custGeom>
              <a:rect b="b" l="l" r="r" t="t"/>
              <a:pathLst>
                <a:path extrusionOk="0" h="25348" w="99836">
                  <a:moveTo>
                    <a:pt x="348" y="1"/>
                  </a:moveTo>
                  <a:cubicBezTo>
                    <a:pt x="191" y="1"/>
                    <a:pt x="50" y="111"/>
                    <a:pt x="25" y="271"/>
                  </a:cubicBezTo>
                  <a:cubicBezTo>
                    <a:pt x="0" y="444"/>
                    <a:pt x="121" y="606"/>
                    <a:pt x="294" y="631"/>
                  </a:cubicBezTo>
                  <a:cubicBezTo>
                    <a:pt x="528" y="665"/>
                    <a:pt x="24100" y="4108"/>
                    <a:pt x="54478" y="11777"/>
                  </a:cubicBezTo>
                  <a:cubicBezTo>
                    <a:pt x="84891" y="19456"/>
                    <a:pt x="97575" y="23843"/>
                    <a:pt x="99196" y="25269"/>
                  </a:cubicBezTo>
                  <a:cubicBezTo>
                    <a:pt x="99253" y="25320"/>
                    <a:pt x="99328" y="25347"/>
                    <a:pt x="99405" y="25347"/>
                  </a:cubicBezTo>
                  <a:lnTo>
                    <a:pt x="99406" y="25347"/>
                  </a:lnTo>
                  <a:cubicBezTo>
                    <a:pt x="99699" y="25347"/>
                    <a:pt x="99836" y="24984"/>
                    <a:pt x="99615" y="24791"/>
                  </a:cubicBezTo>
                  <a:cubicBezTo>
                    <a:pt x="97860" y="23250"/>
                    <a:pt x="85123" y="18859"/>
                    <a:pt x="54634" y="11162"/>
                  </a:cubicBezTo>
                  <a:cubicBezTo>
                    <a:pt x="24225" y="3484"/>
                    <a:pt x="620" y="36"/>
                    <a:pt x="385" y="3"/>
                  </a:cubicBezTo>
                  <a:cubicBezTo>
                    <a:pt x="373" y="1"/>
                    <a:pt x="361" y="1"/>
                    <a:pt x="3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0"/>
            <p:cNvSpPr/>
            <p:nvPr/>
          </p:nvSpPr>
          <p:spPr>
            <a:xfrm>
              <a:off x="3749125" y="3821875"/>
              <a:ext cx="1454000" cy="446375"/>
            </a:xfrm>
            <a:custGeom>
              <a:rect b="b" l="l" r="r" t="t"/>
              <a:pathLst>
                <a:path extrusionOk="0" h="17855" w="58160">
                  <a:moveTo>
                    <a:pt x="0" y="0"/>
                  </a:moveTo>
                  <a:lnTo>
                    <a:pt x="58160" y="17855"/>
                  </a:lnTo>
                  <a:cubicBezTo>
                    <a:pt x="58160" y="17855"/>
                    <a:pt x="56578" y="15626"/>
                    <a:pt x="53403" y="14327"/>
                  </a:cubicBezTo>
                  <a:cubicBezTo>
                    <a:pt x="50229" y="13027"/>
                    <a:pt x="3" y="1"/>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0"/>
            <p:cNvSpPr/>
            <p:nvPr/>
          </p:nvSpPr>
          <p:spPr>
            <a:xfrm>
              <a:off x="3740300" y="3813900"/>
              <a:ext cx="1473025" cy="462300"/>
            </a:xfrm>
            <a:custGeom>
              <a:rect b="b" l="l" r="r" t="t"/>
              <a:pathLst>
                <a:path extrusionOk="0" h="18492" w="58921">
                  <a:moveTo>
                    <a:pt x="353" y="1"/>
                  </a:moveTo>
                  <a:cubicBezTo>
                    <a:pt x="211" y="1"/>
                    <a:pt x="82" y="96"/>
                    <a:pt x="46" y="240"/>
                  </a:cubicBezTo>
                  <a:cubicBezTo>
                    <a:pt x="1" y="409"/>
                    <a:pt x="103" y="582"/>
                    <a:pt x="273" y="627"/>
                  </a:cubicBezTo>
                  <a:cubicBezTo>
                    <a:pt x="775" y="756"/>
                    <a:pt x="50517" y="13663"/>
                    <a:pt x="53636" y="14939"/>
                  </a:cubicBezTo>
                  <a:cubicBezTo>
                    <a:pt x="56679" y="16186"/>
                    <a:pt x="58238" y="18337"/>
                    <a:pt x="58254" y="18358"/>
                  </a:cubicBezTo>
                  <a:cubicBezTo>
                    <a:pt x="58314" y="18441"/>
                    <a:pt x="58410" y="18491"/>
                    <a:pt x="58513" y="18491"/>
                  </a:cubicBezTo>
                  <a:cubicBezTo>
                    <a:pt x="58771" y="18491"/>
                    <a:pt x="58920" y="18201"/>
                    <a:pt x="58772" y="17991"/>
                  </a:cubicBezTo>
                  <a:cubicBezTo>
                    <a:pt x="58705" y="17896"/>
                    <a:pt x="57100" y="15671"/>
                    <a:pt x="53877" y="14351"/>
                  </a:cubicBezTo>
                  <a:cubicBezTo>
                    <a:pt x="50719" y="13058"/>
                    <a:pt x="2484" y="544"/>
                    <a:pt x="433" y="11"/>
                  </a:cubicBezTo>
                  <a:cubicBezTo>
                    <a:pt x="406" y="4"/>
                    <a:pt x="379" y="1"/>
                    <a:pt x="3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30"/>
            <p:cNvSpPr/>
            <p:nvPr/>
          </p:nvSpPr>
          <p:spPr>
            <a:xfrm>
              <a:off x="1855275" y="3556625"/>
              <a:ext cx="1681550" cy="652100"/>
            </a:xfrm>
            <a:custGeom>
              <a:rect b="b" l="l" r="r" t="t"/>
              <a:pathLst>
                <a:path extrusionOk="0" h="26084" w="67262">
                  <a:moveTo>
                    <a:pt x="12872" y="0"/>
                  </a:moveTo>
                  <a:lnTo>
                    <a:pt x="0" y="18705"/>
                  </a:lnTo>
                  <a:cubicBezTo>
                    <a:pt x="0" y="18705"/>
                    <a:pt x="144" y="18702"/>
                    <a:pt x="441" y="18702"/>
                  </a:cubicBezTo>
                  <a:cubicBezTo>
                    <a:pt x="3476" y="18702"/>
                    <a:pt x="22445" y="19017"/>
                    <a:pt x="66153" y="26083"/>
                  </a:cubicBezTo>
                  <a:lnTo>
                    <a:pt x="67261" y="8929"/>
                  </a:lnTo>
                  <a:cubicBezTo>
                    <a:pt x="67261" y="8929"/>
                    <a:pt x="44084" y="1756"/>
                    <a:pt x="34513" y="1011"/>
                  </a:cubicBezTo>
                  <a:cubicBezTo>
                    <a:pt x="24943" y="267"/>
                    <a:pt x="12872" y="0"/>
                    <a:pt x="1287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30"/>
            <p:cNvSpPr/>
            <p:nvPr/>
          </p:nvSpPr>
          <p:spPr>
            <a:xfrm>
              <a:off x="1846850" y="3548675"/>
              <a:ext cx="1698125" cy="667975"/>
            </a:xfrm>
            <a:custGeom>
              <a:rect b="b" l="l" r="r" t="t"/>
              <a:pathLst>
                <a:path extrusionOk="0" h="26719" w="67925">
                  <a:moveTo>
                    <a:pt x="13373" y="639"/>
                  </a:moveTo>
                  <a:cubicBezTo>
                    <a:pt x="14881" y="676"/>
                    <a:pt x="25989" y="958"/>
                    <a:pt x="34825" y="1644"/>
                  </a:cubicBezTo>
                  <a:cubicBezTo>
                    <a:pt x="43733" y="2336"/>
                    <a:pt x="64780" y="8715"/>
                    <a:pt x="67266" y="9476"/>
                  </a:cubicBezTo>
                  <a:lnTo>
                    <a:pt x="66195" y="26031"/>
                  </a:lnTo>
                  <a:cubicBezTo>
                    <a:pt x="23697" y="19175"/>
                    <a:pt x="4485" y="18724"/>
                    <a:pt x="942" y="18704"/>
                  </a:cubicBezTo>
                  <a:lnTo>
                    <a:pt x="13373" y="639"/>
                  </a:lnTo>
                  <a:close/>
                  <a:moveTo>
                    <a:pt x="13202" y="0"/>
                  </a:moveTo>
                  <a:cubicBezTo>
                    <a:pt x="13099" y="0"/>
                    <a:pt x="13004" y="52"/>
                    <a:pt x="12948" y="139"/>
                  </a:cubicBezTo>
                  <a:lnTo>
                    <a:pt x="74" y="18843"/>
                  </a:lnTo>
                  <a:cubicBezTo>
                    <a:pt x="7" y="18942"/>
                    <a:pt x="1" y="19069"/>
                    <a:pt x="57" y="19173"/>
                  </a:cubicBezTo>
                  <a:cubicBezTo>
                    <a:pt x="114" y="19278"/>
                    <a:pt x="230" y="19331"/>
                    <a:pt x="343" y="19340"/>
                  </a:cubicBezTo>
                  <a:cubicBezTo>
                    <a:pt x="358" y="19339"/>
                    <a:pt x="492" y="19337"/>
                    <a:pt x="752" y="19337"/>
                  </a:cubicBezTo>
                  <a:cubicBezTo>
                    <a:pt x="3704" y="19337"/>
                    <a:pt x="22860" y="19669"/>
                    <a:pt x="66439" y="26714"/>
                  </a:cubicBezTo>
                  <a:cubicBezTo>
                    <a:pt x="66457" y="26717"/>
                    <a:pt x="66473" y="26719"/>
                    <a:pt x="66490" y="26719"/>
                  </a:cubicBezTo>
                  <a:cubicBezTo>
                    <a:pt x="66657" y="26719"/>
                    <a:pt x="66795" y="26588"/>
                    <a:pt x="66807" y="26421"/>
                  </a:cubicBezTo>
                  <a:lnTo>
                    <a:pt x="67916" y="9267"/>
                  </a:lnTo>
                  <a:cubicBezTo>
                    <a:pt x="67925" y="9121"/>
                    <a:pt x="67832" y="8986"/>
                    <a:pt x="67693" y="8943"/>
                  </a:cubicBezTo>
                  <a:cubicBezTo>
                    <a:pt x="67460" y="8871"/>
                    <a:pt x="44371" y="1750"/>
                    <a:pt x="34875" y="1013"/>
                  </a:cubicBezTo>
                  <a:cubicBezTo>
                    <a:pt x="25405" y="276"/>
                    <a:pt x="13337" y="3"/>
                    <a:pt x="13217" y="1"/>
                  </a:cubicBezTo>
                  <a:cubicBezTo>
                    <a:pt x="13212" y="1"/>
                    <a:pt x="13207" y="0"/>
                    <a:pt x="1320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0"/>
            <p:cNvSpPr/>
            <p:nvPr/>
          </p:nvSpPr>
          <p:spPr>
            <a:xfrm>
              <a:off x="1860775" y="3841600"/>
              <a:ext cx="343850" cy="199900"/>
            </a:xfrm>
            <a:custGeom>
              <a:rect b="b" l="l" r="r" t="t"/>
              <a:pathLst>
                <a:path extrusionOk="0" h="7996" w="13754">
                  <a:moveTo>
                    <a:pt x="4807" y="1"/>
                  </a:moveTo>
                  <a:lnTo>
                    <a:pt x="4219" y="855"/>
                  </a:lnTo>
                  <a:lnTo>
                    <a:pt x="0" y="7303"/>
                  </a:lnTo>
                  <a:cubicBezTo>
                    <a:pt x="56" y="7303"/>
                    <a:pt x="122" y="7303"/>
                    <a:pt x="199" y="7303"/>
                  </a:cubicBezTo>
                  <a:cubicBezTo>
                    <a:pt x="1483" y="7303"/>
                    <a:pt x="5762" y="7358"/>
                    <a:pt x="13754" y="7995"/>
                  </a:cubicBezTo>
                  <a:lnTo>
                    <a:pt x="480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30"/>
            <p:cNvSpPr/>
            <p:nvPr/>
          </p:nvSpPr>
          <p:spPr>
            <a:xfrm>
              <a:off x="1850700" y="3833650"/>
              <a:ext cx="364675" cy="215825"/>
            </a:xfrm>
            <a:custGeom>
              <a:rect b="b" l="l" r="r" t="t"/>
              <a:pathLst>
                <a:path extrusionOk="0" h="8633" w="14587">
                  <a:moveTo>
                    <a:pt x="5267" y="797"/>
                  </a:moveTo>
                  <a:lnTo>
                    <a:pt x="13244" y="7924"/>
                  </a:lnTo>
                  <a:cubicBezTo>
                    <a:pt x="6517" y="7406"/>
                    <a:pt x="2611" y="7316"/>
                    <a:pt x="991" y="7305"/>
                  </a:cubicBezTo>
                  <a:lnTo>
                    <a:pt x="4884" y="1353"/>
                  </a:lnTo>
                  <a:lnTo>
                    <a:pt x="5267" y="797"/>
                  </a:lnTo>
                  <a:close/>
                  <a:moveTo>
                    <a:pt x="5214" y="1"/>
                  </a:moveTo>
                  <a:cubicBezTo>
                    <a:pt x="5200" y="1"/>
                    <a:pt x="5186" y="2"/>
                    <a:pt x="5173" y="4"/>
                  </a:cubicBezTo>
                  <a:cubicBezTo>
                    <a:pt x="5082" y="15"/>
                    <a:pt x="5001" y="65"/>
                    <a:pt x="4948" y="139"/>
                  </a:cubicBezTo>
                  <a:lnTo>
                    <a:pt x="138" y="7448"/>
                  </a:lnTo>
                  <a:cubicBezTo>
                    <a:pt x="0" y="7659"/>
                    <a:pt x="152" y="7939"/>
                    <a:pt x="403" y="7939"/>
                  </a:cubicBezTo>
                  <a:lnTo>
                    <a:pt x="406" y="7939"/>
                  </a:lnTo>
                  <a:cubicBezTo>
                    <a:pt x="476" y="7938"/>
                    <a:pt x="559" y="7938"/>
                    <a:pt x="656" y="7938"/>
                  </a:cubicBezTo>
                  <a:cubicBezTo>
                    <a:pt x="2072" y="7938"/>
                    <a:pt x="6307" y="8006"/>
                    <a:pt x="14132" y="8631"/>
                  </a:cubicBezTo>
                  <a:cubicBezTo>
                    <a:pt x="14141" y="8632"/>
                    <a:pt x="14149" y="8632"/>
                    <a:pt x="14157" y="8632"/>
                  </a:cubicBezTo>
                  <a:lnTo>
                    <a:pt x="14157" y="8631"/>
                  </a:lnTo>
                  <a:cubicBezTo>
                    <a:pt x="14449" y="8631"/>
                    <a:pt x="14586" y="8271"/>
                    <a:pt x="14369" y="8077"/>
                  </a:cubicBezTo>
                  <a:lnTo>
                    <a:pt x="5421" y="82"/>
                  </a:lnTo>
                  <a:cubicBezTo>
                    <a:pt x="5365" y="29"/>
                    <a:pt x="5291" y="1"/>
                    <a:pt x="521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0"/>
            <p:cNvSpPr/>
            <p:nvPr/>
          </p:nvSpPr>
          <p:spPr>
            <a:xfrm>
              <a:off x="2115775" y="3556625"/>
              <a:ext cx="1192950" cy="614350"/>
            </a:xfrm>
            <a:custGeom>
              <a:rect b="b" l="l" r="r" t="t"/>
              <a:pathLst>
                <a:path extrusionOk="0" h="24574" w="47718">
                  <a:moveTo>
                    <a:pt x="2452" y="0"/>
                  </a:moveTo>
                  <a:lnTo>
                    <a:pt x="1" y="3562"/>
                  </a:lnTo>
                  <a:lnTo>
                    <a:pt x="21289" y="21187"/>
                  </a:lnTo>
                  <a:cubicBezTo>
                    <a:pt x="26713" y="21831"/>
                    <a:pt x="32912" y="22641"/>
                    <a:pt x="39943" y="23659"/>
                  </a:cubicBezTo>
                  <a:cubicBezTo>
                    <a:pt x="42434" y="23942"/>
                    <a:pt x="45019" y="24244"/>
                    <a:pt x="47718" y="24573"/>
                  </a:cubicBezTo>
                  <a:lnTo>
                    <a:pt x="18331" y="629"/>
                  </a:lnTo>
                  <a:cubicBezTo>
                    <a:pt x="10284" y="173"/>
                    <a:pt x="2452" y="0"/>
                    <a:pt x="245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30"/>
            <p:cNvSpPr/>
            <p:nvPr/>
          </p:nvSpPr>
          <p:spPr>
            <a:xfrm>
              <a:off x="2106925" y="3548675"/>
              <a:ext cx="1210400" cy="630225"/>
            </a:xfrm>
            <a:custGeom>
              <a:rect b="b" l="l" r="r" t="t"/>
              <a:pathLst>
                <a:path extrusionOk="0" h="25209" w="48416">
                  <a:moveTo>
                    <a:pt x="2970" y="639"/>
                  </a:moveTo>
                  <a:cubicBezTo>
                    <a:pt x="4157" y="668"/>
                    <a:pt x="11300" y="850"/>
                    <a:pt x="18564" y="1258"/>
                  </a:cubicBezTo>
                  <a:lnTo>
                    <a:pt x="47018" y="24444"/>
                  </a:lnTo>
                  <a:cubicBezTo>
                    <a:pt x="44714" y="24167"/>
                    <a:pt x="42488" y="23906"/>
                    <a:pt x="40342" y="23662"/>
                  </a:cubicBezTo>
                  <a:cubicBezTo>
                    <a:pt x="33813" y="22718"/>
                    <a:pt x="27566" y="21888"/>
                    <a:pt x="21772" y="21201"/>
                  </a:cubicBezTo>
                  <a:lnTo>
                    <a:pt x="781" y="3820"/>
                  </a:lnTo>
                  <a:lnTo>
                    <a:pt x="2970" y="639"/>
                  </a:lnTo>
                  <a:close/>
                  <a:moveTo>
                    <a:pt x="2799" y="0"/>
                  </a:moveTo>
                  <a:cubicBezTo>
                    <a:pt x="2696" y="0"/>
                    <a:pt x="2601" y="52"/>
                    <a:pt x="2543" y="139"/>
                  </a:cubicBezTo>
                  <a:lnTo>
                    <a:pt x="94" y="3701"/>
                  </a:lnTo>
                  <a:cubicBezTo>
                    <a:pt x="0" y="3835"/>
                    <a:pt x="26" y="4019"/>
                    <a:pt x="152" y="4124"/>
                  </a:cubicBezTo>
                  <a:lnTo>
                    <a:pt x="21440" y="21750"/>
                  </a:lnTo>
                  <a:cubicBezTo>
                    <a:pt x="21487" y="21789"/>
                    <a:pt x="21544" y="21814"/>
                    <a:pt x="21605" y="21820"/>
                  </a:cubicBezTo>
                  <a:cubicBezTo>
                    <a:pt x="27419" y="22510"/>
                    <a:pt x="33693" y="23341"/>
                    <a:pt x="40261" y="24292"/>
                  </a:cubicBezTo>
                  <a:cubicBezTo>
                    <a:pt x="42751" y="24576"/>
                    <a:pt x="45334" y="24877"/>
                    <a:pt x="48032" y="25206"/>
                  </a:cubicBezTo>
                  <a:cubicBezTo>
                    <a:pt x="48045" y="25209"/>
                    <a:pt x="48058" y="25209"/>
                    <a:pt x="48070" y="25209"/>
                  </a:cubicBezTo>
                  <a:cubicBezTo>
                    <a:pt x="48205" y="25209"/>
                    <a:pt x="48324" y="25124"/>
                    <a:pt x="48370" y="24998"/>
                  </a:cubicBezTo>
                  <a:cubicBezTo>
                    <a:pt x="48415" y="24871"/>
                    <a:pt x="48375" y="24729"/>
                    <a:pt x="48271" y="24645"/>
                  </a:cubicBezTo>
                  <a:lnTo>
                    <a:pt x="18885" y="700"/>
                  </a:lnTo>
                  <a:cubicBezTo>
                    <a:pt x="18834" y="658"/>
                    <a:pt x="18769" y="633"/>
                    <a:pt x="18703" y="629"/>
                  </a:cubicBezTo>
                  <a:cubicBezTo>
                    <a:pt x="10741" y="180"/>
                    <a:pt x="2891" y="3"/>
                    <a:pt x="2814" y="1"/>
                  </a:cubicBezTo>
                  <a:cubicBezTo>
                    <a:pt x="2809" y="1"/>
                    <a:pt x="2804" y="0"/>
                    <a:pt x="279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0"/>
            <p:cNvSpPr/>
            <p:nvPr/>
          </p:nvSpPr>
          <p:spPr>
            <a:xfrm>
              <a:off x="3554075" y="3869950"/>
              <a:ext cx="235275" cy="288250"/>
            </a:xfrm>
            <a:custGeom>
              <a:rect b="b" l="l" r="r" t="t"/>
              <a:pathLst>
                <a:path extrusionOk="0" h="11530" w="9411">
                  <a:moveTo>
                    <a:pt x="168" y="1"/>
                  </a:moveTo>
                  <a:lnTo>
                    <a:pt x="0" y="10133"/>
                  </a:lnTo>
                  <a:cubicBezTo>
                    <a:pt x="502" y="10106"/>
                    <a:pt x="1060" y="10088"/>
                    <a:pt x="1654" y="10088"/>
                  </a:cubicBezTo>
                  <a:cubicBezTo>
                    <a:pt x="4024" y="10088"/>
                    <a:pt x="6972" y="10375"/>
                    <a:pt x="9225" y="11530"/>
                  </a:cubicBezTo>
                  <a:cubicBezTo>
                    <a:pt x="9410" y="8830"/>
                    <a:pt x="9227" y="5125"/>
                    <a:pt x="7684" y="1348"/>
                  </a:cubicBezTo>
                  <a:lnTo>
                    <a:pt x="16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30"/>
            <p:cNvSpPr/>
            <p:nvPr/>
          </p:nvSpPr>
          <p:spPr>
            <a:xfrm>
              <a:off x="3545975" y="3860500"/>
              <a:ext cx="251025" cy="310275"/>
            </a:xfrm>
            <a:custGeom>
              <a:rect b="b" l="l" r="r" t="t"/>
              <a:pathLst>
                <a:path extrusionOk="0" h="12411" w="10041">
                  <a:moveTo>
                    <a:pt x="804" y="757"/>
                  </a:moveTo>
                  <a:lnTo>
                    <a:pt x="7780" y="2006"/>
                  </a:lnTo>
                  <a:cubicBezTo>
                    <a:pt x="9187" y="5541"/>
                    <a:pt x="9380" y="8993"/>
                    <a:pt x="9260" y="11416"/>
                  </a:cubicBezTo>
                  <a:cubicBezTo>
                    <a:pt x="7053" y="10420"/>
                    <a:pt x="4325" y="10147"/>
                    <a:pt x="2000" y="10147"/>
                  </a:cubicBezTo>
                  <a:cubicBezTo>
                    <a:pt x="1531" y="10147"/>
                    <a:pt x="1076" y="10159"/>
                    <a:pt x="647" y="10177"/>
                  </a:cubicBezTo>
                  <a:lnTo>
                    <a:pt x="804" y="757"/>
                  </a:lnTo>
                  <a:close/>
                  <a:moveTo>
                    <a:pt x="181" y="0"/>
                  </a:moveTo>
                  <a:lnTo>
                    <a:pt x="1" y="10847"/>
                  </a:lnTo>
                  <a:lnTo>
                    <a:pt x="340" y="10828"/>
                  </a:lnTo>
                  <a:cubicBezTo>
                    <a:pt x="861" y="10800"/>
                    <a:pt x="1423" y="10782"/>
                    <a:pt x="2011" y="10782"/>
                  </a:cubicBezTo>
                  <a:cubicBezTo>
                    <a:pt x="4412" y="10782"/>
                    <a:pt x="7238" y="11080"/>
                    <a:pt x="9405" y="12190"/>
                  </a:cubicBezTo>
                  <a:lnTo>
                    <a:pt x="9833" y="12411"/>
                  </a:lnTo>
                  <a:lnTo>
                    <a:pt x="9866" y="11930"/>
                  </a:lnTo>
                  <a:cubicBezTo>
                    <a:pt x="10041" y="9394"/>
                    <a:pt x="9911" y="5544"/>
                    <a:pt x="8303" y="1605"/>
                  </a:cubicBezTo>
                  <a:lnTo>
                    <a:pt x="8237" y="1443"/>
                  </a:lnTo>
                  <a:lnTo>
                    <a:pt x="18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0"/>
            <p:cNvSpPr/>
            <p:nvPr/>
          </p:nvSpPr>
          <p:spPr>
            <a:xfrm>
              <a:off x="3558625" y="3770400"/>
              <a:ext cx="175800" cy="106500"/>
            </a:xfrm>
            <a:custGeom>
              <a:rect b="b" l="l" r="r" t="t"/>
              <a:pathLst>
                <a:path extrusionOk="0" h="4260" w="7032">
                  <a:moveTo>
                    <a:pt x="52" y="0"/>
                  </a:moveTo>
                  <a:lnTo>
                    <a:pt x="0" y="3180"/>
                  </a:lnTo>
                  <a:lnTo>
                    <a:pt x="7031" y="4259"/>
                  </a:lnTo>
                  <a:cubicBezTo>
                    <a:pt x="6496" y="3138"/>
                    <a:pt x="5856" y="2068"/>
                    <a:pt x="5120" y="1066"/>
                  </a:cubicBezTo>
                  <a:lnTo>
                    <a:pt x="5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30"/>
            <p:cNvSpPr/>
            <p:nvPr/>
          </p:nvSpPr>
          <p:spPr>
            <a:xfrm>
              <a:off x="3550550" y="3760650"/>
              <a:ext cx="197500" cy="126375"/>
            </a:xfrm>
            <a:custGeom>
              <a:rect b="b" l="l" r="r" t="t"/>
              <a:pathLst>
                <a:path extrusionOk="0" h="5055" w="7900">
                  <a:moveTo>
                    <a:pt x="687" y="781"/>
                  </a:moveTo>
                  <a:lnTo>
                    <a:pt x="5258" y="1742"/>
                  </a:lnTo>
                  <a:cubicBezTo>
                    <a:pt x="5833" y="2535"/>
                    <a:pt x="6347" y="3372"/>
                    <a:pt x="6798" y="4243"/>
                  </a:cubicBezTo>
                  <a:lnTo>
                    <a:pt x="644" y="3298"/>
                  </a:lnTo>
                  <a:lnTo>
                    <a:pt x="687" y="781"/>
                  </a:lnTo>
                  <a:close/>
                  <a:moveTo>
                    <a:pt x="64" y="1"/>
                  </a:moveTo>
                  <a:lnTo>
                    <a:pt x="1" y="3841"/>
                  </a:lnTo>
                  <a:lnTo>
                    <a:pt x="7899" y="5055"/>
                  </a:lnTo>
                  <a:lnTo>
                    <a:pt x="7640" y="4512"/>
                  </a:lnTo>
                  <a:cubicBezTo>
                    <a:pt x="7096" y="3372"/>
                    <a:pt x="6445" y="2286"/>
                    <a:pt x="5698" y="1268"/>
                  </a:cubicBezTo>
                  <a:lnTo>
                    <a:pt x="5628" y="1170"/>
                  </a:lnTo>
                  <a:lnTo>
                    <a:pt x="6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0"/>
            <p:cNvSpPr/>
            <p:nvPr/>
          </p:nvSpPr>
          <p:spPr>
            <a:xfrm>
              <a:off x="3552300" y="4155325"/>
              <a:ext cx="229975" cy="107075"/>
            </a:xfrm>
            <a:custGeom>
              <a:rect b="b" l="l" r="r" t="t"/>
              <a:pathLst>
                <a:path extrusionOk="0" h="4283" w="9199">
                  <a:moveTo>
                    <a:pt x="2527" y="1"/>
                  </a:moveTo>
                  <a:cubicBezTo>
                    <a:pt x="1761" y="1"/>
                    <a:pt x="935" y="36"/>
                    <a:pt x="48" y="117"/>
                  </a:cubicBezTo>
                  <a:lnTo>
                    <a:pt x="0" y="2941"/>
                  </a:lnTo>
                  <a:lnTo>
                    <a:pt x="8629" y="4283"/>
                  </a:lnTo>
                  <a:cubicBezTo>
                    <a:pt x="8629" y="4283"/>
                    <a:pt x="8985" y="3096"/>
                    <a:pt x="9199" y="1193"/>
                  </a:cubicBezTo>
                  <a:cubicBezTo>
                    <a:pt x="7935" y="640"/>
                    <a:pt x="5768" y="1"/>
                    <a:pt x="252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0"/>
            <p:cNvSpPr/>
            <p:nvPr/>
          </p:nvSpPr>
          <p:spPr>
            <a:xfrm>
              <a:off x="3544275" y="4147325"/>
              <a:ext cx="246575" cy="123975"/>
            </a:xfrm>
            <a:custGeom>
              <a:rect b="b" l="l" r="r" t="t"/>
              <a:pathLst>
                <a:path extrusionOk="0" h="4959" w="9863">
                  <a:moveTo>
                    <a:pt x="2867" y="637"/>
                  </a:moveTo>
                  <a:cubicBezTo>
                    <a:pt x="5820" y="637"/>
                    <a:pt x="7866" y="1173"/>
                    <a:pt x="9177" y="1712"/>
                  </a:cubicBezTo>
                  <a:cubicBezTo>
                    <a:pt x="9028" y="2929"/>
                    <a:pt x="8824" y="3826"/>
                    <a:pt x="8718" y="4245"/>
                  </a:cubicBezTo>
                  <a:lnTo>
                    <a:pt x="644" y="2990"/>
                  </a:lnTo>
                  <a:lnTo>
                    <a:pt x="681" y="729"/>
                  </a:lnTo>
                  <a:cubicBezTo>
                    <a:pt x="1459" y="665"/>
                    <a:pt x="2187" y="637"/>
                    <a:pt x="2867" y="637"/>
                  </a:cubicBezTo>
                  <a:close/>
                  <a:moveTo>
                    <a:pt x="2866" y="1"/>
                  </a:moveTo>
                  <a:cubicBezTo>
                    <a:pt x="2085" y="1"/>
                    <a:pt x="1244" y="37"/>
                    <a:pt x="340" y="120"/>
                  </a:cubicBezTo>
                  <a:lnTo>
                    <a:pt x="56" y="146"/>
                  </a:lnTo>
                  <a:lnTo>
                    <a:pt x="0" y="3532"/>
                  </a:lnTo>
                  <a:lnTo>
                    <a:pt x="9175" y="4959"/>
                  </a:lnTo>
                  <a:lnTo>
                    <a:pt x="9255" y="4694"/>
                  </a:lnTo>
                  <a:cubicBezTo>
                    <a:pt x="9270" y="4644"/>
                    <a:pt x="9621" y="3459"/>
                    <a:pt x="9836" y="1548"/>
                  </a:cubicBezTo>
                  <a:lnTo>
                    <a:pt x="9862" y="1315"/>
                  </a:lnTo>
                  <a:lnTo>
                    <a:pt x="9647" y="1222"/>
                  </a:lnTo>
                  <a:cubicBezTo>
                    <a:pt x="8292" y="628"/>
                    <a:pt x="6096" y="1"/>
                    <a:pt x="286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30"/>
            <p:cNvSpPr/>
            <p:nvPr/>
          </p:nvSpPr>
          <p:spPr>
            <a:xfrm>
              <a:off x="3877650" y="3863075"/>
              <a:ext cx="237925" cy="174425"/>
            </a:xfrm>
            <a:custGeom>
              <a:rect b="b" l="l" r="r" t="t"/>
              <a:pathLst>
                <a:path extrusionOk="0" h="6977" w="9517">
                  <a:moveTo>
                    <a:pt x="1106" y="0"/>
                  </a:moveTo>
                  <a:cubicBezTo>
                    <a:pt x="1085" y="0"/>
                    <a:pt x="1065" y="1"/>
                    <a:pt x="1047" y="2"/>
                  </a:cubicBezTo>
                  <a:cubicBezTo>
                    <a:pt x="224" y="55"/>
                    <a:pt x="0" y="1442"/>
                    <a:pt x="0" y="1442"/>
                  </a:cubicBezTo>
                  <a:lnTo>
                    <a:pt x="1725" y="4852"/>
                  </a:lnTo>
                  <a:cubicBezTo>
                    <a:pt x="1725" y="4852"/>
                    <a:pt x="1447" y="5415"/>
                    <a:pt x="3959" y="6195"/>
                  </a:cubicBezTo>
                  <a:cubicBezTo>
                    <a:pt x="5672" y="6727"/>
                    <a:pt x="7244" y="6976"/>
                    <a:pt x="8154" y="6976"/>
                  </a:cubicBezTo>
                  <a:cubicBezTo>
                    <a:pt x="8579" y="6976"/>
                    <a:pt x="8860" y="6922"/>
                    <a:pt x="8942" y="6816"/>
                  </a:cubicBezTo>
                  <a:cubicBezTo>
                    <a:pt x="9201" y="6485"/>
                    <a:pt x="9158" y="5545"/>
                    <a:pt x="9337" y="4741"/>
                  </a:cubicBezTo>
                  <a:cubicBezTo>
                    <a:pt x="9516" y="3936"/>
                    <a:pt x="7854" y="1233"/>
                    <a:pt x="6692" y="1143"/>
                  </a:cubicBezTo>
                  <a:cubicBezTo>
                    <a:pt x="6692" y="1143"/>
                    <a:pt x="2076" y="0"/>
                    <a:pt x="110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30"/>
            <p:cNvSpPr/>
            <p:nvPr/>
          </p:nvSpPr>
          <p:spPr>
            <a:xfrm>
              <a:off x="3869525" y="3855175"/>
              <a:ext cx="252700" cy="190250"/>
            </a:xfrm>
            <a:custGeom>
              <a:rect b="b" l="l" r="r" t="t"/>
              <a:pathLst>
                <a:path extrusionOk="0" h="7610" w="10108">
                  <a:moveTo>
                    <a:pt x="1458" y="633"/>
                  </a:moveTo>
                  <a:cubicBezTo>
                    <a:pt x="2168" y="633"/>
                    <a:pt x="5086" y="1309"/>
                    <a:pt x="6939" y="1767"/>
                  </a:cubicBezTo>
                  <a:cubicBezTo>
                    <a:pt x="6957" y="1772"/>
                    <a:pt x="6974" y="1774"/>
                    <a:pt x="6992" y="1776"/>
                  </a:cubicBezTo>
                  <a:cubicBezTo>
                    <a:pt x="7360" y="1804"/>
                    <a:pt x="7913" y="2260"/>
                    <a:pt x="8433" y="2963"/>
                  </a:cubicBezTo>
                  <a:cubicBezTo>
                    <a:pt x="9112" y="3880"/>
                    <a:pt x="9407" y="4742"/>
                    <a:pt x="9352" y="4989"/>
                  </a:cubicBezTo>
                  <a:cubicBezTo>
                    <a:pt x="9277" y="5321"/>
                    <a:pt x="9240" y="5675"/>
                    <a:pt x="9206" y="5986"/>
                  </a:cubicBezTo>
                  <a:cubicBezTo>
                    <a:pt x="9165" y="6371"/>
                    <a:pt x="9118" y="6806"/>
                    <a:pt x="9046" y="6908"/>
                  </a:cubicBezTo>
                  <a:cubicBezTo>
                    <a:pt x="8972" y="6952"/>
                    <a:pt x="8786" y="6978"/>
                    <a:pt x="8507" y="6978"/>
                  </a:cubicBezTo>
                  <a:cubicBezTo>
                    <a:pt x="7724" y="6978"/>
                    <a:pt x="6209" y="6776"/>
                    <a:pt x="4379" y="6208"/>
                  </a:cubicBezTo>
                  <a:cubicBezTo>
                    <a:pt x="2698" y="5686"/>
                    <a:pt x="2407" y="5296"/>
                    <a:pt x="2363" y="5218"/>
                  </a:cubicBezTo>
                  <a:cubicBezTo>
                    <a:pt x="2373" y="5152"/>
                    <a:pt x="2362" y="5083"/>
                    <a:pt x="2332" y="5025"/>
                  </a:cubicBezTo>
                  <a:lnTo>
                    <a:pt x="657" y="1712"/>
                  </a:lnTo>
                  <a:cubicBezTo>
                    <a:pt x="734" y="1361"/>
                    <a:pt x="971" y="663"/>
                    <a:pt x="1392" y="635"/>
                  </a:cubicBezTo>
                  <a:cubicBezTo>
                    <a:pt x="1411" y="634"/>
                    <a:pt x="1434" y="633"/>
                    <a:pt x="1458" y="633"/>
                  </a:cubicBezTo>
                  <a:close/>
                  <a:moveTo>
                    <a:pt x="1406" y="0"/>
                  </a:moveTo>
                  <a:cubicBezTo>
                    <a:pt x="1387" y="0"/>
                    <a:pt x="1369" y="1"/>
                    <a:pt x="1352" y="2"/>
                  </a:cubicBezTo>
                  <a:cubicBezTo>
                    <a:pt x="289" y="70"/>
                    <a:pt x="23" y="1640"/>
                    <a:pt x="12" y="1707"/>
                  </a:cubicBezTo>
                  <a:cubicBezTo>
                    <a:pt x="0" y="1773"/>
                    <a:pt x="12" y="1842"/>
                    <a:pt x="42" y="1901"/>
                  </a:cubicBezTo>
                  <a:lnTo>
                    <a:pt x="1723" y="5227"/>
                  </a:lnTo>
                  <a:cubicBezTo>
                    <a:pt x="1725" y="5306"/>
                    <a:pt x="1742" y="5385"/>
                    <a:pt x="1774" y="5458"/>
                  </a:cubicBezTo>
                  <a:cubicBezTo>
                    <a:pt x="1976" y="5929"/>
                    <a:pt x="2767" y="6372"/>
                    <a:pt x="4191" y="6815"/>
                  </a:cubicBezTo>
                  <a:cubicBezTo>
                    <a:pt x="5502" y="7221"/>
                    <a:pt x="7284" y="7609"/>
                    <a:pt x="8436" y="7609"/>
                  </a:cubicBezTo>
                  <a:cubicBezTo>
                    <a:pt x="8965" y="7609"/>
                    <a:pt x="9361" y="7527"/>
                    <a:pt x="9516" y="7328"/>
                  </a:cubicBezTo>
                  <a:cubicBezTo>
                    <a:pt x="9731" y="7055"/>
                    <a:pt x="9780" y="6591"/>
                    <a:pt x="9838" y="6054"/>
                  </a:cubicBezTo>
                  <a:cubicBezTo>
                    <a:pt x="9871" y="5744"/>
                    <a:pt x="9906" y="5424"/>
                    <a:pt x="9972" y="5127"/>
                  </a:cubicBezTo>
                  <a:cubicBezTo>
                    <a:pt x="10108" y="4518"/>
                    <a:pt x="9535" y="3383"/>
                    <a:pt x="8945" y="2586"/>
                  </a:cubicBezTo>
                  <a:cubicBezTo>
                    <a:pt x="8569" y="2079"/>
                    <a:pt x="7832" y="1223"/>
                    <a:pt x="7070" y="1146"/>
                  </a:cubicBezTo>
                  <a:cubicBezTo>
                    <a:pt x="6483" y="1001"/>
                    <a:pt x="2357" y="0"/>
                    <a:pt x="14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30"/>
            <p:cNvSpPr/>
            <p:nvPr/>
          </p:nvSpPr>
          <p:spPr>
            <a:xfrm>
              <a:off x="3942125" y="4003825"/>
              <a:ext cx="227200" cy="207975"/>
            </a:xfrm>
            <a:custGeom>
              <a:rect b="b" l="l" r="r" t="t"/>
              <a:pathLst>
                <a:path extrusionOk="0" h="8319" w="9088">
                  <a:moveTo>
                    <a:pt x="1702" y="0"/>
                  </a:moveTo>
                  <a:cubicBezTo>
                    <a:pt x="1686" y="0"/>
                    <a:pt x="1671" y="0"/>
                    <a:pt x="1658" y="1"/>
                  </a:cubicBezTo>
                  <a:cubicBezTo>
                    <a:pt x="834" y="55"/>
                    <a:pt x="1" y="1744"/>
                    <a:pt x="1" y="1744"/>
                  </a:cubicBezTo>
                  <a:cubicBezTo>
                    <a:pt x="1" y="1744"/>
                    <a:pt x="606" y="6003"/>
                    <a:pt x="1152" y="6513"/>
                  </a:cubicBezTo>
                  <a:cubicBezTo>
                    <a:pt x="1698" y="7024"/>
                    <a:pt x="6983" y="8254"/>
                    <a:pt x="7796" y="8316"/>
                  </a:cubicBezTo>
                  <a:cubicBezTo>
                    <a:pt x="7820" y="8318"/>
                    <a:pt x="7844" y="8319"/>
                    <a:pt x="7867" y="8319"/>
                  </a:cubicBezTo>
                  <a:cubicBezTo>
                    <a:pt x="8628" y="8319"/>
                    <a:pt x="8927" y="7320"/>
                    <a:pt x="9005" y="6304"/>
                  </a:cubicBezTo>
                  <a:cubicBezTo>
                    <a:pt x="9087" y="5257"/>
                    <a:pt x="8187" y="1796"/>
                    <a:pt x="7275" y="1491"/>
                  </a:cubicBezTo>
                  <a:cubicBezTo>
                    <a:pt x="7275" y="1491"/>
                    <a:pt x="2640" y="0"/>
                    <a:pt x="17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30"/>
            <p:cNvSpPr/>
            <p:nvPr/>
          </p:nvSpPr>
          <p:spPr>
            <a:xfrm>
              <a:off x="3934075" y="3995900"/>
              <a:ext cx="243050" cy="223900"/>
            </a:xfrm>
            <a:custGeom>
              <a:rect b="b" l="l" r="r" t="t"/>
              <a:pathLst>
                <a:path extrusionOk="0" h="8956" w="9722">
                  <a:moveTo>
                    <a:pt x="2025" y="635"/>
                  </a:moveTo>
                  <a:cubicBezTo>
                    <a:pt x="2642" y="635"/>
                    <a:pt x="5690" y="1529"/>
                    <a:pt x="7498" y="2110"/>
                  </a:cubicBezTo>
                  <a:cubicBezTo>
                    <a:pt x="8122" y="2321"/>
                    <a:pt x="9101" y="5470"/>
                    <a:pt x="9012" y="6598"/>
                  </a:cubicBezTo>
                  <a:cubicBezTo>
                    <a:pt x="8970" y="7148"/>
                    <a:pt x="8866" y="7600"/>
                    <a:pt x="8715" y="7902"/>
                  </a:cubicBezTo>
                  <a:cubicBezTo>
                    <a:pt x="8530" y="8271"/>
                    <a:pt x="8322" y="8319"/>
                    <a:pt x="8177" y="8319"/>
                  </a:cubicBezTo>
                  <a:cubicBezTo>
                    <a:pt x="8166" y="8319"/>
                    <a:pt x="8155" y="8318"/>
                    <a:pt x="8144" y="8318"/>
                  </a:cubicBezTo>
                  <a:cubicBezTo>
                    <a:pt x="7162" y="8241"/>
                    <a:pt x="2128" y="7002"/>
                    <a:pt x="1692" y="6599"/>
                  </a:cubicBezTo>
                  <a:cubicBezTo>
                    <a:pt x="1410" y="6331"/>
                    <a:pt x="938" y="4084"/>
                    <a:pt x="653" y="2116"/>
                  </a:cubicBezTo>
                  <a:cubicBezTo>
                    <a:pt x="978" y="1490"/>
                    <a:pt x="1579" y="663"/>
                    <a:pt x="2001" y="636"/>
                  </a:cubicBezTo>
                  <a:cubicBezTo>
                    <a:pt x="2008" y="635"/>
                    <a:pt x="2016" y="635"/>
                    <a:pt x="2025" y="635"/>
                  </a:cubicBezTo>
                  <a:close/>
                  <a:moveTo>
                    <a:pt x="2016" y="0"/>
                  </a:moveTo>
                  <a:cubicBezTo>
                    <a:pt x="1996" y="0"/>
                    <a:pt x="1977" y="1"/>
                    <a:pt x="1960" y="2"/>
                  </a:cubicBezTo>
                  <a:cubicBezTo>
                    <a:pt x="1003" y="63"/>
                    <a:pt x="192" y="1612"/>
                    <a:pt x="39" y="1922"/>
                  </a:cubicBezTo>
                  <a:cubicBezTo>
                    <a:pt x="10" y="1979"/>
                    <a:pt x="0" y="2044"/>
                    <a:pt x="9" y="2106"/>
                  </a:cubicBezTo>
                  <a:cubicBezTo>
                    <a:pt x="155" y="3132"/>
                    <a:pt x="675" y="6518"/>
                    <a:pt x="1258" y="7063"/>
                  </a:cubicBezTo>
                  <a:cubicBezTo>
                    <a:pt x="1898" y="7661"/>
                    <a:pt x="7317" y="8891"/>
                    <a:pt x="8095" y="8950"/>
                  </a:cubicBezTo>
                  <a:cubicBezTo>
                    <a:pt x="8126" y="8953"/>
                    <a:pt x="8158" y="8955"/>
                    <a:pt x="8191" y="8955"/>
                  </a:cubicBezTo>
                  <a:cubicBezTo>
                    <a:pt x="8534" y="8955"/>
                    <a:pt x="8971" y="8808"/>
                    <a:pt x="9284" y="8186"/>
                  </a:cubicBezTo>
                  <a:cubicBezTo>
                    <a:pt x="9474" y="7805"/>
                    <a:pt x="9596" y="7287"/>
                    <a:pt x="9646" y="6646"/>
                  </a:cubicBezTo>
                  <a:cubicBezTo>
                    <a:pt x="9722" y="5666"/>
                    <a:pt x="8878" y="1901"/>
                    <a:pt x="7698" y="1506"/>
                  </a:cubicBezTo>
                  <a:lnTo>
                    <a:pt x="7695" y="1506"/>
                  </a:lnTo>
                  <a:cubicBezTo>
                    <a:pt x="7208" y="1350"/>
                    <a:pt x="3008" y="0"/>
                    <a:pt x="201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0"/>
            <p:cNvSpPr/>
            <p:nvPr/>
          </p:nvSpPr>
          <p:spPr>
            <a:xfrm>
              <a:off x="3968025" y="4166225"/>
              <a:ext cx="237400" cy="182450"/>
            </a:xfrm>
            <a:custGeom>
              <a:rect b="b" l="l" r="r" t="t"/>
              <a:pathLst>
                <a:path extrusionOk="0" h="7298" w="9496">
                  <a:moveTo>
                    <a:pt x="1380" y="0"/>
                  </a:moveTo>
                  <a:cubicBezTo>
                    <a:pt x="801" y="0"/>
                    <a:pt x="1" y="1535"/>
                    <a:pt x="88" y="1887"/>
                  </a:cubicBezTo>
                  <a:cubicBezTo>
                    <a:pt x="177" y="2246"/>
                    <a:pt x="49" y="5394"/>
                    <a:pt x="49" y="5394"/>
                  </a:cubicBezTo>
                  <a:lnTo>
                    <a:pt x="9495" y="7297"/>
                  </a:lnTo>
                  <a:lnTo>
                    <a:pt x="8783" y="2914"/>
                  </a:lnTo>
                  <a:cubicBezTo>
                    <a:pt x="8783" y="2914"/>
                    <a:pt x="8801" y="2681"/>
                    <a:pt x="8059" y="1688"/>
                  </a:cubicBezTo>
                  <a:cubicBezTo>
                    <a:pt x="8059" y="1688"/>
                    <a:pt x="1986" y="46"/>
                    <a:pt x="1405" y="1"/>
                  </a:cubicBezTo>
                  <a:cubicBezTo>
                    <a:pt x="1397" y="1"/>
                    <a:pt x="1388" y="0"/>
                    <a:pt x="138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0"/>
            <p:cNvSpPr/>
            <p:nvPr/>
          </p:nvSpPr>
          <p:spPr>
            <a:xfrm>
              <a:off x="3959900" y="4158250"/>
              <a:ext cx="254150" cy="198350"/>
            </a:xfrm>
            <a:custGeom>
              <a:rect b="b" l="l" r="r" t="t"/>
              <a:pathLst>
                <a:path extrusionOk="0" h="7934" w="10166">
                  <a:moveTo>
                    <a:pt x="1705" y="636"/>
                  </a:moveTo>
                  <a:cubicBezTo>
                    <a:pt x="2103" y="667"/>
                    <a:pt x="5763" y="1627"/>
                    <a:pt x="8194" y="2285"/>
                  </a:cubicBezTo>
                  <a:cubicBezTo>
                    <a:pt x="8708" y="2985"/>
                    <a:pt x="8788" y="3213"/>
                    <a:pt x="8791" y="3213"/>
                  </a:cubicBezTo>
                  <a:cubicBezTo>
                    <a:pt x="8791" y="3213"/>
                    <a:pt x="8791" y="3213"/>
                    <a:pt x="8791" y="3213"/>
                  </a:cubicBezTo>
                  <a:lnTo>
                    <a:pt x="8791" y="3213"/>
                  </a:lnTo>
                  <a:cubicBezTo>
                    <a:pt x="8790" y="3237"/>
                    <a:pt x="8791" y="3261"/>
                    <a:pt x="8795" y="3284"/>
                  </a:cubicBezTo>
                  <a:lnTo>
                    <a:pt x="9432" y="7214"/>
                  </a:lnTo>
                  <a:lnTo>
                    <a:pt x="703" y="5455"/>
                  </a:lnTo>
                  <a:cubicBezTo>
                    <a:pt x="739" y="4505"/>
                    <a:pt x="805" y="2468"/>
                    <a:pt x="724" y="2146"/>
                  </a:cubicBezTo>
                  <a:cubicBezTo>
                    <a:pt x="715" y="1982"/>
                    <a:pt x="1028" y="1234"/>
                    <a:pt x="1446" y="813"/>
                  </a:cubicBezTo>
                  <a:cubicBezTo>
                    <a:pt x="1592" y="667"/>
                    <a:pt x="1682" y="636"/>
                    <a:pt x="1705" y="636"/>
                  </a:cubicBezTo>
                  <a:close/>
                  <a:moveTo>
                    <a:pt x="1702" y="1"/>
                  </a:moveTo>
                  <a:cubicBezTo>
                    <a:pt x="1426" y="1"/>
                    <a:pt x="1146" y="175"/>
                    <a:pt x="860" y="514"/>
                  </a:cubicBezTo>
                  <a:cubicBezTo>
                    <a:pt x="475" y="969"/>
                    <a:pt x="1" y="1863"/>
                    <a:pt x="105" y="2282"/>
                  </a:cubicBezTo>
                  <a:cubicBezTo>
                    <a:pt x="153" y="2505"/>
                    <a:pt x="119" y="4196"/>
                    <a:pt x="57" y="5699"/>
                  </a:cubicBezTo>
                  <a:cubicBezTo>
                    <a:pt x="50" y="5856"/>
                    <a:pt x="159" y="5993"/>
                    <a:pt x="312" y="6024"/>
                  </a:cubicBezTo>
                  <a:lnTo>
                    <a:pt x="9758" y="7928"/>
                  </a:lnTo>
                  <a:cubicBezTo>
                    <a:pt x="9778" y="7931"/>
                    <a:pt x="9799" y="7934"/>
                    <a:pt x="9820" y="7934"/>
                  </a:cubicBezTo>
                  <a:cubicBezTo>
                    <a:pt x="10016" y="7934"/>
                    <a:pt x="10165" y="7758"/>
                    <a:pt x="10133" y="7565"/>
                  </a:cubicBezTo>
                  <a:lnTo>
                    <a:pt x="9423" y="3192"/>
                  </a:lnTo>
                  <a:cubicBezTo>
                    <a:pt x="9395" y="2939"/>
                    <a:pt x="9132" y="2478"/>
                    <a:pt x="8639" y="1817"/>
                  </a:cubicBezTo>
                  <a:cubicBezTo>
                    <a:pt x="8597" y="1760"/>
                    <a:pt x="8536" y="1719"/>
                    <a:pt x="8467" y="1701"/>
                  </a:cubicBezTo>
                  <a:cubicBezTo>
                    <a:pt x="7842" y="1531"/>
                    <a:pt x="2349" y="50"/>
                    <a:pt x="1755" y="3"/>
                  </a:cubicBezTo>
                  <a:cubicBezTo>
                    <a:pt x="1737" y="1"/>
                    <a:pt x="1720" y="1"/>
                    <a:pt x="170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0"/>
            <p:cNvSpPr/>
            <p:nvPr/>
          </p:nvSpPr>
          <p:spPr>
            <a:xfrm>
              <a:off x="4142400" y="3920550"/>
              <a:ext cx="264950" cy="190325"/>
            </a:xfrm>
            <a:custGeom>
              <a:rect b="b" l="l" r="r" t="t"/>
              <a:pathLst>
                <a:path extrusionOk="0" h="7613" w="10598">
                  <a:moveTo>
                    <a:pt x="1197" y="1"/>
                  </a:moveTo>
                  <a:cubicBezTo>
                    <a:pt x="915" y="1"/>
                    <a:pt x="728" y="41"/>
                    <a:pt x="682" y="135"/>
                  </a:cubicBezTo>
                  <a:lnTo>
                    <a:pt x="1" y="1369"/>
                  </a:lnTo>
                  <a:lnTo>
                    <a:pt x="2046" y="5156"/>
                  </a:lnTo>
                  <a:cubicBezTo>
                    <a:pt x="2046" y="5156"/>
                    <a:pt x="2108" y="5862"/>
                    <a:pt x="4058" y="6365"/>
                  </a:cubicBezTo>
                  <a:cubicBezTo>
                    <a:pt x="6007" y="6867"/>
                    <a:pt x="9576" y="7612"/>
                    <a:pt x="9576" y="7612"/>
                  </a:cubicBezTo>
                  <a:cubicBezTo>
                    <a:pt x="9576" y="7612"/>
                    <a:pt x="10597" y="6522"/>
                    <a:pt x="10400" y="6039"/>
                  </a:cubicBezTo>
                  <a:cubicBezTo>
                    <a:pt x="10205" y="5554"/>
                    <a:pt x="8024" y="1993"/>
                    <a:pt x="7130" y="1456"/>
                  </a:cubicBezTo>
                  <a:cubicBezTo>
                    <a:pt x="6386" y="1008"/>
                    <a:pt x="2603" y="1"/>
                    <a:pt x="119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30"/>
            <p:cNvSpPr/>
            <p:nvPr/>
          </p:nvSpPr>
          <p:spPr>
            <a:xfrm>
              <a:off x="4134125" y="3912725"/>
              <a:ext cx="281800" cy="206075"/>
            </a:xfrm>
            <a:custGeom>
              <a:rect b="b" l="l" r="r" t="t"/>
              <a:pathLst>
                <a:path extrusionOk="0" h="8243" w="11272">
                  <a:moveTo>
                    <a:pt x="1519" y="624"/>
                  </a:moveTo>
                  <a:cubicBezTo>
                    <a:pt x="2694" y="624"/>
                    <a:pt x="6524" y="1578"/>
                    <a:pt x="7296" y="2041"/>
                  </a:cubicBezTo>
                  <a:cubicBezTo>
                    <a:pt x="8105" y="2527"/>
                    <a:pt x="10242" y="5994"/>
                    <a:pt x="10435" y="6470"/>
                  </a:cubicBezTo>
                  <a:cubicBezTo>
                    <a:pt x="10484" y="6617"/>
                    <a:pt x="10181" y="7129"/>
                    <a:pt x="9793" y="7577"/>
                  </a:cubicBezTo>
                  <a:cubicBezTo>
                    <a:pt x="9046" y="7419"/>
                    <a:pt x="6139" y="6801"/>
                    <a:pt x="4467" y="6369"/>
                  </a:cubicBezTo>
                  <a:cubicBezTo>
                    <a:pt x="2872" y="5960"/>
                    <a:pt x="2697" y="5439"/>
                    <a:pt x="2693" y="5439"/>
                  </a:cubicBezTo>
                  <a:lnTo>
                    <a:pt x="2692" y="5440"/>
                  </a:lnTo>
                  <a:cubicBezTo>
                    <a:pt x="2688" y="5397"/>
                    <a:pt x="2676" y="5356"/>
                    <a:pt x="2655" y="5317"/>
                  </a:cubicBezTo>
                  <a:lnTo>
                    <a:pt x="691" y="1683"/>
                  </a:lnTo>
                  <a:lnTo>
                    <a:pt x="1263" y="650"/>
                  </a:lnTo>
                  <a:cubicBezTo>
                    <a:pt x="1322" y="632"/>
                    <a:pt x="1409" y="624"/>
                    <a:pt x="1519" y="624"/>
                  </a:cubicBezTo>
                  <a:close/>
                  <a:moveTo>
                    <a:pt x="1513" y="0"/>
                  </a:moveTo>
                  <a:cubicBezTo>
                    <a:pt x="1330" y="0"/>
                    <a:pt x="1179" y="15"/>
                    <a:pt x="1069" y="48"/>
                  </a:cubicBezTo>
                  <a:cubicBezTo>
                    <a:pt x="907" y="96"/>
                    <a:pt x="794" y="180"/>
                    <a:pt x="731" y="300"/>
                  </a:cubicBezTo>
                  <a:lnTo>
                    <a:pt x="54" y="1530"/>
                  </a:lnTo>
                  <a:cubicBezTo>
                    <a:pt x="2" y="1624"/>
                    <a:pt x="1" y="1738"/>
                    <a:pt x="53" y="1834"/>
                  </a:cubicBezTo>
                  <a:lnTo>
                    <a:pt x="2076" y="5579"/>
                  </a:lnTo>
                  <a:cubicBezTo>
                    <a:pt x="2143" y="5839"/>
                    <a:pt x="2494" y="6516"/>
                    <a:pt x="4309" y="6985"/>
                  </a:cubicBezTo>
                  <a:cubicBezTo>
                    <a:pt x="6245" y="7483"/>
                    <a:pt x="9807" y="8229"/>
                    <a:pt x="9841" y="8236"/>
                  </a:cubicBezTo>
                  <a:cubicBezTo>
                    <a:pt x="9864" y="8240"/>
                    <a:pt x="9885" y="8243"/>
                    <a:pt x="9907" y="8243"/>
                  </a:cubicBezTo>
                  <a:cubicBezTo>
                    <a:pt x="9994" y="8243"/>
                    <a:pt x="10078" y="8207"/>
                    <a:pt x="10139" y="8143"/>
                  </a:cubicBezTo>
                  <a:cubicBezTo>
                    <a:pt x="10487" y="7770"/>
                    <a:pt x="11272" y="6838"/>
                    <a:pt x="11025" y="6232"/>
                  </a:cubicBezTo>
                  <a:cubicBezTo>
                    <a:pt x="10826" y="5742"/>
                    <a:pt x="8615" y="2092"/>
                    <a:pt x="7624" y="1497"/>
                  </a:cubicBezTo>
                  <a:cubicBezTo>
                    <a:pt x="6906" y="1066"/>
                    <a:pt x="3063" y="0"/>
                    <a:pt x="15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0"/>
            <p:cNvSpPr/>
            <p:nvPr/>
          </p:nvSpPr>
          <p:spPr>
            <a:xfrm>
              <a:off x="4225225" y="4070150"/>
              <a:ext cx="256925" cy="218850"/>
            </a:xfrm>
            <a:custGeom>
              <a:rect b="b" l="l" r="r" t="t"/>
              <a:pathLst>
                <a:path extrusionOk="0" h="8754" w="10277">
                  <a:moveTo>
                    <a:pt x="1454" y="0"/>
                  </a:moveTo>
                  <a:cubicBezTo>
                    <a:pt x="1201" y="0"/>
                    <a:pt x="924" y="83"/>
                    <a:pt x="745" y="381"/>
                  </a:cubicBezTo>
                  <a:cubicBezTo>
                    <a:pt x="745" y="381"/>
                    <a:pt x="73" y="1498"/>
                    <a:pt x="36" y="1963"/>
                  </a:cubicBezTo>
                  <a:cubicBezTo>
                    <a:pt x="0" y="2429"/>
                    <a:pt x="643" y="6222"/>
                    <a:pt x="1625" y="7117"/>
                  </a:cubicBezTo>
                  <a:cubicBezTo>
                    <a:pt x="2608" y="8012"/>
                    <a:pt x="8289" y="8688"/>
                    <a:pt x="9103" y="8752"/>
                  </a:cubicBezTo>
                  <a:cubicBezTo>
                    <a:pt x="9123" y="8753"/>
                    <a:pt x="9142" y="8754"/>
                    <a:pt x="9161" y="8754"/>
                  </a:cubicBezTo>
                  <a:cubicBezTo>
                    <a:pt x="9927" y="8754"/>
                    <a:pt x="10134" y="7522"/>
                    <a:pt x="10205" y="6614"/>
                  </a:cubicBezTo>
                  <a:cubicBezTo>
                    <a:pt x="10277" y="5684"/>
                    <a:pt x="9010" y="2426"/>
                    <a:pt x="8115" y="1888"/>
                  </a:cubicBezTo>
                  <a:cubicBezTo>
                    <a:pt x="7221" y="1352"/>
                    <a:pt x="2051" y="131"/>
                    <a:pt x="2051" y="131"/>
                  </a:cubicBezTo>
                  <a:cubicBezTo>
                    <a:pt x="2051" y="131"/>
                    <a:pt x="1771" y="0"/>
                    <a:pt x="145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0"/>
            <p:cNvSpPr/>
            <p:nvPr/>
          </p:nvSpPr>
          <p:spPr>
            <a:xfrm>
              <a:off x="4217150" y="4062225"/>
              <a:ext cx="273125" cy="234700"/>
            </a:xfrm>
            <a:custGeom>
              <a:rect b="b" l="l" r="r" t="t"/>
              <a:pathLst>
                <a:path extrusionOk="0" h="9388" w="10925">
                  <a:moveTo>
                    <a:pt x="1785" y="632"/>
                  </a:moveTo>
                  <a:cubicBezTo>
                    <a:pt x="2011" y="632"/>
                    <a:pt x="2225" y="728"/>
                    <a:pt x="2240" y="735"/>
                  </a:cubicBezTo>
                  <a:cubicBezTo>
                    <a:pt x="2259" y="744"/>
                    <a:pt x="2279" y="751"/>
                    <a:pt x="2300" y="756"/>
                  </a:cubicBezTo>
                  <a:cubicBezTo>
                    <a:pt x="3726" y="1093"/>
                    <a:pt x="7575" y="2057"/>
                    <a:pt x="8273" y="2477"/>
                  </a:cubicBezTo>
                  <a:cubicBezTo>
                    <a:pt x="9052" y="2945"/>
                    <a:pt x="10274" y="6109"/>
                    <a:pt x="10211" y="6905"/>
                  </a:cubicBezTo>
                  <a:cubicBezTo>
                    <a:pt x="10157" y="7600"/>
                    <a:pt x="9990" y="8751"/>
                    <a:pt x="9478" y="8751"/>
                  </a:cubicBezTo>
                  <a:lnTo>
                    <a:pt x="9451" y="8751"/>
                  </a:lnTo>
                  <a:cubicBezTo>
                    <a:pt x="8029" y="8640"/>
                    <a:pt x="2976" y="7941"/>
                    <a:pt x="2162" y="7199"/>
                  </a:cubicBezTo>
                  <a:cubicBezTo>
                    <a:pt x="1303" y="6417"/>
                    <a:pt x="642" y="2751"/>
                    <a:pt x="676" y="2304"/>
                  </a:cubicBezTo>
                  <a:cubicBezTo>
                    <a:pt x="697" y="2036"/>
                    <a:pt x="1076" y="1299"/>
                    <a:pt x="1340" y="861"/>
                  </a:cubicBezTo>
                  <a:cubicBezTo>
                    <a:pt x="1445" y="684"/>
                    <a:pt x="1618" y="632"/>
                    <a:pt x="1785" y="632"/>
                  </a:cubicBezTo>
                  <a:close/>
                  <a:moveTo>
                    <a:pt x="1782" y="0"/>
                  </a:moveTo>
                  <a:cubicBezTo>
                    <a:pt x="1422" y="0"/>
                    <a:pt x="1039" y="127"/>
                    <a:pt x="795" y="534"/>
                  </a:cubicBezTo>
                  <a:cubicBezTo>
                    <a:pt x="677" y="731"/>
                    <a:pt x="83" y="1742"/>
                    <a:pt x="43" y="2256"/>
                  </a:cubicBezTo>
                  <a:cubicBezTo>
                    <a:pt x="1" y="2799"/>
                    <a:pt x="654" y="6686"/>
                    <a:pt x="1734" y="7668"/>
                  </a:cubicBezTo>
                  <a:cubicBezTo>
                    <a:pt x="2914" y="8744"/>
                    <a:pt x="9338" y="9380"/>
                    <a:pt x="9401" y="9383"/>
                  </a:cubicBezTo>
                  <a:cubicBezTo>
                    <a:pt x="9432" y="9386"/>
                    <a:pt x="9462" y="9387"/>
                    <a:pt x="9491" y="9387"/>
                  </a:cubicBezTo>
                  <a:cubicBezTo>
                    <a:pt x="10655" y="9387"/>
                    <a:pt x="10797" y="7565"/>
                    <a:pt x="10844" y="6955"/>
                  </a:cubicBezTo>
                  <a:cubicBezTo>
                    <a:pt x="10925" y="5910"/>
                    <a:pt x="9628" y="2550"/>
                    <a:pt x="8601" y="1933"/>
                  </a:cubicBezTo>
                  <a:cubicBezTo>
                    <a:pt x="7706" y="1396"/>
                    <a:pt x="3134" y="302"/>
                    <a:pt x="2476" y="146"/>
                  </a:cubicBezTo>
                  <a:cubicBezTo>
                    <a:pt x="2300" y="69"/>
                    <a:pt x="2048" y="0"/>
                    <a:pt x="178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0"/>
            <p:cNvSpPr/>
            <p:nvPr/>
          </p:nvSpPr>
          <p:spPr>
            <a:xfrm>
              <a:off x="4268725" y="4240175"/>
              <a:ext cx="260200" cy="197975"/>
            </a:xfrm>
            <a:custGeom>
              <a:rect b="b" l="l" r="r" t="t"/>
              <a:pathLst>
                <a:path extrusionOk="0" h="7919" w="10408">
                  <a:moveTo>
                    <a:pt x="1760" y="1"/>
                  </a:moveTo>
                  <a:cubicBezTo>
                    <a:pt x="1562" y="1"/>
                    <a:pt x="1407" y="24"/>
                    <a:pt x="1308" y="76"/>
                  </a:cubicBezTo>
                  <a:cubicBezTo>
                    <a:pt x="332" y="585"/>
                    <a:pt x="1" y="1846"/>
                    <a:pt x="36" y="2902"/>
                  </a:cubicBezTo>
                  <a:cubicBezTo>
                    <a:pt x="70" y="3957"/>
                    <a:pt x="329" y="5147"/>
                    <a:pt x="329" y="5147"/>
                  </a:cubicBezTo>
                  <a:lnTo>
                    <a:pt x="10408" y="7919"/>
                  </a:lnTo>
                  <a:lnTo>
                    <a:pt x="9546" y="3116"/>
                  </a:lnTo>
                  <a:cubicBezTo>
                    <a:pt x="9471" y="2692"/>
                    <a:pt x="9248" y="2310"/>
                    <a:pt x="8919" y="2034"/>
                  </a:cubicBezTo>
                  <a:cubicBezTo>
                    <a:pt x="8747" y="1890"/>
                    <a:pt x="8551" y="1779"/>
                    <a:pt x="8339" y="1705"/>
                  </a:cubicBezTo>
                  <a:cubicBezTo>
                    <a:pt x="7186" y="1311"/>
                    <a:pt x="3249" y="1"/>
                    <a:pt x="176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0"/>
            <p:cNvSpPr/>
            <p:nvPr/>
          </p:nvSpPr>
          <p:spPr>
            <a:xfrm>
              <a:off x="4260725" y="4232450"/>
              <a:ext cx="276900" cy="213625"/>
            </a:xfrm>
            <a:custGeom>
              <a:rect b="b" l="l" r="r" t="t"/>
              <a:pathLst>
                <a:path extrusionOk="0" h="8545" w="11076">
                  <a:moveTo>
                    <a:pt x="2074" y="621"/>
                  </a:moveTo>
                  <a:cubicBezTo>
                    <a:pt x="2880" y="621"/>
                    <a:pt x="5053" y="1115"/>
                    <a:pt x="8556" y="2314"/>
                  </a:cubicBezTo>
                  <a:cubicBezTo>
                    <a:pt x="8730" y="2375"/>
                    <a:pt x="8893" y="2467"/>
                    <a:pt x="9035" y="2586"/>
                  </a:cubicBezTo>
                  <a:cubicBezTo>
                    <a:pt x="9306" y="2815"/>
                    <a:pt x="9491" y="3131"/>
                    <a:pt x="9553" y="3481"/>
                  </a:cubicBezTo>
                  <a:lnTo>
                    <a:pt x="10327" y="7788"/>
                  </a:lnTo>
                  <a:lnTo>
                    <a:pt x="10327" y="7788"/>
                  </a:lnTo>
                  <a:lnTo>
                    <a:pt x="921" y="5201"/>
                  </a:lnTo>
                  <a:cubicBezTo>
                    <a:pt x="850" y="4831"/>
                    <a:pt x="698" y="3972"/>
                    <a:pt x="673" y="3201"/>
                  </a:cubicBezTo>
                  <a:cubicBezTo>
                    <a:pt x="642" y="2269"/>
                    <a:pt x="916" y="1114"/>
                    <a:pt x="1775" y="666"/>
                  </a:cubicBezTo>
                  <a:cubicBezTo>
                    <a:pt x="1831" y="636"/>
                    <a:pt x="1931" y="621"/>
                    <a:pt x="2074" y="621"/>
                  </a:cubicBezTo>
                  <a:close/>
                  <a:moveTo>
                    <a:pt x="2077" y="1"/>
                  </a:moveTo>
                  <a:cubicBezTo>
                    <a:pt x="1819" y="1"/>
                    <a:pt x="1616" y="32"/>
                    <a:pt x="1481" y="102"/>
                  </a:cubicBezTo>
                  <a:cubicBezTo>
                    <a:pt x="361" y="687"/>
                    <a:pt x="1" y="2096"/>
                    <a:pt x="38" y="3221"/>
                  </a:cubicBezTo>
                  <a:cubicBezTo>
                    <a:pt x="73" y="4292"/>
                    <a:pt x="327" y="5474"/>
                    <a:pt x="338" y="5524"/>
                  </a:cubicBezTo>
                  <a:cubicBezTo>
                    <a:pt x="364" y="5639"/>
                    <a:pt x="450" y="5730"/>
                    <a:pt x="565" y="5763"/>
                  </a:cubicBezTo>
                  <a:lnTo>
                    <a:pt x="10645" y="8535"/>
                  </a:lnTo>
                  <a:cubicBezTo>
                    <a:pt x="10672" y="8541"/>
                    <a:pt x="10701" y="8545"/>
                    <a:pt x="10729" y="8545"/>
                  </a:cubicBezTo>
                  <a:cubicBezTo>
                    <a:pt x="10926" y="8544"/>
                    <a:pt x="11075" y="8366"/>
                    <a:pt x="11042" y="8172"/>
                  </a:cubicBezTo>
                  <a:lnTo>
                    <a:pt x="10179" y="3369"/>
                  </a:lnTo>
                  <a:cubicBezTo>
                    <a:pt x="10089" y="2872"/>
                    <a:pt x="9829" y="2423"/>
                    <a:pt x="9443" y="2099"/>
                  </a:cubicBezTo>
                  <a:cubicBezTo>
                    <a:pt x="9242" y="1930"/>
                    <a:pt x="9010" y="1799"/>
                    <a:pt x="8761" y="1713"/>
                  </a:cubicBezTo>
                  <a:cubicBezTo>
                    <a:pt x="6360" y="891"/>
                    <a:pt x="3447" y="1"/>
                    <a:pt x="20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30"/>
            <p:cNvSpPr/>
            <p:nvPr/>
          </p:nvSpPr>
          <p:spPr>
            <a:xfrm>
              <a:off x="4413600" y="3980175"/>
              <a:ext cx="252875" cy="185700"/>
            </a:xfrm>
            <a:custGeom>
              <a:rect b="b" l="l" r="r" t="t"/>
              <a:pathLst>
                <a:path extrusionOk="0" h="7428" w="10115">
                  <a:moveTo>
                    <a:pt x="769" y="1"/>
                  </a:moveTo>
                  <a:cubicBezTo>
                    <a:pt x="488" y="1"/>
                    <a:pt x="158" y="73"/>
                    <a:pt x="271" y="433"/>
                  </a:cubicBezTo>
                  <a:lnTo>
                    <a:pt x="1" y="2401"/>
                  </a:lnTo>
                  <a:cubicBezTo>
                    <a:pt x="1" y="2401"/>
                    <a:pt x="1063" y="5291"/>
                    <a:pt x="2199" y="5730"/>
                  </a:cubicBezTo>
                  <a:cubicBezTo>
                    <a:pt x="3334" y="6170"/>
                    <a:pt x="8620" y="7400"/>
                    <a:pt x="8969" y="7427"/>
                  </a:cubicBezTo>
                  <a:cubicBezTo>
                    <a:pt x="8973" y="7427"/>
                    <a:pt x="8977" y="7427"/>
                    <a:pt x="8980" y="7427"/>
                  </a:cubicBezTo>
                  <a:cubicBezTo>
                    <a:pt x="9335" y="7427"/>
                    <a:pt x="10115" y="6220"/>
                    <a:pt x="10053" y="5522"/>
                  </a:cubicBezTo>
                  <a:cubicBezTo>
                    <a:pt x="9991" y="4815"/>
                    <a:pt x="8008" y="1737"/>
                    <a:pt x="6872" y="1297"/>
                  </a:cubicBezTo>
                  <a:cubicBezTo>
                    <a:pt x="5737" y="858"/>
                    <a:pt x="1121" y="32"/>
                    <a:pt x="1121" y="32"/>
                  </a:cubicBezTo>
                  <a:cubicBezTo>
                    <a:pt x="1121" y="32"/>
                    <a:pt x="956" y="1"/>
                    <a:pt x="76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30"/>
            <p:cNvSpPr/>
            <p:nvPr/>
          </p:nvSpPr>
          <p:spPr>
            <a:xfrm>
              <a:off x="4405575" y="3972200"/>
              <a:ext cx="268725" cy="201600"/>
            </a:xfrm>
            <a:custGeom>
              <a:rect b="b" l="l" r="r" t="t"/>
              <a:pathLst>
                <a:path extrusionOk="0" h="8064" w="10749">
                  <a:moveTo>
                    <a:pt x="1093" y="638"/>
                  </a:moveTo>
                  <a:cubicBezTo>
                    <a:pt x="1185" y="638"/>
                    <a:pt x="1291" y="646"/>
                    <a:pt x="1385" y="664"/>
                  </a:cubicBezTo>
                  <a:cubicBezTo>
                    <a:pt x="1431" y="671"/>
                    <a:pt x="5983" y="1489"/>
                    <a:pt x="7078" y="1914"/>
                  </a:cubicBezTo>
                  <a:cubicBezTo>
                    <a:pt x="8064" y="2295"/>
                    <a:pt x="10006" y="5266"/>
                    <a:pt x="10058" y="5870"/>
                  </a:cubicBezTo>
                  <a:cubicBezTo>
                    <a:pt x="10105" y="6411"/>
                    <a:pt x="9473" y="7354"/>
                    <a:pt x="9316" y="7430"/>
                  </a:cubicBezTo>
                  <a:cubicBezTo>
                    <a:pt x="8995" y="7399"/>
                    <a:pt x="3776" y="6196"/>
                    <a:pt x="2635" y="5753"/>
                  </a:cubicBezTo>
                  <a:cubicBezTo>
                    <a:pt x="1923" y="5478"/>
                    <a:pt x="1052" y="3757"/>
                    <a:pt x="648" y="2685"/>
                  </a:cubicBezTo>
                  <a:lnTo>
                    <a:pt x="905" y="796"/>
                  </a:lnTo>
                  <a:cubicBezTo>
                    <a:pt x="912" y="751"/>
                    <a:pt x="872" y="717"/>
                    <a:pt x="857" y="673"/>
                  </a:cubicBezTo>
                  <a:cubicBezTo>
                    <a:pt x="891" y="650"/>
                    <a:pt x="983" y="638"/>
                    <a:pt x="1093" y="638"/>
                  </a:cubicBezTo>
                  <a:close/>
                  <a:moveTo>
                    <a:pt x="1100" y="0"/>
                  </a:moveTo>
                  <a:cubicBezTo>
                    <a:pt x="854" y="0"/>
                    <a:pt x="564" y="48"/>
                    <a:pt x="391" y="242"/>
                  </a:cubicBezTo>
                  <a:cubicBezTo>
                    <a:pt x="318" y="325"/>
                    <a:pt x="210" y="499"/>
                    <a:pt x="269" y="771"/>
                  </a:cubicBezTo>
                  <a:lnTo>
                    <a:pt x="8" y="2677"/>
                  </a:lnTo>
                  <a:cubicBezTo>
                    <a:pt x="0" y="2728"/>
                    <a:pt x="5" y="2781"/>
                    <a:pt x="23" y="2830"/>
                  </a:cubicBezTo>
                  <a:cubicBezTo>
                    <a:pt x="137" y="3140"/>
                    <a:pt x="1171" y="5869"/>
                    <a:pt x="2406" y="6345"/>
                  </a:cubicBezTo>
                  <a:cubicBezTo>
                    <a:pt x="3543" y="6786"/>
                    <a:pt x="8849" y="8030"/>
                    <a:pt x="9266" y="8062"/>
                  </a:cubicBezTo>
                  <a:cubicBezTo>
                    <a:pt x="9279" y="8063"/>
                    <a:pt x="9290" y="8063"/>
                    <a:pt x="9302" y="8063"/>
                  </a:cubicBezTo>
                  <a:cubicBezTo>
                    <a:pt x="9478" y="8063"/>
                    <a:pt x="9657" y="7969"/>
                    <a:pt x="9850" y="7773"/>
                  </a:cubicBezTo>
                  <a:cubicBezTo>
                    <a:pt x="10240" y="7379"/>
                    <a:pt x="10749" y="6479"/>
                    <a:pt x="10690" y="5813"/>
                  </a:cubicBezTo>
                  <a:cubicBezTo>
                    <a:pt x="10617" y="4976"/>
                    <a:pt x="8575" y="1810"/>
                    <a:pt x="7308" y="1320"/>
                  </a:cubicBezTo>
                  <a:cubicBezTo>
                    <a:pt x="6156" y="874"/>
                    <a:pt x="1689" y="71"/>
                    <a:pt x="1502" y="38"/>
                  </a:cubicBezTo>
                  <a:cubicBezTo>
                    <a:pt x="1425" y="24"/>
                    <a:pt x="1273" y="0"/>
                    <a:pt x="110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0"/>
            <p:cNvSpPr/>
            <p:nvPr/>
          </p:nvSpPr>
          <p:spPr>
            <a:xfrm>
              <a:off x="4504075" y="4125600"/>
              <a:ext cx="266025" cy="232925"/>
            </a:xfrm>
            <a:custGeom>
              <a:rect b="b" l="l" r="r" t="t"/>
              <a:pathLst>
                <a:path extrusionOk="0" h="9317" w="10641">
                  <a:moveTo>
                    <a:pt x="1307" y="1"/>
                  </a:moveTo>
                  <a:cubicBezTo>
                    <a:pt x="1176" y="1"/>
                    <a:pt x="1068" y="54"/>
                    <a:pt x="1013" y="219"/>
                  </a:cubicBezTo>
                  <a:lnTo>
                    <a:pt x="1" y="2714"/>
                  </a:lnTo>
                  <a:cubicBezTo>
                    <a:pt x="1" y="2714"/>
                    <a:pt x="1320" y="6795"/>
                    <a:pt x="1508" y="7394"/>
                  </a:cubicBezTo>
                  <a:cubicBezTo>
                    <a:pt x="1684" y="7956"/>
                    <a:pt x="8167" y="9316"/>
                    <a:pt x="9284" y="9316"/>
                  </a:cubicBezTo>
                  <a:cubicBezTo>
                    <a:pt x="9359" y="9316"/>
                    <a:pt x="9410" y="9310"/>
                    <a:pt x="9433" y="9297"/>
                  </a:cubicBezTo>
                  <a:cubicBezTo>
                    <a:pt x="9799" y="9091"/>
                    <a:pt x="10641" y="8805"/>
                    <a:pt x="10535" y="7160"/>
                  </a:cubicBezTo>
                  <a:cubicBezTo>
                    <a:pt x="10428" y="5513"/>
                    <a:pt x="8160" y="1594"/>
                    <a:pt x="7238" y="1405"/>
                  </a:cubicBezTo>
                  <a:cubicBezTo>
                    <a:pt x="6317" y="1217"/>
                    <a:pt x="2417" y="212"/>
                    <a:pt x="2068" y="185"/>
                  </a:cubicBezTo>
                  <a:cubicBezTo>
                    <a:pt x="1846" y="167"/>
                    <a:pt x="1540" y="1"/>
                    <a:pt x="130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0"/>
            <p:cNvSpPr/>
            <p:nvPr/>
          </p:nvSpPr>
          <p:spPr>
            <a:xfrm>
              <a:off x="4495925" y="4117775"/>
              <a:ext cx="282200" cy="248275"/>
            </a:xfrm>
            <a:custGeom>
              <a:rect b="b" l="l" r="r" t="t"/>
              <a:pathLst>
                <a:path extrusionOk="0" h="9931" w="11288">
                  <a:moveTo>
                    <a:pt x="1634" y="631"/>
                  </a:moveTo>
                  <a:cubicBezTo>
                    <a:pt x="1701" y="631"/>
                    <a:pt x="1855" y="679"/>
                    <a:pt x="1950" y="710"/>
                  </a:cubicBezTo>
                  <a:cubicBezTo>
                    <a:pt x="2087" y="757"/>
                    <a:pt x="2230" y="804"/>
                    <a:pt x="2371" y="814"/>
                  </a:cubicBezTo>
                  <a:cubicBezTo>
                    <a:pt x="2550" y="830"/>
                    <a:pt x="3940" y="1172"/>
                    <a:pt x="5057" y="1446"/>
                  </a:cubicBezTo>
                  <a:cubicBezTo>
                    <a:pt x="6100" y="1703"/>
                    <a:pt x="7084" y="1944"/>
                    <a:pt x="7501" y="2030"/>
                  </a:cubicBezTo>
                  <a:cubicBezTo>
                    <a:pt x="8144" y="2161"/>
                    <a:pt x="10436" y="5832"/>
                    <a:pt x="10543" y="7494"/>
                  </a:cubicBezTo>
                  <a:cubicBezTo>
                    <a:pt x="10628" y="8797"/>
                    <a:pt x="10076" y="9085"/>
                    <a:pt x="9712" y="9275"/>
                  </a:cubicBezTo>
                  <a:lnTo>
                    <a:pt x="9642" y="9311"/>
                  </a:lnTo>
                  <a:cubicBezTo>
                    <a:pt x="9618" y="9314"/>
                    <a:pt x="9589" y="9315"/>
                    <a:pt x="9555" y="9315"/>
                  </a:cubicBezTo>
                  <a:cubicBezTo>
                    <a:pt x="8478" y="9315"/>
                    <a:pt x="2726" y="8054"/>
                    <a:pt x="2123" y="7565"/>
                  </a:cubicBezTo>
                  <a:cubicBezTo>
                    <a:pt x="1913" y="6898"/>
                    <a:pt x="871" y="3678"/>
                    <a:pt x="664" y="3040"/>
                  </a:cubicBezTo>
                  <a:lnTo>
                    <a:pt x="1634" y="653"/>
                  </a:lnTo>
                  <a:cubicBezTo>
                    <a:pt x="1636" y="647"/>
                    <a:pt x="1617" y="639"/>
                    <a:pt x="1620" y="632"/>
                  </a:cubicBezTo>
                  <a:cubicBezTo>
                    <a:pt x="1624" y="631"/>
                    <a:pt x="1629" y="631"/>
                    <a:pt x="1634" y="631"/>
                  </a:cubicBezTo>
                  <a:close/>
                  <a:moveTo>
                    <a:pt x="1626" y="1"/>
                  </a:moveTo>
                  <a:cubicBezTo>
                    <a:pt x="1391" y="1"/>
                    <a:pt x="1156" y="91"/>
                    <a:pt x="1041" y="420"/>
                  </a:cubicBezTo>
                  <a:lnTo>
                    <a:pt x="31" y="2906"/>
                  </a:lnTo>
                  <a:cubicBezTo>
                    <a:pt x="3" y="2976"/>
                    <a:pt x="0" y="3053"/>
                    <a:pt x="24" y="3124"/>
                  </a:cubicBezTo>
                  <a:cubicBezTo>
                    <a:pt x="24" y="3124"/>
                    <a:pt x="1344" y="7201"/>
                    <a:pt x="1530" y="7801"/>
                  </a:cubicBezTo>
                  <a:cubicBezTo>
                    <a:pt x="1593" y="8001"/>
                    <a:pt x="1795" y="8149"/>
                    <a:pt x="2252" y="8330"/>
                  </a:cubicBezTo>
                  <a:cubicBezTo>
                    <a:pt x="3547" y="8846"/>
                    <a:pt x="8273" y="9930"/>
                    <a:pt x="9603" y="9930"/>
                  </a:cubicBezTo>
                  <a:cubicBezTo>
                    <a:pt x="9753" y="9930"/>
                    <a:pt x="9860" y="9916"/>
                    <a:pt x="9913" y="9887"/>
                  </a:cubicBezTo>
                  <a:lnTo>
                    <a:pt x="10006" y="9837"/>
                  </a:lnTo>
                  <a:cubicBezTo>
                    <a:pt x="10423" y="9619"/>
                    <a:pt x="11288" y="9167"/>
                    <a:pt x="11177" y="7452"/>
                  </a:cubicBezTo>
                  <a:cubicBezTo>
                    <a:pt x="11069" y="5781"/>
                    <a:pt x="8787" y="1643"/>
                    <a:pt x="7628" y="1406"/>
                  </a:cubicBezTo>
                  <a:cubicBezTo>
                    <a:pt x="7223" y="1323"/>
                    <a:pt x="6199" y="1071"/>
                    <a:pt x="5209" y="829"/>
                  </a:cubicBezTo>
                  <a:cubicBezTo>
                    <a:pt x="3461" y="399"/>
                    <a:pt x="2616" y="195"/>
                    <a:pt x="2418" y="179"/>
                  </a:cubicBezTo>
                  <a:cubicBezTo>
                    <a:pt x="2354" y="175"/>
                    <a:pt x="2249" y="140"/>
                    <a:pt x="2148" y="107"/>
                  </a:cubicBezTo>
                  <a:cubicBezTo>
                    <a:pt x="2025" y="66"/>
                    <a:pt x="1826" y="1"/>
                    <a:pt x="16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0"/>
            <p:cNvSpPr/>
            <p:nvPr/>
          </p:nvSpPr>
          <p:spPr>
            <a:xfrm>
              <a:off x="4568125" y="4311525"/>
              <a:ext cx="274950" cy="224175"/>
            </a:xfrm>
            <a:custGeom>
              <a:rect b="b" l="l" r="r" t="t"/>
              <a:pathLst>
                <a:path extrusionOk="0" h="8967" w="10998">
                  <a:moveTo>
                    <a:pt x="2046" y="0"/>
                  </a:moveTo>
                  <a:cubicBezTo>
                    <a:pt x="1476" y="0"/>
                    <a:pt x="1161" y="151"/>
                    <a:pt x="1245" y="487"/>
                  </a:cubicBezTo>
                  <a:cubicBezTo>
                    <a:pt x="1245" y="487"/>
                    <a:pt x="1" y="2964"/>
                    <a:pt x="258" y="4155"/>
                  </a:cubicBezTo>
                  <a:cubicBezTo>
                    <a:pt x="516" y="5343"/>
                    <a:pt x="1016" y="6435"/>
                    <a:pt x="1016" y="6435"/>
                  </a:cubicBezTo>
                  <a:lnTo>
                    <a:pt x="10998" y="8966"/>
                  </a:lnTo>
                  <a:cubicBezTo>
                    <a:pt x="10998" y="8966"/>
                    <a:pt x="9811" y="4662"/>
                    <a:pt x="9571" y="3240"/>
                  </a:cubicBezTo>
                  <a:cubicBezTo>
                    <a:pt x="9331" y="1817"/>
                    <a:pt x="6809" y="1153"/>
                    <a:pt x="4751" y="526"/>
                  </a:cubicBezTo>
                  <a:cubicBezTo>
                    <a:pt x="3660" y="192"/>
                    <a:pt x="2690" y="0"/>
                    <a:pt x="2046"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0"/>
            <p:cNvSpPr/>
            <p:nvPr/>
          </p:nvSpPr>
          <p:spPr>
            <a:xfrm>
              <a:off x="4560450" y="4303650"/>
              <a:ext cx="291700" cy="239975"/>
            </a:xfrm>
            <a:custGeom>
              <a:rect b="b" l="l" r="r" t="t"/>
              <a:pathLst>
                <a:path extrusionOk="0" h="9599" w="11668">
                  <a:moveTo>
                    <a:pt x="2337" y="630"/>
                  </a:moveTo>
                  <a:cubicBezTo>
                    <a:pt x="2820" y="630"/>
                    <a:pt x="3668" y="748"/>
                    <a:pt x="4966" y="1144"/>
                  </a:cubicBezTo>
                  <a:lnTo>
                    <a:pt x="5387" y="1271"/>
                  </a:lnTo>
                  <a:cubicBezTo>
                    <a:pt x="7163" y="1807"/>
                    <a:pt x="9373" y="2474"/>
                    <a:pt x="9565" y="3607"/>
                  </a:cubicBezTo>
                  <a:cubicBezTo>
                    <a:pt x="9757" y="4747"/>
                    <a:pt x="10531" y="7641"/>
                    <a:pt x="10855" y="8839"/>
                  </a:cubicBezTo>
                  <a:lnTo>
                    <a:pt x="1552" y="6480"/>
                  </a:lnTo>
                  <a:cubicBezTo>
                    <a:pt x="1414" y="6156"/>
                    <a:pt x="1071" y="5302"/>
                    <a:pt x="875" y="4401"/>
                  </a:cubicBezTo>
                  <a:cubicBezTo>
                    <a:pt x="683" y="3516"/>
                    <a:pt x="1504" y="1606"/>
                    <a:pt x="1836" y="944"/>
                  </a:cubicBezTo>
                  <a:cubicBezTo>
                    <a:pt x="1870" y="877"/>
                    <a:pt x="1865" y="795"/>
                    <a:pt x="1846" y="721"/>
                  </a:cubicBezTo>
                  <a:cubicBezTo>
                    <a:pt x="1894" y="671"/>
                    <a:pt x="2052" y="630"/>
                    <a:pt x="2337" y="630"/>
                  </a:cubicBezTo>
                  <a:close/>
                  <a:moveTo>
                    <a:pt x="2373" y="1"/>
                  </a:moveTo>
                  <a:cubicBezTo>
                    <a:pt x="1954" y="1"/>
                    <a:pt x="1606" y="73"/>
                    <a:pt x="1409" y="259"/>
                  </a:cubicBezTo>
                  <a:cubicBezTo>
                    <a:pt x="1275" y="386"/>
                    <a:pt x="1205" y="567"/>
                    <a:pt x="1223" y="751"/>
                  </a:cubicBezTo>
                  <a:cubicBezTo>
                    <a:pt x="972" y="1265"/>
                    <a:pt x="0" y="3367"/>
                    <a:pt x="255" y="4537"/>
                  </a:cubicBezTo>
                  <a:cubicBezTo>
                    <a:pt x="518" y="5746"/>
                    <a:pt x="1015" y="6836"/>
                    <a:pt x="1035" y="6882"/>
                  </a:cubicBezTo>
                  <a:cubicBezTo>
                    <a:pt x="1074" y="6969"/>
                    <a:pt x="1153" y="7034"/>
                    <a:pt x="1245" y="7058"/>
                  </a:cubicBezTo>
                  <a:lnTo>
                    <a:pt x="11226" y="9589"/>
                  </a:lnTo>
                  <a:cubicBezTo>
                    <a:pt x="11253" y="9595"/>
                    <a:pt x="11279" y="9598"/>
                    <a:pt x="11305" y="9598"/>
                  </a:cubicBezTo>
                  <a:cubicBezTo>
                    <a:pt x="11515" y="9598"/>
                    <a:pt x="11667" y="9398"/>
                    <a:pt x="11611" y="9196"/>
                  </a:cubicBezTo>
                  <a:cubicBezTo>
                    <a:pt x="11600" y="9154"/>
                    <a:pt x="10426" y="4892"/>
                    <a:pt x="10192" y="3501"/>
                  </a:cubicBezTo>
                  <a:cubicBezTo>
                    <a:pt x="9934" y="1980"/>
                    <a:pt x="7616" y="1280"/>
                    <a:pt x="5570" y="664"/>
                  </a:cubicBezTo>
                  <a:lnTo>
                    <a:pt x="5151" y="536"/>
                  </a:lnTo>
                  <a:cubicBezTo>
                    <a:pt x="4385" y="302"/>
                    <a:pt x="3230" y="1"/>
                    <a:pt x="23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0"/>
            <p:cNvSpPr/>
            <p:nvPr/>
          </p:nvSpPr>
          <p:spPr>
            <a:xfrm>
              <a:off x="4678350" y="4036000"/>
              <a:ext cx="254900" cy="198375"/>
            </a:xfrm>
            <a:custGeom>
              <a:rect b="b" l="l" r="r" t="t"/>
              <a:pathLst>
                <a:path extrusionOk="0" h="7935" w="10196">
                  <a:moveTo>
                    <a:pt x="393" y="1"/>
                  </a:moveTo>
                  <a:cubicBezTo>
                    <a:pt x="179" y="1"/>
                    <a:pt x="21" y="90"/>
                    <a:pt x="154" y="417"/>
                  </a:cubicBezTo>
                  <a:lnTo>
                    <a:pt x="1" y="2394"/>
                  </a:lnTo>
                  <a:cubicBezTo>
                    <a:pt x="1" y="2394"/>
                    <a:pt x="2431" y="5742"/>
                    <a:pt x="3083" y="6378"/>
                  </a:cubicBezTo>
                  <a:cubicBezTo>
                    <a:pt x="3712" y="6990"/>
                    <a:pt x="8644" y="7935"/>
                    <a:pt x="9440" y="7935"/>
                  </a:cubicBezTo>
                  <a:cubicBezTo>
                    <a:pt x="9471" y="7935"/>
                    <a:pt x="9496" y="7933"/>
                    <a:pt x="9514" y="7930"/>
                  </a:cubicBezTo>
                  <a:cubicBezTo>
                    <a:pt x="9989" y="7851"/>
                    <a:pt x="10195" y="6697"/>
                    <a:pt x="10017" y="5981"/>
                  </a:cubicBezTo>
                  <a:cubicBezTo>
                    <a:pt x="9838" y="5265"/>
                    <a:pt x="7265" y="2257"/>
                    <a:pt x="6245" y="1827"/>
                  </a:cubicBezTo>
                  <a:cubicBezTo>
                    <a:pt x="5226" y="1397"/>
                    <a:pt x="996" y="133"/>
                    <a:pt x="996" y="133"/>
                  </a:cubicBezTo>
                  <a:cubicBezTo>
                    <a:pt x="996" y="133"/>
                    <a:pt x="653" y="1"/>
                    <a:pt x="3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30"/>
            <p:cNvSpPr/>
            <p:nvPr/>
          </p:nvSpPr>
          <p:spPr>
            <a:xfrm>
              <a:off x="4670300" y="4028100"/>
              <a:ext cx="270175" cy="214175"/>
            </a:xfrm>
            <a:custGeom>
              <a:rect b="b" l="l" r="r" t="t"/>
              <a:pathLst>
                <a:path extrusionOk="0" h="8567" w="10807">
                  <a:moveTo>
                    <a:pt x="779" y="637"/>
                  </a:moveTo>
                  <a:cubicBezTo>
                    <a:pt x="896" y="650"/>
                    <a:pt x="1071" y="693"/>
                    <a:pt x="1227" y="753"/>
                  </a:cubicBezTo>
                  <a:cubicBezTo>
                    <a:pt x="1269" y="766"/>
                    <a:pt x="5452" y="2016"/>
                    <a:pt x="6444" y="2436"/>
                  </a:cubicBezTo>
                  <a:cubicBezTo>
                    <a:pt x="7378" y="2828"/>
                    <a:pt x="9885" y="5786"/>
                    <a:pt x="10031" y="6373"/>
                  </a:cubicBezTo>
                  <a:cubicBezTo>
                    <a:pt x="10144" y="6826"/>
                    <a:pt x="10074" y="7506"/>
                    <a:pt x="9880" y="7825"/>
                  </a:cubicBezTo>
                  <a:cubicBezTo>
                    <a:pt x="9830" y="7908"/>
                    <a:pt x="9792" y="7931"/>
                    <a:pt x="9788" y="7933"/>
                  </a:cubicBezTo>
                  <a:cubicBezTo>
                    <a:pt x="9771" y="7934"/>
                    <a:pt x="9752" y="7935"/>
                    <a:pt x="9729" y="7935"/>
                  </a:cubicBezTo>
                  <a:cubicBezTo>
                    <a:pt x="8909" y="7935"/>
                    <a:pt x="4119" y="6946"/>
                    <a:pt x="3627" y="6466"/>
                  </a:cubicBezTo>
                  <a:cubicBezTo>
                    <a:pt x="3062" y="5916"/>
                    <a:pt x="1047" y="3165"/>
                    <a:pt x="648" y="2618"/>
                  </a:cubicBezTo>
                  <a:lnTo>
                    <a:pt x="792" y="759"/>
                  </a:lnTo>
                  <a:cubicBezTo>
                    <a:pt x="796" y="718"/>
                    <a:pt x="792" y="676"/>
                    <a:pt x="779" y="637"/>
                  </a:cubicBezTo>
                  <a:close/>
                  <a:moveTo>
                    <a:pt x="727" y="0"/>
                  </a:moveTo>
                  <a:cubicBezTo>
                    <a:pt x="547" y="0"/>
                    <a:pt x="374" y="42"/>
                    <a:pt x="252" y="166"/>
                  </a:cubicBezTo>
                  <a:cubicBezTo>
                    <a:pt x="147" y="273"/>
                    <a:pt x="50" y="462"/>
                    <a:pt x="155" y="777"/>
                  </a:cubicBezTo>
                  <a:lnTo>
                    <a:pt x="7" y="2685"/>
                  </a:lnTo>
                  <a:cubicBezTo>
                    <a:pt x="0" y="2761"/>
                    <a:pt x="22" y="2836"/>
                    <a:pt x="66" y="2897"/>
                  </a:cubicBezTo>
                  <a:cubicBezTo>
                    <a:pt x="166" y="3035"/>
                    <a:pt x="2520" y="6274"/>
                    <a:pt x="3185" y="6922"/>
                  </a:cubicBezTo>
                  <a:cubicBezTo>
                    <a:pt x="3873" y="7593"/>
                    <a:pt x="8829" y="8566"/>
                    <a:pt x="9783" y="8566"/>
                  </a:cubicBezTo>
                  <a:cubicBezTo>
                    <a:pt x="9818" y="8566"/>
                    <a:pt x="9854" y="8564"/>
                    <a:pt x="9889" y="8560"/>
                  </a:cubicBezTo>
                  <a:cubicBezTo>
                    <a:pt x="10027" y="8536"/>
                    <a:pt x="10227" y="8453"/>
                    <a:pt x="10399" y="8193"/>
                  </a:cubicBezTo>
                  <a:cubicBezTo>
                    <a:pt x="10694" y="7741"/>
                    <a:pt x="10806" y="6857"/>
                    <a:pt x="10648" y="6220"/>
                  </a:cubicBezTo>
                  <a:cubicBezTo>
                    <a:pt x="10435" y="5367"/>
                    <a:pt x="7759" y="2301"/>
                    <a:pt x="6691" y="1850"/>
                  </a:cubicBezTo>
                  <a:cubicBezTo>
                    <a:pt x="5667" y="1418"/>
                    <a:pt x="1581" y="196"/>
                    <a:pt x="1432" y="152"/>
                  </a:cubicBezTo>
                  <a:cubicBezTo>
                    <a:pt x="1280" y="94"/>
                    <a:pt x="996" y="0"/>
                    <a:pt x="72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30"/>
            <p:cNvSpPr/>
            <p:nvPr/>
          </p:nvSpPr>
          <p:spPr>
            <a:xfrm>
              <a:off x="4779075" y="4195000"/>
              <a:ext cx="274575" cy="230100"/>
            </a:xfrm>
            <a:custGeom>
              <a:rect b="b" l="l" r="r" t="t"/>
              <a:pathLst>
                <a:path extrusionOk="0" h="9204" w="10983">
                  <a:moveTo>
                    <a:pt x="1092" y="1"/>
                  </a:moveTo>
                  <a:cubicBezTo>
                    <a:pt x="928" y="1"/>
                    <a:pt x="771" y="65"/>
                    <a:pt x="674" y="261"/>
                  </a:cubicBezTo>
                  <a:cubicBezTo>
                    <a:pt x="674" y="261"/>
                    <a:pt x="0" y="2899"/>
                    <a:pt x="332" y="3159"/>
                  </a:cubicBezTo>
                  <a:cubicBezTo>
                    <a:pt x="661" y="3418"/>
                    <a:pt x="2117" y="7274"/>
                    <a:pt x="2905" y="7686"/>
                  </a:cubicBezTo>
                  <a:cubicBezTo>
                    <a:pt x="3640" y="8072"/>
                    <a:pt x="8715" y="9204"/>
                    <a:pt x="9957" y="9204"/>
                  </a:cubicBezTo>
                  <a:cubicBezTo>
                    <a:pt x="10043" y="9204"/>
                    <a:pt x="10111" y="9198"/>
                    <a:pt x="10157" y="9186"/>
                  </a:cubicBezTo>
                  <a:cubicBezTo>
                    <a:pt x="10873" y="9007"/>
                    <a:pt x="10983" y="7613"/>
                    <a:pt x="10607" y="6413"/>
                  </a:cubicBezTo>
                  <a:cubicBezTo>
                    <a:pt x="10232" y="5214"/>
                    <a:pt x="7899" y="2108"/>
                    <a:pt x="6541" y="1534"/>
                  </a:cubicBezTo>
                  <a:cubicBezTo>
                    <a:pt x="5568" y="1125"/>
                    <a:pt x="1730" y="226"/>
                    <a:pt x="1730" y="226"/>
                  </a:cubicBezTo>
                  <a:cubicBezTo>
                    <a:pt x="1730" y="226"/>
                    <a:pt x="1399" y="1"/>
                    <a:pt x="109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30"/>
            <p:cNvSpPr/>
            <p:nvPr/>
          </p:nvSpPr>
          <p:spPr>
            <a:xfrm>
              <a:off x="4770100" y="4187100"/>
              <a:ext cx="289525" cy="245825"/>
            </a:xfrm>
            <a:custGeom>
              <a:rect b="b" l="l" r="r" t="t"/>
              <a:pathLst>
                <a:path extrusionOk="0" h="9833" w="11581">
                  <a:moveTo>
                    <a:pt x="1451" y="634"/>
                  </a:moveTo>
                  <a:cubicBezTo>
                    <a:pt x="1589" y="634"/>
                    <a:pt x="1796" y="728"/>
                    <a:pt x="1909" y="804"/>
                  </a:cubicBezTo>
                  <a:cubicBezTo>
                    <a:pt x="1942" y="826"/>
                    <a:pt x="1976" y="842"/>
                    <a:pt x="2014" y="850"/>
                  </a:cubicBezTo>
                  <a:cubicBezTo>
                    <a:pt x="2054" y="859"/>
                    <a:pt x="5839" y="1748"/>
                    <a:pt x="6776" y="2144"/>
                  </a:cubicBezTo>
                  <a:cubicBezTo>
                    <a:pt x="8033" y="2674"/>
                    <a:pt x="10301" y="5667"/>
                    <a:pt x="10662" y="6823"/>
                  </a:cubicBezTo>
                  <a:cubicBezTo>
                    <a:pt x="10917" y="7638"/>
                    <a:pt x="10925" y="8545"/>
                    <a:pt x="10681" y="8978"/>
                  </a:cubicBezTo>
                  <a:cubicBezTo>
                    <a:pt x="10612" y="9100"/>
                    <a:pt x="10534" y="9170"/>
                    <a:pt x="10439" y="9194"/>
                  </a:cubicBezTo>
                  <a:cubicBezTo>
                    <a:pt x="10409" y="9201"/>
                    <a:pt x="10364" y="9205"/>
                    <a:pt x="10305" y="9205"/>
                  </a:cubicBezTo>
                  <a:cubicBezTo>
                    <a:pt x="9283" y="9205"/>
                    <a:pt x="4182" y="8125"/>
                    <a:pt x="3411" y="7721"/>
                  </a:cubicBezTo>
                  <a:cubicBezTo>
                    <a:pt x="3011" y="7513"/>
                    <a:pt x="2172" y="5724"/>
                    <a:pt x="1723" y="4763"/>
                  </a:cubicBezTo>
                  <a:cubicBezTo>
                    <a:pt x="1269" y="3796"/>
                    <a:pt x="1085" y="3420"/>
                    <a:pt x="928" y="3263"/>
                  </a:cubicBezTo>
                  <a:lnTo>
                    <a:pt x="930" y="3263"/>
                  </a:lnTo>
                  <a:cubicBezTo>
                    <a:pt x="852" y="2976"/>
                    <a:pt x="1069" y="1729"/>
                    <a:pt x="1329" y="692"/>
                  </a:cubicBezTo>
                  <a:cubicBezTo>
                    <a:pt x="1355" y="650"/>
                    <a:pt x="1379" y="644"/>
                    <a:pt x="1395" y="640"/>
                  </a:cubicBezTo>
                  <a:cubicBezTo>
                    <a:pt x="1412" y="636"/>
                    <a:pt x="1431" y="634"/>
                    <a:pt x="1451" y="634"/>
                  </a:cubicBezTo>
                  <a:close/>
                  <a:moveTo>
                    <a:pt x="1448" y="0"/>
                  </a:moveTo>
                  <a:cubicBezTo>
                    <a:pt x="1377" y="0"/>
                    <a:pt x="1305" y="8"/>
                    <a:pt x="1235" y="26"/>
                  </a:cubicBezTo>
                  <a:cubicBezTo>
                    <a:pt x="1020" y="82"/>
                    <a:pt x="852" y="224"/>
                    <a:pt x="748" y="436"/>
                  </a:cubicBezTo>
                  <a:cubicBezTo>
                    <a:pt x="738" y="456"/>
                    <a:pt x="730" y="476"/>
                    <a:pt x="725" y="498"/>
                  </a:cubicBezTo>
                  <a:cubicBezTo>
                    <a:pt x="1" y="3338"/>
                    <a:pt x="359" y="3619"/>
                    <a:pt x="480" y="3713"/>
                  </a:cubicBezTo>
                  <a:cubicBezTo>
                    <a:pt x="581" y="3822"/>
                    <a:pt x="896" y="4493"/>
                    <a:pt x="1149" y="5032"/>
                  </a:cubicBezTo>
                  <a:cubicBezTo>
                    <a:pt x="1955" y="6756"/>
                    <a:pt x="2569" y="7999"/>
                    <a:pt x="3117" y="8285"/>
                  </a:cubicBezTo>
                  <a:cubicBezTo>
                    <a:pt x="3799" y="8642"/>
                    <a:pt x="8925" y="9832"/>
                    <a:pt x="10337" y="9832"/>
                  </a:cubicBezTo>
                  <a:cubicBezTo>
                    <a:pt x="10445" y="9832"/>
                    <a:pt x="10533" y="9825"/>
                    <a:pt x="10594" y="9810"/>
                  </a:cubicBezTo>
                  <a:cubicBezTo>
                    <a:pt x="10860" y="9744"/>
                    <a:pt x="11080" y="9563"/>
                    <a:pt x="11236" y="9290"/>
                  </a:cubicBezTo>
                  <a:cubicBezTo>
                    <a:pt x="11567" y="8698"/>
                    <a:pt x="11581" y="7631"/>
                    <a:pt x="11270" y="6634"/>
                  </a:cubicBezTo>
                  <a:cubicBezTo>
                    <a:pt x="10859" y="5320"/>
                    <a:pt x="8465" y="2166"/>
                    <a:pt x="7023" y="1558"/>
                  </a:cubicBezTo>
                  <a:cubicBezTo>
                    <a:pt x="6088" y="1163"/>
                    <a:pt x="2699" y="359"/>
                    <a:pt x="2214" y="244"/>
                  </a:cubicBezTo>
                  <a:cubicBezTo>
                    <a:pt x="2087" y="168"/>
                    <a:pt x="1776" y="0"/>
                    <a:pt x="14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0"/>
            <p:cNvSpPr/>
            <p:nvPr/>
          </p:nvSpPr>
          <p:spPr>
            <a:xfrm>
              <a:off x="4875525" y="4385400"/>
              <a:ext cx="267850" cy="243750"/>
            </a:xfrm>
            <a:custGeom>
              <a:rect b="b" l="l" r="r" t="t"/>
              <a:pathLst>
                <a:path extrusionOk="0" h="9750" w="10714">
                  <a:moveTo>
                    <a:pt x="1544" y="0"/>
                  </a:moveTo>
                  <a:cubicBezTo>
                    <a:pt x="1481" y="0"/>
                    <a:pt x="1429" y="6"/>
                    <a:pt x="1390" y="18"/>
                  </a:cubicBezTo>
                  <a:cubicBezTo>
                    <a:pt x="790" y="206"/>
                    <a:pt x="55" y="2138"/>
                    <a:pt x="28" y="2487"/>
                  </a:cubicBezTo>
                  <a:cubicBezTo>
                    <a:pt x="0" y="2835"/>
                    <a:pt x="1312" y="7032"/>
                    <a:pt x="1312" y="7032"/>
                  </a:cubicBezTo>
                  <a:lnTo>
                    <a:pt x="10694" y="9749"/>
                  </a:lnTo>
                  <a:cubicBezTo>
                    <a:pt x="10694" y="9749"/>
                    <a:pt x="10713" y="9517"/>
                    <a:pt x="10714" y="7997"/>
                  </a:cubicBezTo>
                  <a:cubicBezTo>
                    <a:pt x="10714" y="6475"/>
                    <a:pt x="8454" y="2439"/>
                    <a:pt x="8016" y="2055"/>
                  </a:cubicBezTo>
                  <a:cubicBezTo>
                    <a:pt x="7578" y="1669"/>
                    <a:pt x="5513" y="1158"/>
                    <a:pt x="5513" y="1158"/>
                  </a:cubicBezTo>
                  <a:cubicBezTo>
                    <a:pt x="5513" y="1158"/>
                    <a:pt x="2438" y="0"/>
                    <a:pt x="154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0"/>
            <p:cNvSpPr/>
            <p:nvPr/>
          </p:nvSpPr>
          <p:spPr>
            <a:xfrm>
              <a:off x="4867625" y="4377600"/>
              <a:ext cx="283725" cy="259475"/>
            </a:xfrm>
            <a:custGeom>
              <a:rect b="b" l="l" r="r" t="t"/>
              <a:pathLst>
                <a:path extrusionOk="0" h="10379" w="11349">
                  <a:moveTo>
                    <a:pt x="1882" y="627"/>
                  </a:moveTo>
                  <a:cubicBezTo>
                    <a:pt x="2383" y="627"/>
                    <a:pt x="4199" y="1196"/>
                    <a:pt x="5718" y="1768"/>
                  </a:cubicBezTo>
                  <a:cubicBezTo>
                    <a:pt x="5730" y="1773"/>
                    <a:pt x="5742" y="1777"/>
                    <a:pt x="5754" y="1779"/>
                  </a:cubicBezTo>
                  <a:cubicBezTo>
                    <a:pt x="6581" y="1983"/>
                    <a:pt x="7863" y="2375"/>
                    <a:pt x="8124" y="2606"/>
                  </a:cubicBezTo>
                  <a:cubicBezTo>
                    <a:pt x="8508" y="2943"/>
                    <a:pt x="10715" y="6924"/>
                    <a:pt x="10714" y="8309"/>
                  </a:cubicBezTo>
                  <a:cubicBezTo>
                    <a:pt x="10712" y="8971"/>
                    <a:pt x="10709" y="9385"/>
                    <a:pt x="10705" y="9643"/>
                  </a:cubicBezTo>
                  <a:lnTo>
                    <a:pt x="1882" y="7087"/>
                  </a:lnTo>
                  <a:cubicBezTo>
                    <a:pt x="1366" y="5430"/>
                    <a:pt x="675" y="3101"/>
                    <a:pt x="661" y="2825"/>
                  </a:cubicBezTo>
                  <a:cubicBezTo>
                    <a:pt x="689" y="2483"/>
                    <a:pt x="1407" y="757"/>
                    <a:pt x="1799" y="635"/>
                  </a:cubicBezTo>
                  <a:cubicBezTo>
                    <a:pt x="1820" y="630"/>
                    <a:pt x="1848" y="627"/>
                    <a:pt x="1882" y="627"/>
                  </a:cubicBezTo>
                  <a:close/>
                  <a:moveTo>
                    <a:pt x="1840" y="0"/>
                  </a:moveTo>
                  <a:cubicBezTo>
                    <a:pt x="1748" y="0"/>
                    <a:pt x="1671" y="9"/>
                    <a:pt x="1611" y="28"/>
                  </a:cubicBezTo>
                  <a:cubicBezTo>
                    <a:pt x="806" y="279"/>
                    <a:pt x="56" y="2404"/>
                    <a:pt x="27" y="2774"/>
                  </a:cubicBezTo>
                  <a:cubicBezTo>
                    <a:pt x="0" y="3131"/>
                    <a:pt x="829" y="5850"/>
                    <a:pt x="1326" y="7440"/>
                  </a:cubicBezTo>
                  <a:cubicBezTo>
                    <a:pt x="1358" y="7541"/>
                    <a:pt x="1439" y="7620"/>
                    <a:pt x="1541" y="7650"/>
                  </a:cubicBezTo>
                  <a:lnTo>
                    <a:pt x="10923" y="10366"/>
                  </a:lnTo>
                  <a:cubicBezTo>
                    <a:pt x="10951" y="10375"/>
                    <a:pt x="10981" y="10379"/>
                    <a:pt x="11011" y="10379"/>
                  </a:cubicBezTo>
                  <a:cubicBezTo>
                    <a:pt x="11012" y="10379"/>
                    <a:pt x="11013" y="10379"/>
                    <a:pt x="11014" y="10379"/>
                  </a:cubicBezTo>
                  <a:cubicBezTo>
                    <a:pt x="11178" y="10379"/>
                    <a:pt x="11315" y="10251"/>
                    <a:pt x="11327" y="10086"/>
                  </a:cubicBezTo>
                  <a:cubicBezTo>
                    <a:pt x="11330" y="10061"/>
                    <a:pt x="11346" y="9799"/>
                    <a:pt x="11347" y="8309"/>
                  </a:cubicBezTo>
                  <a:cubicBezTo>
                    <a:pt x="11348" y="6687"/>
                    <a:pt x="9028" y="2555"/>
                    <a:pt x="8543" y="2129"/>
                  </a:cubicBezTo>
                  <a:cubicBezTo>
                    <a:pt x="8078" y="1719"/>
                    <a:pt x="6320" y="1265"/>
                    <a:pt x="5923" y="1167"/>
                  </a:cubicBezTo>
                  <a:cubicBezTo>
                    <a:pt x="4927" y="792"/>
                    <a:pt x="2720" y="0"/>
                    <a:pt x="18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0"/>
            <p:cNvSpPr/>
            <p:nvPr/>
          </p:nvSpPr>
          <p:spPr>
            <a:xfrm>
              <a:off x="4943050" y="4126025"/>
              <a:ext cx="264350" cy="186975"/>
            </a:xfrm>
            <a:custGeom>
              <a:rect b="b" l="l" r="r" t="t"/>
              <a:pathLst>
                <a:path extrusionOk="0" h="7479" w="10574">
                  <a:moveTo>
                    <a:pt x="480" y="0"/>
                  </a:moveTo>
                  <a:cubicBezTo>
                    <a:pt x="464" y="0"/>
                    <a:pt x="448" y="0"/>
                    <a:pt x="433" y="1"/>
                  </a:cubicBezTo>
                  <a:cubicBezTo>
                    <a:pt x="433" y="1"/>
                    <a:pt x="109" y="1145"/>
                    <a:pt x="55" y="1843"/>
                  </a:cubicBezTo>
                  <a:cubicBezTo>
                    <a:pt x="1" y="2540"/>
                    <a:pt x="2049" y="4805"/>
                    <a:pt x="3049" y="5468"/>
                  </a:cubicBezTo>
                  <a:cubicBezTo>
                    <a:pt x="4050" y="6132"/>
                    <a:pt x="8979" y="7450"/>
                    <a:pt x="9327" y="7478"/>
                  </a:cubicBezTo>
                  <a:cubicBezTo>
                    <a:pt x="9331" y="7478"/>
                    <a:pt x="9336" y="7478"/>
                    <a:pt x="9340" y="7478"/>
                  </a:cubicBezTo>
                  <a:cubicBezTo>
                    <a:pt x="9698" y="7478"/>
                    <a:pt x="10574" y="6392"/>
                    <a:pt x="9965" y="5304"/>
                  </a:cubicBezTo>
                  <a:cubicBezTo>
                    <a:pt x="9349" y="4202"/>
                    <a:pt x="7390" y="2296"/>
                    <a:pt x="6272" y="1624"/>
                  </a:cubicBezTo>
                  <a:cubicBezTo>
                    <a:pt x="5170" y="962"/>
                    <a:pt x="1697" y="0"/>
                    <a:pt x="480" y="0"/>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30"/>
            <p:cNvSpPr/>
            <p:nvPr/>
          </p:nvSpPr>
          <p:spPr>
            <a:xfrm>
              <a:off x="4934650" y="4118100"/>
              <a:ext cx="273400" cy="202825"/>
            </a:xfrm>
            <a:custGeom>
              <a:rect b="b" l="l" r="r" t="t"/>
              <a:pathLst>
                <a:path extrusionOk="0" h="8113" w="10936">
                  <a:moveTo>
                    <a:pt x="1010" y="641"/>
                  </a:moveTo>
                  <a:cubicBezTo>
                    <a:pt x="2324" y="730"/>
                    <a:pt x="5462" y="1622"/>
                    <a:pt x="6444" y="2214"/>
                  </a:cubicBezTo>
                  <a:cubicBezTo>
                    <a:pt x="7561" y="2883"/>
                    <a:pt x="9467" y="4782"/>
                    <a:pt x="10023" y="5775"/>
                  </a:cubicBezTo>
                  <a:cubicBezTo>
                    <a:pt x="10277" y="6230"/>
                    <a:pt x="10200" y="6649"/>
                    <a:pt x="10089" y="6922"/>
                  </a:cubicBezTo>
                  <a:cubicBezTo>
                    <a:pt x="9947" y="7268"/>
                    <a:pt x="9722" y="7458"/>
                    <a:pt x="9691" y="7477"/>
                  </a:cubicBezTo>
                  <a:cubicBezTo>
                    <a:pt x="9343" y="7441"/>
                    <a:pt x="4516" y="6153"/>
                    <a:pt x="3561" y="5520"/>
                  </a:cubicBezTo>
                  <a:cubicBezTo>
                    <a:pt x="2429" y="4771"/>
                    <a:pt x="673" y="2636"/>
                    <a:pt x="708" y="2184"/>
                  </a:cubicBezTo>
                  <a:cubicBezTo>
                    <a:pt x="744" y="1712"/>
                    <a:pt x="916" y="1006"/>
                    <a:pt x="1010" y="641"/>
                  </a:cubicBezTo>
                  <a:close/>
                  <a:moveTo>
                    <a:pt x="761" y="0"/>
                  </a:moveTo>
                  <a:cubicBezTo>
                    <a:pt x="622" y="3"/>
                    <a:pt x="501" y="96"/>
                    <a:pt x="462" y="231"/>
                  </a:cubicBezTo>
                  <a:cubicBezTo>
                    <a:pt x="449" y="279"/>
                    <a:pt x="130" y="1415"/>
                    <a:pt x="75" y="2137"/>
                  </a:cubicBezTo>
                  <a:cubicBezTo>
                    <a:pt x="1" y="3090"/>
                    <a:pt x="2315" y="5457"/>
                    <a:pt x="3210" y="6049"/>
                  </a:cubicBezTo>
                  <a:cubicBezTo>
                    <a:pt x="4298" y="6770"/>
                    <a:pt x="9294" y="8083"/>
                    <a:pt x="9640" y="8111"/>
                  </a:cubicBezTo>
                  <a:cubicBezTo>
                    <a:pt x="9652" y="8112"/>
                    <a:pt x="9665" y="8112"/>
                    <a:pt x="9677" y="8112"/>
                  </a:cubicBezTo>
                  <a:cubicBezTo>
                    <a:pt x="9996" y="8112"/>
                    <a:pt x="10309" y="7802"/>
                    <a:pt x="10500" y="7503"/>
                  </a:cubicBezTo>
                  <a:cubicBezTo>
                    <a:pt x="10907" y="6867"/>
                    <a:pt x="10936" y="6105"/>
                    <a:pt x="10578" y="5467"/>
                  </a:cubicBezTo>
                  <a:cubicBezTo>
                    <a:pt x="9904" y="4263"/>
                    <a:pt x="7888" y="2339"/>
                    <a:pt x="6773" y="1670"/>
                  </a:cubicBezTo>
                  <a:cubicBezTo>
                    <a:pt x="5626" y="980"/>
                    <a:pt x="2112" y="0"/>
                    <a:pt x="8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30"/>
            <p:cNvSpPr/>
            <p:nvPr/>
          </p:nvSpPr>
          <p:spPr>
            <a:xfrm>
              <a:off x="5066600" y="4276325"/>
              <a:ext cx="271025" cy="206625"/>
            </a:xfrm>
            <a:custGeom>
              <a:rect b="b" l="l" r="r" t="t"/>
              <a:pathLst>
                <a:path extrusionOk="0" h="8265" w="10841">
                  <a:moveTo>
                    <a:pt x="1352" y="1"/>
                  </a:moveTo>
                  <a:cubicBezTo>
                    <a:pt x="769" y="1"/>
                    <a:pt x="504" y="227"/>
                    <a:pt x="504" y="227"/>
                  </a:cubicBezTo>
                  <a:cubicBezTo>
                    <a:pt x="504" y="227"/>
                    <a:pt x="74" y="1246"/>
                    <a:pt x="37" y="1712"/>
                  </a:cubicBezTo>
                  <a:cubicBezTo>
                    <a:pt x="1" y="2178"/>
                    <a:pt x="2289" y="5865"/>
                    <a:pt x="2824" y="6491"/>
                  </a:cubicBezTo>
                  <a:cubicBezTo>
                    <a:pt x="3361" y="7117"/>
                    <a:pt x="8424" y="8213"/>
                    <a:pt x="9005" y="8258"/>
                  </a:cubicBezTo>
                  <a:cubicBezTo>
                    <a:pt x="9060" y="8262"/>
                    <a:pt x="9122" y="8265"/>
                    <a:pt x="9187" y="8265"/>
                  </a:cubicBezTo>
                  <a:cubicBezTo>
                    <a:pt x="9816" y="8265"/>
                    <a:pt x="10841" y="8012"/>
                    <a:pt x="10428" y="6497"/>
                  </a:cubicBezTo>
                  <a:cubicBezTo>
                    <a:pt x="9974" y="4824"/>
                    <a:pt x="8545" y="2139"/>
                    <a:pt x="7176" y="1682"/>
                  </a:cubicBezTo>
                  <a:cubicBezTo>
                    <a:pt x="5808" y="1224"/>
                    <a:pt x="3295" y="444"/>
                    <a:pt x="2150" y="121"/>
                  </a:cubicBezTo>
                  <a:cubicBezTo>
                    <a:pt x="1837" y="33"/>
                    <a:pt x="1572" y="1"/>
                    <a:pt x="1352" y="1"/>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30"/>
            <p:cNvSpPr/>
            <p:nvPr/>
          </p:nvSpPr>
          <p:spPr>
            <a:xfrm>
              <a:off x="5058325" y="4268350"/>
              <a:ext cx="281450" cy="222550"/>
            </a:xfrm>
            <a:custGeom>
              <a:rect b="b" l="l" r="r" t="t"/>
              <a:pathLst>
                <a:path extrusionOk="0" h="8902" w="11258">
                  <a:moveTo>
                    <a:pt x="1684" y="637"/>
                  </a:moveTo>
                  <a:cubicBezTo>
                    <a:pt x="1874" y="637"/>
                    <a:pt x="2110" y="665"/>
                    <a:pt x="2395" y="745"/>
                  </a:cubicBezTo>
                  <a:cubicBezTo>
                    <a:pt x="3516" y="1061"/>
                    <a:pt x="6045" y="1847"/>
                    <a:pt x="7408" y="2301"/>
                  </a:cubicBezTo>
                  <a:cubicBezTo>
                    <a:pt x="8632" y="2711"/>
                    <a:pt x="10007" y="5254"/>
                    <a:pt x="10454" y="6899"/>
                  </a:cubicBezTo>
                  <a:cubicBezTo>
                    <a:pt x="10587" y="7388"/>
                    <a:pt x="10562" y="7746"/>
                    <a:pt x="10382" y="7965"/>
                  </a:cubicBezTo>
                  <a:cubicBezTo>
                    <a:pt x="10167" y="8224"/>
                    <a:pt x="9757" y="8266"/>
                    <a:pt x="9513" y="8266"/>
                  </a:cubicBezTo>
                  <a:cubicBezTo>
                    <a:pt x="9449" y="8266"/>
                    <a:pt x="9396" y="8263"/>
                    <a:pt x="9361" y="8260"/>
                  </a:cubicBezTo>
                  <a:cubicBezTo>
                    <a:pt x="8597" y="8201"/>
                    <a:pt x="3798" y="7070"/>
                    <a:pt x="3397" y="6604"/>
                  </a:cubicBezTo>
                  <a:cubicBezTo>
                    <a:pt x="2803" y="5909"/>
                    <a:pt x="743" y="2499"/>
                    <a:pt x="685" y="2055"/>
                  </a:cubicBezTo>
                  <a:cubicBezTo>
                    <a:pt x="710" y="1748"/>
                    <a:pt x="959" y="1082"/>
                    <a:pt x="1091" y="759"/>
                  </a:cubicBezTo>
                  <a:cubicBezTo>
                    <a:pt x="1179" y="713"/>
                    <a:pt x="1370" y="637"/>
                    <a:pt x="1684" y="637"/>
                  </a:cubicBezTo>
                  <a:close/>
                  <a:moveTo>
                    <a:pt x="1682" y="1"/>
                  </a:moveTo>
                  <a:cubicBezTo>
                    <a:pt x="1010" y="1"/>
                    <a:pt x="676" y="264"/>
                    <a:pt x="628" y="304"/>
                  </a:cubicBezTo>
                  <a:cubicBezTo>
                    <a:pt x="591" y="337"/>
                    <a:pt x="562" y="378"/>
                    <a:pt x="542" y="423"/>
                  </a:cubicBezTo>
                  <a:cubicBezTo>
                    <a:pt x="496" y="532"/>
                    <a:pt x="92" y="1503"/>
                    <a:pt x="53" y="2006"/>
                  </a:cubicBezTo>
                  <a:cubicBezTo>
                    <a:pt x="1" y="2676"/>
                    <a:pt x="2563" y="6605"/>
                    <a:pt x="2915" y="7017"/>
                  </a:cubicBezTo>
                  <a:cubicBezTo>
                    <a:pt x="3585" y="7799"/>
                    <a:pt x="8938" y="8866"/>
                    <a:pt x="9311" y="8893"/>
                  </a:cubicBezTo>
                  <a:cubicBezTo>
                    <a:pt x="9367" y="8898"/>
                    <a:pt x="9436" y="8902"/>
                    <a:pt x="9515" y="8902"/>
                  </a:cubicBezTo>
                  <a:cubicBezTo>
                    <a:pt x="9894" y="8902"/>
                    <a:pt x="10496" y="8822"/>
                    <a:pt x="10871" y="8370"/>
                  </a:cubicBezTo>
                  <a:cubicBezTo>
                    <a:pt x="11191" y="7983"/>
                    <a:pt x="11257" y="7431"/>
                    <a:pt x="11067" y="6732"/>
                  </a:cubicBezTo>
                  <a:cubicBezTo>
                    <a:pt x="10581" y="4943"/>
                    <a:pt x="9107" y="2199"/>
                    <a:pt x="7608" y="1699"/>
                  </a:cubicBezTo>
                  <a:cubicBezTo>
                    <a:pt x="6214" y="1232"/>
                    <a:pt x="3717" y="458"/>
                    <a:pt x="2568" y="134"/>
                  </a:cubicBezTo>
                  <a:cubicBezTo>
                    <a:pt x="2224" y="37"/>
                    <a:pt x="1930" y="1"/>
                    <a:pt x="168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30"/>
            <p:cNvSpPr/>
            <p:nvPr/>
          </p:nvSpPr>
          <p:spPr>
            <a:xfrm>
              <a:off x="5174700" y="4458275"/>
              <a:ext cx="271275" cy="262550"/>
            </a:xfrm>
            <a:custGeom>
              <a:rect b="b" l="l" r="r" t="t"/>
              <a:pathLst>
                <a:path extrusionOk="0" h="10502" w="10851">
                  <a:moveTo>
                    <a:pt x="1206" y="0"/>
                  </a:moveTo>
                  <a:cubicBezTo>
                    <a:pt x="1178" y="0"/>
                    <a:pt x="1153" y="1"/>
                    <a:pt x="1131" y="2"/>
                  </a:cubicBezTo>
                  <a:cubicBezTo>
                    <a:pt x="1131" y="2"/>
                    <a:pt x="200" y="1450"/>
                    <a:pt x="100" y="2730"/>
                  </a:cubicBezTo>
                  <a:cubicBezTo>
                    <a:pt x="0" y="4010"/>
                    <a:pt x="1045" y="7132"/>
                    <a:pt x="2037" y="7911"/>
                  </a:cubicBezTo>
                  <a:cubicBezTo>
                    <a:pt x="3029" y="8689"/>
                    <a:pt x="9791" y="10502"/>
                    <a:pt x="9791" y="10502"/>
                  </a:cubicBezTo>
                  <a:cubicBezTo>
                    <a:pt x="9791" y="10502"/>
                    <a:pt x="10419" y="8445"/>
                    <a:pt x="10635" y="7174"/>
                  </a:cubicBezTo>
                  <a:cubicBezTo>
                    <a:pt x="10851" y="5904"/>
                    <a:pt x="7419" y="1895"/>
                    <a:pt x="7106" y="1402"/>
                  </a:cubicBezTo>
                  <a:cubicBezTo>
                    <a:pt x="6801" y="922"/>
                    <a:pt x="2211" y="0"/>
                    <a:pt x="1206" y="0"/>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30"/>
            <p:cNvSpPr/>
            <p:nvPr/>
          </p:nvSpPr>
          <p:spPr>
            <a:xfrm>
              <a:off x="5166575" y="4450375"/>
              <a:ext cx="285925" cy="278400"/>
            </a:xfrm>
            <a:custGeom>
              <a:rect b="b" l="l" r="r" t="t"/>
              <a:pathLst>
                <a:path extrusionOk="0" h="11136" w="11437">
                  <a:moveTo>
                    <a:pt x="1636" y="635"/>
                  </a:moveTo>
                  <a:cubicBezTo>
                    <a:pt x="2775" y="676"/>
                    <a:pt x="6783" y="1533"/>
                    <a:pt x="7162" y="1890"/>
                  </a:cubicBezTo>
                  <a:cubicBezTo>
                    <a:pt x="7226" y="1989"/>
                    <a:pt x="7414" y="2231"/>
                    <a:pt x="7674" y="2563"/>
                  </a:cubicBezTo>
                  <a:cubicBezTo>
                    <a:pt x="8446" y="3550"/>
                    <a:pt x="10796" y="6555"/>
                    <a:pt x="10647" y="7437"/>
                  </a:cubicBezTo>
                  <a:cubicBezTo>
                    <a:pt x="10485" y="8392"/>
                    <a:pt x="10079" y="9819"/>
                    <a:pt x="9900" y="10431"/>
                  </a:cubicBezTo>
                  <a:cubicBezTo>
                    <a:pt x="7851" y="9873"/>
                    <a:pt x="3292" y="8552"/>
                    <a:pt x="2557" y="7977"/>
                  </a:cubicBezTo>
                  <a:cubicBezTo>
                    <a:pt x="1664" y="7275"/>
                    <a:pt x="647" y="4287"/>
                    <a:pt x="741" y="3071"/>
                  </a:cubicBezTo>
                  <a:cubicBezTo>
                    <a:pt x="816" y="2112"/>
                    <a:pt x="1410" y="1021"/>
                    <a:pt x="1636" y="635"/>
                  </a:cubicBezTo>
                  <a:close/>
                  <a:moveTo>
                    <a:pt x="1473" y="0"/>
                  </a:moveTo>
                  <a:cubicBezTo>
                    <a:pt x="1459" y="0"/>
                    <a:pt x="1447" y="1"/>
                    <a:pt x="1436" y="1"/>
                  </a:cubicBezTo>
                  <a:cubicBezTo>
                    <a:pt x="1335" y="7"/>
                    <a:pt x="1244" y="61"/>
                    <a:pt x="1189" y="147"/>
                  </a:cubicBezTo>
                  <a:cubicBezTo>
                    <a:pt x="1150" y="208"/>
                    <a:pt x="213" y="1678"/>
                    <a:pt x="109" y="3021"/>
                  </a:cubicBezTo>
                  <a:cubicBezTo>
                    <a:pt x="0" y="4418"/>
                    <a:pt x="1105" y="7643"/>
                    <a:pt x="2167" y="8477"/>
                  </a:cubicBezTo>
                  <a:cubicBezTo>
                    <a:pt x="3181" y="9273"/>
                    <a:pt x="9336" y="10939"/>
                    <a:pt x="10034" y="11125"/>
                  </a:cubicBezTo>
                  <a:cubicBezTo>
                    <a:pt x="10060" y="11132"/>
                    <a:pt x="10089" y="11135"/>
                    <a:pt x="10116" y="11135"/>
                  </a:cubicBezTo>
                  <a:cubicBezTo>
                    <a:pt x="10256" y="11135"/>
                    <a:pt x="10379" y="11043"/>
                    <a:pt x="10420" y="10910"/>
                  </a:cubicBezTo>
                  <a:cubicBezTo>
                    <a:pt x="10446" y="10825"/>
                    <a:pt x="11056" y="8820"/>
                    <a:pt x="11273" y="7544"/>
                  </a:cubicBezTo>
                  <a:cubicBezTo>
                    <a:pt x="11436" y="6582"/>
                    <a:pt x="10153" y="4700"/>
                    <a:pt x="8174" y="2172"/>
                  </a:cubicBezTo>
                  <a:cubicBezTo>
                    <a:pt x="7933" y="1863"/>
                    <a:pt x="7757" y="1641"/>
                    <a:pt x="7699" y="1548"/>
                  </a:cubicBezTo>
                  <a:cubicBezTo>
                    <a:pt x="7247" y="836"/>
                    <a:pt x="2252" y="0"/>
                    <a:pt x="147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0"/>
            <p:cNvSpPr/>
            <p:nvPr/>
          </p:nvSpPr>
          <p:spPr>
            <a:xfrm>
              <a:off x="1125750" y="4519925"/>
              <a:ext cx="4462575" cy="838200"/>
            </a:xfrm>
            <a:custGeom>
              <a:rect b="b" l="l" r="r" t="t"/>
              <a:pathLst>
                <a:path extrusionOk="0" h="33528" w="178503">
                  <a:moveTo>
                    <a:pt x="30341" y="1"/>
                  </a:moveTo>
                  <a:cubicBezTo>
                    <a:pt x="20849" y="1"/>
                    <a:pt x="13559" y="11203"/>
                    <a:pt x="13559" y="11203"/>
                  </a:cubicBezTo>
                  <a:cubicBezTo>
                    <a:pt x="13559" y="11203"/>
                    <a:pt x="7567" y="10513"/>
                    <a:pt x="3852" y="9331"/>
                  </a:cubicBezTo>
                  <a:cubicBezTo>
                    <a:pt x="2518" y="8905"/>
                    <a:pt x="1470" y="8213"/>
                    <a:pt x="667" y="7499"/>
                  </a:cubicBezTo>
                  <a:cubicBezTo>
                    <a:pt x="222" y="9614"/>
                    <a:pt x="1" y="12001"/>
                    <a:pt x="322" y="14430"/>
                  </a:cubicBezTo>
                  <a:cubicBezTo>
                    <a:pt x="1309" y="21896"/>
                    <a:pt x="5670" y="29177"/>
                    <a:pt x="22447" y="32270"/>
                  </a:cubicBezTo>
                  <a:cubicBezTo>
                    <a:pt x="24255" y="32604"/>
                    <a:pt x="25941" y="32756"/>
                    <a:pt x="27512" y="32756"/>
                  </a:cubicBezTo>
                  <a:cubicBezTo>
                    <a:pt x="40522" y="32756"/>
                    <a:pt x="45613" y="22296"/>
                    <a:pt x="45983" y="17529"/>
                  </a:cubicBezTo>
                  <a:cubicBezTo>
                    <a:pt x="45983" y="17529"/>
                    <a:pt x="86731" y="20470"/>
                    <a:pt x="112035" y="23332"/>
                  </a:cubicBezTo>
                  <a:cubicBezTo>
                    <a:pt x="137339" y="26194"/>
                    <a:pt x="145747" y="24608"/>
                    <a:pt x="154220" y="27953"/>
                  </a:cubicBezTo>
                  <a:cubicBezTo>
                    <a:pt x="162693" y="31297"/>
                    <a:pt x="164763" y="33474"/>
                    <a:pt x="168341" y="33528"/>
                  </a:cubicBezTo>
                  <a:cubicBezTo>
                    <a:pt x="168350" y="33528"/>
                    <a:pt x="168358" y="33528"/>
                    <a:pt x="168367" y="33528"/>
                  </a:cubicBezTo>
                  <a:cubicBezTo>
                    <a:pt x="170543" y="33528"/>
                    <a:pt x="175144" y="29341"/>
                    <a:pt x="178503" y="25293"/>
                  </a:cubicBezTo>
                  <a:cubicBezTo>
                    <a:pt x="177544" y="24959"/>
                    <a:pt x="176643" y="24665"/>
                    <a:pt x="175985" y="24492"/>
                  </a:cubicBezTo>
                  <a:cubicBezTo>
                    <a:pt x="173571" y="23857"/>
                    <a:pt x="169804" y="23341"/>
                    <a:pt x="168402" y="21217"/>
                  </a:cubicBezTo>
                  <a:cubicBezTo>
                    <a:pt x="166999" y="19092"/>
                    <a:pt x="165427" y="16283"/>
                    <a:pt x="151181" y="15177"/>
                  </a:cubicBezTo>
                  <a:cubicBezTo>
                    <a:pt x="136937" y="14070"/>
                    <a:pt x="40808" y="557"/>
                    <a:pt x="30997" y="19"/>
                  </a:cubicBezTo>
                  <a:cubicBezTo>
                    <a:pt x="30777" y="7"/>
                    <a:pt x="30558" y="1"/>
                    <a:pt x="303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0"/>
            <p:cNvSpPr/>
            <p:nvPr/>
          </p:nvSpPr>
          <p:spPr>
            <a:xfrm>
              <a:off x="1118650" y="4511950"/>
              <a:ext cx="4479325" cy="854100"/>
            </a:xfrm>
            <a:custGeom>
              <a:rect b="b" l="l" r="r" t="t"/>
              <a:pathLst>
                <a:path extrusionOk="0" h="34164" w="179173">
                  <a:moveTo>
                    <a:pt x="30620" y="636"/>
                  </a:moveTo>
                  <a:cubicBezTo>
                    <a:pt x="30834" y="636"/>
                    <a:pt x="31048" y="642"/>
                    <a:pt x="31264" y="654"/>
                  </a:cubicBezTo>
                  <a:cubicBezTo>
                    <a:pt x="36128" y="922"/>
                    <a:pt x="61892" y="4336"/>
                    <a:pt x="89171" y="7953"/>
                  </a:cubicBezTo>
                  <a:cubicBezTo>
                    <a:pt x="116257" y="11543"/>
                    <a:pt x="144267" y="15255"/>
                    <a:pt x="151440" y="15812"/>
                  </a:cubicBezTo>
                  <a:cubicBezTo>
                    <a:pt x="165246" y="16885"/>
                    <a:pt x="166959" y="19489"/>
                    <a:pt x="168336" y="21582"/>
                  </a:cubicBezTo>
                  <a:lnTo>
                    <a:pt x="168421" y="21710"/>
                  </a:lnTo>
                  <a:cubicBezTo>
                    <a:pt x="169658" y="23585"/>
                    <a:pt x="172558" y="24261"/>
                    <a:pt x="174888" y="24804"/>
                  </a:cubicBezTo>
                  <a:cubicBezTo>
                    <a:pt x="175347" y="24911"/>
                    <a:pt x="175786" y="25013"/>
                    <a:pt x="176188" y="25119"/>
                  </a:cubicBezTo>
                  <a:cubicBezTo>
                    <a:pt x="176687" y="25251"/>
                    <a:pt x="177379" y="25466"/>
                    <a:pt x="178247" y="25761"/>
                  </a:cubicBezTo>
                  <a:cubicBezTo>
                    <a:pt x="174999" y="29598"/>
                    <a:pt x="170639" y="33529"/>
                    <a:pt x="168652" y="33529"/>
                  </a:cubicBezTo>
                  <a:lnTo>
                    <a:pt x="168630" y="33529"/>
                  </a:lnTo>
                  <a:cubicBezTo>
                    <a:pt x="166578" y="33498"/>
                    <a:pt x="165073" y="32761"/>
                    <a:pt x="162340" y="31425"/>
                  </a:cubicBezTo>
                  <a:cubicBezTo>
                    <a:pt x="160442" y="30497"/>
                    <a:pt x="158081" y="29341"/>
                    <a:pt x="154620" y="27976"/>
                  </a:cubicBezTo>
                  <a:cubicBezTo>
                    <a:pt x="149627" y="26004"/>
                    <a:pt x="144637" y="25727"/>
                    <a:pt x="136375" y="25270"/>
                  </a:cubicBezTo>
                  <a:cubicBezTo>
                    <a:pt x="130361" y="24938"/>
                    <a:pt x="122878" y="24525"/>
                    <a:pt x="112355" y="23335"/>
                  </a:cubicBezTo>
                  <a:cubicBezTo>
                    <a:pt x="87334" y="20505"/>
                    <a:pt x="46698" y="17560"/>
                    <a:pt x="46291" y="17530"/>
                  </a:cubicBezTo>
                  <a:lnTo>
                    <a:pt x="46267" y="17530"/>
                  </a:lnTo>
                  <a:cubicBezTo>
                    <a:pt x="46102" y="17531"/>
                    <a:pt x="45965" y="17657"/>
                    <a:pt x="45951" y="17822"/>
                  </a:cubicBezTo>
                  <a:cubicBezTo>
                    <a:pt x="45706" y="20972"/>
                    <a:pt x="43525" y="25837"/>
                    <a:pt x="39312" y="29075"/>
                  </a:cubicBezTo>
                  <a:cubicBezTo>
                    <a:pt x="36120" y="31529"/>
                    <a:pt x="32276" y="32763"/>
                    <a:pt x="27842" y="32763"/>
                  </a:cubicBezTo>
                  <a:cubicBezTo>
                    <a:pt x="26234" y="32763"/>
                    <a:pt x="24549" y="32601"/>
                    <a:pt x="22789" y="32275"/>
                  </a:cubicBezTo>
                  <a:cubicBezTo>
                    <a:pt x="8934" y="29721"/>
                    <a:pt x="2189" y="24302"/>
                    <a:pt x="921" y="14706"/>
                  </a:cubicBezTo>
                  <a:cubicBezTo>
                    <a:pt x="661" y="12743"/>
                    <a:pt x="740" y="10626"/>
                    <a:pt x="1157" y="8405"/>
                  </a:cubicBezTo>
                  <a:cubicBezTo>
                    <a:pt x="2035" y="9101"/>
                    <a:pt x="3002" y="9620"/>
                    <a:pt x="4041" y="9951"/>
                  </a:cubicBezTo>
                  <a:cubicBezTo>
                    <a:pt x="7742" y="11130"/>
                    <a:pt x="13747" y="11829"/>
                    <a:pt x="13807" y="11837"/>
                  </a:cubicBezTo>
                  <a:cubicBezTo>
                    <a:pt x="13819" y="11838"/>
                    <a:pt x="13831" y="11839"/>
                    <a:pt x="13843" y="11839"/>
                  </a:cubicBezTo>
                  <a:cubicBezTo>
                    <a:pt x="13949" y="11839"/>
                    <a:pt x="14050" y="11785"/>
                    <a:pt x="14109" y="11695"/>
                  </a:cubicBezTo>
                  <a:cubicBezTo>
                    <a:pt x="14184" y="11582"/>
                    <a:pt x="21420" y="636"/>
                    <a:pt x="30620" y="636"/>
                  </a:cubicBezTo>
                  <a:close/>
                  <a:moveTo>
                    <a:pt x="30600" y="1"/>
                  </a:moveTo>
                  <a:cubicBezTo>
                    <a:pt x="21580" y="1"/>
                    <a:pt x="14672" y="9729"/>
                    <a:pt x="13687" y="11183"/>
                  </a:cubicBezTo>
                  <a:cubicBezTo>
                    <a:pt x="12634" y="11054"/>
                    <a:pt x="7504" y="10389"/>
                    <a:pt x="4234" y="9346"/>
                  </a:cubicBezTo>
                  <a:cubicBezTo>
                    <a:pt x="3112" y="8990"/>
                    <a:pt x="2080" y="8395"/>
                    <a:pt x="1161" y="7581"/>
                  </a:cubicBezTo>
                  <a:cubicBezTo>
                    <a:pt x="1099" y="7525"/>
                    <a:pt x="1025" y="7500"/>
                    <a:pt x="952" y="7500"/>
                  </a:cubicBezTo>
                  <a:cubicBezTo>
                    <a:pt x="810" y="7500"/>
                    <a:pt x="673" y="7595"/>
                    <a:pt x="640" y="7752"/>
                  </a:cubicBezTo>
                  <a:cubicBezTo>
                    <a:pt x="119" y="10235"/>
                    <a:pt x="1" y="12602"/>
                    <a:pt x="291" y="14790"/>
                  </a:cubicBezTo>
                  <a:cubicBezTo>
                    <a:pt x="1105" y="20943"/>
                    <a:pt x="4310" y="29514"/>
                    <a:pt x="22673" y="32900"/>
                  </a:cubicBezTo>
                  <a:cubicBezTo>
                    <a:pt x="24423" y="33224"/>
                    <a:pt x="26118" y="33384"/>
                    <a:pt x="27747" y="33384"/>
                  </a:cubicBezTo>
                  <a:cubicBezTo>
                    <a:pt x="32353" y="33384"/>
                    <a:pt x="36423" y="32099"/>
                    <a:pt x="39699" y="29579"/>
                  </a:cubicBezTo>
                  <a:cubicBezTo>
                    <a:pt x="43928" y="26327"/>
                    <a:pt x="46185" y="21475"/>
                    <a:pt x="46554" y="18187"/>
                  </a:cubicBezTo>
                  <a:cubicBezTo>
                    <a:pt x="50378" y="18466"/>
                    <a:pt x="88433" y="21269"/>
                    <a:pt x="112283" y="23966"/>
                  </a:cubicBezTo>
                  <a:cubicBezTo>
                    <a:pt x="122824" y="25158"/>
                    <a:pt x="130317" y="25572"/>
                    <a:pt x="136339" y="25905"/>
                  </a:cubicBezTo>
                  <a:cubicBezTo>
                    <a:pt x="144540" y="26358"/>
                    <a:pt x="149490" y="26632"/>
                    <a:pt x="154387" y="28566"/>
                  </a:cubicBezTo>
                  <a:cubicBezTo>
                    <a:pt x="157823" y="29923"/>
                    <a:pt x="160173" y="31072"/>
                    <a:pt x="162061" y="31994"/>
                  </a:cubicBezTo>
                  <a:cubicBezTo>
                    <a:pt x="164783" y="33327"/>
                    <a:pt x="166428" y="34130"/>
                    <a:pt x="168620" y="34164"/>
                  </a:cubicBezTo>
                  <a:lnTo>
                    <a:pt x="168650" y="34164"/>
                  </a:lnTo>
                  <a:cubicBezTo>
                    <a:pt x="171023" y="34164"/>
                    <a:pt x="175687" y="29844"/>
                    <a:pt x="179031" y="25813"/>
                  </a:cubicBezTo>
                  <a:cubicBezTo>
                    <a:pt x="179173" y="25643"/>
                    <a:pt x="179101" y="25384"/>
                    <a:pt x="178892" y="25310"/>
                  </a:cubicBezTo>
                  <a:cubicBezTo>
                    <a:pt x="177785" y="24927"/>
                    <a:pt x="176953" y="24663"/>
                    <a:pt x="176348" y="24504"/>
                  </a:cubicBezTo>
                  <a:cubicBezTo>
                    <a:pt x="175942" y="24397"/>
                    <a:pt x="175498" y="24293"/>
                    <a:pt x="175032" y="24185"/>
                  </a:cubicBezTo>
                  <a:cubicBezTo>
                    <a:pt x="172812" y="23667"/>
                    <a:pt x="170048" y="23022"/>
                    <a:pt x="168950" y="21360"/>
                  </a:cubicBezTo>
                  <a:lnTo>
                    <a:pt x="168866" y="21232"/>
                  </a:lnTo>
                  <a:cubicBezTo>
                    <a:pt x="167414" y="19025"/>
                    <a:pt x="165606" y="16275"/>
                    <a:pt x="151490" y="15179"/>
                  </a:cubicBezTo>
                  <a:cubicBezTo>
                    <a:pt x="144333" y="14623"/>
                    <a:pt x="116332" y="10912"/>
                    <a:pt x="89255" y="7323"/>
                  </a:cubicBezTo>
                  <a:cubicBezTo>
                    <a:pt x="61964" y="3705"/>
                    <a:pt x="36186" y="289"/>
                    <a:pt x="31299" y="20"/>
                  </a:cubicBezTo>
                  <a:cubicBezTo>
                    <a:pt x="31065" y="7"/>
                    <a:pt x="30832" y="1"/>
                    <a:pt x="3060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30"/>
            <p:cNvSpPr/>
            <p:nvPr/>
          </p:nvSpPr>
          <p:spPr>
            <a:xfrm>
              <a:off x="1315675" y="4863800"/>
              <a:ext cx="116850" cy="261400"/>
            </a:xfrm>
            <a:custGeom>
              <a:rect b="b" l="l" r="r" t="t"/>
              <a:pathLst>
                <a:path extrusionOk="0" h="10456" w="4674">
                  <a:moveTo>
                    <a:pt x="4402" y="1"/>
                  </a:moveTo>
                  <a:cubicBezTo>
                    <a:pt x="4312" y="1"/>
                    <a:pt x="4225" y="52"/>
                    <a:pt x="4185" y="139"/>
                  </a:cubicBezTo>
                  <a:cubicBezTo>
                    <a:pt x="4156" y="204"/>
                    <a:pt x="1200" y="6677"/>
                    <a:pt x="42" y="10141"/>
                  </a:cubicBezTo>
                  <a:cubicBezTo>
                    <a:pt x="0" y="10267"/>
                    <a:pt x="67" y="10401"/>
                    <a:pt x="193" y="10443"/>
                  </a:cubicBezTo>
                  <a:cubicBezTo>
                    <a:pt x="217" y="10451"/>
                    <a:pt x="243" y="10456"/>
                    <a:pt x="268" y="10456"/>
                  </a:cubicBezTo>
                  <a:cubicBezTo>
                    <a:pt x="371" y="10454"/>
                    <a:pt x="461" y="10390"/>
                    <a:pt x="494" y="10293"/>
                  </a:cubicBezTo>
                  <a:cubicBezTo>
                    <a:pt x="1643" y="6853"/>
                    <a:pt x="4589" y="402"/>
                    <a:pt x="4619" y="337"/>
                  </a:cubicBezTo>
                  <a:cubicBezTo>
                    <a:pt x="4673" y="218"/>
                    <a:pt x="4621" y="77"/>
                    <a:pt x="4502" y="22"/>
                  </a:cubicBezTo>
                  <a:cubicBezTo>
                    <a:pt x="4469" y="8"/>
                    <a:pt x="4436" y="1"/>
                    <a:pt x="440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30"/>
            <p:cNvSpPr/>
            <p:nvPr/>
          </p:nvSpPr>
          <p:spPr>
            <a:xfrm>
              <a:off x="1518500" y="4809900"/>
              <a:ext cx="707775" cy="144325"/>
            </a:xfrm>
            <a:custGeom>
              <a:rect b="b" l="l" r="r" t="t"/>
              <a:pathLst>
                <a:path extrusionOk="0" h="5773" w="28311">
                  <a:moveTo>
                    <a:pt x="263" y="1"/>
                  </a:moveTo>
                  <a:cubicBezTo>
                    <a:pt x="155" y="1"/>
                    <a:pt x="57" y="75"/>
                    <a:pt x="31" y="185"/>
                  </a:cubicBezTo>
                  <a:cubicBezTo>
                    <a:pt x="0" y="313"/>
                    <a:pt x="80" y="442"/>
                    <a:pt x="208" y="472"/>
                  </a:cubicBezTo>
                  <a:cubicBezTo>
                    <a:pt x="380" y="511"/>
                    <a:pt x="17496" y="4509"/>
                    <a:pt x="28036" y="5770"/>
                  </a:cubicBezTo>
                  <a:cubicBezTo>
                    <a:pt x="28046" y="5771"/>
                    <a:pt x="28055" y="5772"/>
                    <a:pt x="28065" y="5772"/>
                  </a:cubicBezTo>
                  <a:lnTo>
                    <a:pt x="28066" y="5772"/>
                  </a:lnTo>
                  <a:cubicBezTo>
                    <a:pt x="28192" y="5772"/>
                    <a:pt x="28295" y="5674"/>
                    <a:pt x="28303" y="5548"/>
                  </a:cubicBezTo>
                  <a:cubicBezTo>
                    <a:pt x="28310" y="5422"/>
                    <a:pt x="28218" y="5313"/>
                    <a:pt x="28093" y="5298"/>
                  </a:cubicBezTo>
                  <a:cubicBezTo>
                    <a:pt x="17579" y="4039"/>
                    <a:pt x="488" y="48"/>
                    <a:pt x="318" y="7"/>
                  </a:cubicBezTo>
                  <a:cubicBezTo>
                    <a:pt x="299" y="3"/>
                    <a:pt x="281" y="1"/>
                    <a:pt x="26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30"/>
            <p:cNvSpPr/>
            <p:nvPr/>
          </p:nvSpPr>
          <p:spPr>
            <a:xfrm>
              <a:off x="980800" y="3470350"/>
              <a:ext cx="1196300" cy="553900"/>
            </a:xfrm>
            <a:custGeom>
              <a:rect b="b" l="l" r="r" t="t"/>
              <a:pathLst>
                <a:path extrusionOk="0" h="22156" w="47852">
                  <a:moveTo>
                    <a:pt x="18" y="19871"/>
                  </a:moveTo>
                  <a:cubicBezTo>
                    <a:pt x="6" y="19881"/>
                    <a:pt x="0" y="19886"/>
                    <a:pt x="0" y="19886"/>
                  </a:cubicBezTo>
                  <a:cubicBezTo>
                    <a:pt x="0" y="19886"/>
                    <a:pt x="6" y="19881"/>
                    <a:pt x="18" y="19871"/>
                  </a:cubicBezTo>
                  <a:close/>
                  <a:moveTo>
                    <a:pt x="34478" y="0"/>
                  </a:moveTo>
                  <a:cubicBezTo>
                    <a:pt x="31903" y="0"/>
                    <a:pt x="29454" y="260"/>
                    <a:pt x="27256" y="508"/>
                  </a:cubicBezTo>
                  <a:cubicBezTo>
                    <a:pt x="21480" y="1161"/>
                    <a:pt x="704" y="19272"/>
                    <a:pt x="18" y="19871"/>
                  </a:cubicBezTo>
                  <a:lnTo>
                    <a:pt x="18" y="19871"/>
                  </a:lnTo>
                  <a:cubicBezTo>
                    <a:pt x="385" y="19552"/>
                    <a:pt x="6515" y="14334"/>
                    <a:pt x="14320" y="14334"/>
                  </a:cubicBezTo>
                  <a:cubicBezTo>
                    <a:pt x="14760" y="14334"/>
                    <a:pt x="15205" y="14350"/>
                    <a:pt x="15655" y="14385"/>
                  </a:cubicBezTo>
                  <a:cubicBezTo>
                    <a:pt x="24335" y="15060"/>
                    <a:pt x="34979" y="22156"/>
                    <a:pt x="34979" y="22156"/>
                  </a:cubicBezTo>
                  <a:lnTo>
                    <a:pt x="47851" y="3451"/>
                  </a:lnTo>
                  <a:cubicBezTo>
                    <a:pt x="43439" y="727"/>
                    <a:pt x="38784" y="0"/>
                    <a:pt x="3447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30"/>
            <p:cNvSpPr/>
            <p:nvPr/>
          </p:nvSpPr>
          <p:spPr>
            <a:xfrm>
              <a:off x="971925" y="3462375"/>
              <a:ext cx="1214250" cy="569825"/>
            </a:xfrm>
            <a:custGeom>
              <a:rect b="b" l="l" r="r" t="t"/>
              <a:pathLst>
                <a:path extrusionOk="0" h="22793" w="48570">
                  <a:moveTo>
                    <a:pt x="34755" y="638"/>
                  </a:moveTo>
                  <a:cubicBezTo>
                    <a:pt x="38868" y="638"/>
                    <a:pt x="43460" y="1309"/>
                    <a:pt x="47754" y="3867"/>
                  </a:cubicBezTo>
                  <a:lnTo>
                    <a:pt x="35247" y="22040"/>
                  </a:lnTo>
                  <a:cubicBezTo>
                    <a:pt x="33546" y="20951"/>
                    <a:pt x="23940" y="15002"/>
                    <a:pt x="16033" y="14388"/>
                  </a:cubicBezTo>
                  <a:cubicBezTo>
                    <a:pt x="15583" y="14353"/>
                    <a:pt x="15136" y="14336"/>
                    <a:pt x="14694" y="14336"/>
                  </a:cubicBezTo>
                  <a:cubicBezTo>
                    <a:pt x="10709" y="14336"/>
                    <a:pt x="7137" y="15688"/>
                    <a:pt x="4529" y="17067"/>
                  </a:cubicBezTo>
                  <a:cubicBezTo>
                    <a:pt x="10985" y="11659"/>
                    <a:pt x="23464" y="1615"/>
                    <a:pt x="27647" y="1144"/>
                  </a:cubicBezTo>
                  <a:cubicBezTo>
                    <a:pt x="29683" y="914"/>
                    <a:pt x="32121" y="638"/>
                    <a:pt x="34755" y="638"/>
                  </a:cubicBezTo>
                  <a:close/>
                  <a:moveTo>
                    <a:pt x="34771" y="1"/>
                  </a:moveTo>
                  <a:cubicBezTo>
                    <a:pt x="32102" y="1"/>
                    <a:pt x="29636" y="279"/>
                    <a:pt x="27575" y="512"/>
                  </a:cubicBezTo>
                  <a:cubicBezTo>
                    <a:pt x="21678" y="1177"/>
                    <a:pt x="1075" y="19155"/>
                    <a:pt x="148" y="19964"/>
                  </a:cubicBezTo>
                  <a:cubicBezTo>
                    <a:pt x="147" y="19966"/>
                    <a:pt x="145" y="19969"/>
                    <a:pt x="145" y="19969"/>
                  </a:cubicBezTo>
                  <a:cubicBezTo>
                    <a:pt x="13" y="20085"/>
                    <a:pt x="0" y="20285"/>
                    <a:pt x="116" y="20417"/>
                  </a:cubicBezTo>
                  <a:cubicBezTo>
                    <a:pt x="179" y="20488"/>
                    <a:pt x="266" y="20525"/>
                    <a:pt x="354" y="20525"/>
                  </a:cubicBezTo>
                  <a:cubicBezTo>
                    <a:pt x="429" y="20525"/>
                    <a:pt x="504" y="20499"/>
                    <a:pt x="564" y="20446"/>
                  </a:cubicBezTo>
                  <a:cubicBezTo>
                    <a:pt x="565" y="20444"/>
                    <a:pt x="569" y="20442"/>
                    <a:pt x="573" y="20438"/>
                  </a:cubicBezTo>
                  <a:cubicBezTo>
                    <a:pt x="813" y="20230"/>
                    <a:pt x="6964" y="14972"/>
                    <a:pt x="14697" y="14972"/>
                  </a:cubicBezTo>
                  <a:cubicBezTo>
                    <a:pt x="15121" y="14972"/>
                    <a:pt x="15551" y="14988"/>
                    <a:pt x="15985" y="15022"/>
                  </a:cubicBezTo>
                  <a:cubicBezTo>
                    <a:pt x="24481" y="15680"/>
                    <a:pt x="35051" y="22669"/>
                    <a:pt x="35157" y="22740"/>
                  </a:cubicBezTo>
                  <a:cubicBezTo>
                    <a:pt x="35210" y="22773"/>
                    <a:pt x="35271" y="22792"/>
                    <a:pt x="35334" y="22792"/>
                  </a:cubicBezTo>
                  <a:cubicBezTo>
                    <a:pt x="35439" y="22792"/>
                    <a:pt x="35537" y="22741"/>
                    <a:pt x="35597" y="22655"/>
                  </a:cubicBezTo>
                  <a:lnTo>
                    <a:pt x="48468" y="3950"/>
                  </a:lnTo>
                  <a:cubicBezTo>
                    <a:pt x="48570" y="3800"/>
                    <a:pt x="48526" y="3595"/>
                    <a:pt x="48373" y="3500"/>
                  </a:cubicBezTo>
                  <a:cubicBezTo>
                    <a:pt x="43870" y="720"/>
                    <a:pt x="39058" y="1"/>
                    <a:pt x="3477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31"/>
          <p:cNvSpPr txBox="1"/>
          <p:nvPr>
            <p:ph idx="6" type="title"/>
          </p:nvPr>
        </p:nvSpPr>
        <p:spPr>
          <a:xfrm>
            <a:off x="3560678" y="850363"/>
            <a:ext cx="1192200" cy="79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cxnSp>
        <p:nvCxnSpPr>
          <p:cNvPr id="612" name="Google Shape;612;p31"/>
          <p:cNvCxnSpPr/>
          <p:nvPr/>
        </p:nvCxnSpPr>
        <p:spPr>
          <a:xfrm flipH="1">
            <a:off x="4310050" y="950550"/>
            <a:ext cx="6600" cy="3808800"/>
          </a:xfrm>
          <a:prstGeom prst="straightConnector1">
            <a:avLst/>
          </a:prstGeom>
          <a:noFill/>
          <a:ln cap="flat" cmpd="sng" w="19050">
            <a:solidFill>
              <a:schemeClr val="lt1"/>
            </a:solidFill>
            <a:prstDash val="solid"/>
            <a:round/>
            <a:headEnd len="med" w="med" type="oval"/>
            <a:tailEnd len="med" w="med" type="oval"/>
          </a:ln>
        </p:spPr>
      </p:cxnSp>
      <p:sp>
        <p:nvSpPr>
          <p:cNvPr id="613" name="Google Shape;613;p31"/>
          <p:cNvSpPr txBox="1"/>
          <p:nvPr>
            <p:ph type="ctrTitle"/>
          </p:nvPr>
        </p:nvSpPr>
        <p:spPr>
          <a:xfrm>
            <a:off x="311525" y="692975"/>
            <a:ext cx="2732700" cy="45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Verification</a:t>
            </a:r>
            <a:endParaRPr>
              <a:solidFill>
                <a:schemeClr val="lt2"/>
              </a:solidFill>
            </a:endParaRPr>
          </a:p>
        </p:txBody>
      </p:sp>
      <p:sp>
        <p:nvSpPr>
          <p:cNvPr id="614" name="Google Shape;614;p31"/>
          <p:cNvSpPr txBox="1"/>
          <p:nvPr>
            <p:ph idx="1" type="subTitle"/>
          </p:nvPr>
        </p:nvSpPr>
        <p:spPr>
          <a:xfrm>
            <a:off x="315124" y="1087325"/>
            <a:ext cx="3245400" cy="6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lt2"/>
                </a:solidFill>
              </a:rPr>
              <a:t>Evaluating classification algorithms on the current problem of default prediction. With availability of sophisticated ML techniques, it seems like an interesting problem to tackle. </a:t>
            </a:r>
            <a:endParaRPr sz="1200">
              <a:solidFill>
                <a:schemeClr val="lt2"/>
              </a:solidFill>
            </a:endParaRPr>
          </a:p>
          <a:p>
            <a:pPr indent="0" lvl="0" marL="0" rtl="0" algn="l">
              <a:spcBef>
                <a:spcPts val="0"/>
              </a:spcBef>
              <a:spcAft>
                <a:spcPts val="0"/>
              </a:spcAft>
              <a:buNone/>
            </a:pPr>
            <a:r>
              <a:t/>
            </a:r>
            <a:endParaRPr sz="1200">
              <a:solidFill>
                <a:schemeClr val="lt2"/>
              </a:solidFill>
            </a:endParaRPr>
          </a:p>
        </p:txBody>
      </p:sp>
      <p:sp>
        <p:nvSpPr>
          <p:cNvPr id="615" name="Google Shape;615;p31"/>
          <p:cNvSpPr txBox="1"/>
          <p:nvPr>
            <p:ph idx="2" type="ctrTitle"/>
          </p:nvPr>
        </p:nvSpPr>
        <p:spPr>
          <a:xfrm>
            <a:off x="315128" y="2116450"/>
            <a:ext cx="2729100" cy="45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Decision Making</a:t>
            </a:r>
            <a:endParaRPr>
              <a:solidFill>
                <a:schemeClr val="lt2"/>
              </a:solidFill>
            </a:endParaRPr>
          </a:p>
        </p:txBody>
      </p:sp>
      <p:sp>
        <p:nvSpPr>
          <p:cNvPr id="616" name="Google Shape;616;p31"/>
          <p:cNvSpPr txBox="1"/>
          <p:nvPr>
            <p:ph idx="3" type="subTitle"/>
          </p:nvPr>
        </p:nvSpPr>
        <p:spPr>
          <a:xfrm>
            <a:off x="315124" y="2525813"/>
            <a:ext cx="3245400" cy="6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2"/>
                </a:solidFill>
              </a:rPr>
              <a:t>With our effective model, we assist companies in identifying profitable customers and avoiding risky ones.</a:t>
            </a:r>
            <a:endParaRPr sz="1200">
              <a:solidFill>
                <a:schemeClr val="lt2"/>
              </a:solidFill>
            </a:endParaRPr>
          </a:p>
        </p:txBody>
      </p:sp>
      <p:sp>
        <p:nvSpPr>
          <p:cNvPr id="617" name="Google Shape;617;p31"/>
          <p:cNvSpPr txBox="1"/>
          <p:nvPr>
            <p:ph idx="4" type="ctrTitle"/>
          </p:nvPr>
        </p:nvSpPr>
        <p:spPr>
          <a:xfrm>
            <a:off x="5167700" y="2145300"/>
            <a:ext cx="3029700" cy="45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Applicable for companies</a:t>
            </a:r>
            <a:endParaRPr>
              <a:solidFill>
                <a:schemeClr val="lt2"/>
              </a:solidFill>
            </a:endParaRPr>
          </a:p>
        </p:txBody>
      </p:sp>
      <p:sp>
        <p:nvSpPr>
          <p:cNvPr id="618" name="Google Shape;618;p31"/>
          <p:cNvSpPr txBox="1"/>
          <p:nvPr>
            <p:ph idx="5" type="subTitle"/>
          </p:nvPr>
        </p:nvSpPr>
        <p:spPr>
          <a:xfrm>
            <a:off x="5167700" y="2483050"/>
            <a:ext cx="3245400" cy="98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lt2"/>
                </a:solidFill>
              </a:rPr>
              <a:t>This model can also be used on companies that frequently rely on debt or overdraft services from banks for financing. We can create a scorecard specifically tailored for them. Like Moody’s, Fitch’s ratings.</a:t>
            </a:r>
            <a:endParaRPr sz="1200">
              <a:solidFill>
                <a:schemeClr val="lt2"/>
              </a:solidFill>
            </a:endParaRPr>
          </a:p>
          <a:p>
            <a:pPr indent="0" lvl="0" marL="0" rtl="0" algn="l">
              <a:spcBef>
                <a:spcPts val="0"/>
              </a:spcBef>
              <a:spcAft>
                <a:spcPts val="0"/>
              </a:spcAft>
              <a:buNone/>
            </a:pPr>
            <a:r>
              <a:t/>
            </a:r>
            <a:endParaRPr sz="1100">
              <a:solidFill>
                <a:schemeClr val="lt2"/>
              </a:solidFill>
            </a:endParaRPr>
          </a:p>
        </p:txBody>
      </p:sp>
      <p:sp>
        <p:nvSpPr>
          <p:cNvPr id="619" name="Google Shape;619;p31"/>
          <p:cNvSpPr txBox="1"/>
          <p:nvPr>
            <p:ph idx="7" type="title"/>
          </p:nvPr>
        </p:nvSpPr>
        <p:spPr>
          <a:xfrm>
            <a:off x="3560678" y="2306275"/>
            <a:ext cx="1192200" cy="79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620" name="Google Shape;620;p31"/>
          <p:cNvSpPr txBox="1"/>
          <p:nvPr>
            <p:ph idx="8" type="title"/>
          </p:nvPr>
        </p:nvSpPr>
        <p:spPr>
          <a:xfrm>
            <a:off x="3560678" y="3762225"/>
            <a:ext cx="1192200" cy="790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621" name="Google Shape;621;p31"/>
          <p:cNvSpPr txBox="1"/>
          <p:nvPr>
            <p:ph idx="9" type="title"/>
          </p:nvPr>
        </p:nvSpPr>
        <p:spPr>
          <a:xfrm>
            <a:off x="3903903" y="850313"/>
            <a:ext cx="1192200" cy="790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04</a:t>
            </a:r>
            <a:endParaRPr/>
          </a:p>
        </p:txBody>
      </p:sp>
      <p:sp>
        <p:nvSpPr>
          <p:cNvPr id="622" name="Google Shape;622;p31"/>
          <p:cNvSpPr txBox="1"/>
          <p:nvPr>
            <p:ph idx="13" type="title"/>
          </p:nvPr>
        </p:nvSpPr>
        <p:spPr>
          <a:xfrm>
            <a:off x="3903903" y="2306288"/>
            <a:ext cx="1192200" cy="790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05</a:t>
            </a:r>
            <a:endParaRPr/>
          </a:p>
        </p:txBody>
      </p:sp>
      <p:sp>
        <p:nvSpPr>
          <p:cNvPr id="623" name="Google Shape;623;p31"/>
          <p:cNvSpPr txBox="1"/>
          <p:nvPr>
            <p:ph idx="14" type="title"/>
          </p:nvPr>
        </p:nvSpPr>
        <p:spPr>
          <a:xfrm>
            <a:off x="3903903" y="3762225"/>
            <a:ext cx="1192200" cy="790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06</a:t>
            </a:r>
            <a:endParaRPr/>
          </a:p>
        </p:txBody>
      </p:sp>
      <p:sp>
        <p:nvSpPr>
          <p:cNvPr id="624" name="Google Shape;624;p31"/>
          <p:cNvSpPr txBox="1"/>
          <p:nvPr>
            <p:ph idx="15" type="ctrTitle"/>
          </p:nvPr>
        </p:nvSpPr>
        <p:spPr>
          <a:xfrm>
            <a:off x="5167703" y="3562588"/>
            <a:ext cx="2729100" cy="45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Credit Rating</a:t>
            </a:r>
            <a:endParaRPr>
              <a:solidFill>
                <a:schemeClr val="lt2"/>
              </a:solidFill>
            </a:endParaRPr>
          </a:p>
        </p:txBody>
      </p:sp>
      <p:sp>
        <p:nvSpPr>
          <p:cNvPr id="625" name="Google Shape;625;p31"/>
          <p:cNvSpPr txBox="1"/>
          <p:nvPr>
            <p:ph idx="16" type="subTitle"/>
          </p:nvPr>
        </p:nvSpPr>
        <p:spPr>
          <a:xfrm>
            <a:off x="5167700" y="3947950"/>
            <a:ext cx="3432900" cy="6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lt2"/>
                </a:solidFill>
              </a:rPr>
              <a:t>Credit rating agencies such as Moody's and Fitch develop their own internal models to assess companies. Similarly, customers have credit scores compiled by country-specific agencies like CIBIL in India. </a:t>
            </a:r>
            <a:endParaRPr sz="1100">
              <a:solidFill>
                <a:schemeClr val="lt2"/>
              </a:solidFill>
            </a:endParaRPr>
          </a:p>
          <a:p>
            <a:pPr indent="0" lvl="0" marL="0" rtl="0" algn="l">
              <a:spcBef>
                <a:spcPts val="0"/>
              </a:spcBef>
              <a:spcAft>
                <a:spcPts val="0"/>
              </a:spcAft>
              <a:buNone/>
            </a:pPr>
            <a:r>
              <a:rPr b="1" lang="en" sz="1100">
                <a:solidFill>
                  <a:schemeClr val="lt2"/>
                </a:solidFill>
                <a:highlight>
                  <a:srgbClr val="FFF2CC"/>
                </a:highlight>
              </a:rPr>
              <a:t>But how do they work? We explore here!!</a:t>
            </a:r>
            <a:endParaRPr b="1" sz="1100">
              <a:solidFill>
                <a:schemeClr val="lt2"/>
              </a:solidFill>
              <a:highlight>
                <a:srgbClr val="FFF2CC"/>
              </a:highlight>
            </a:endParaRPr>
          </a:p>
        </p:txBody>
      </p:sp>
      <p:sp>
        <p:nvSpPr>
          <p:cNvPr id="626" name="Google Shape;626;p31"/>
          <p:cNvSpPr txBox="1"/>
          <p:nvPr>
            <p:ph idx="19" type="ctrTitle"/>
          </p:nvPr>
        </p:nvSpPr>
        <p:spPr>
          <a:xfrm>
            <a:off x="315124" y="3562600"/>
            <a:ext cx="3537300" cy="45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Credit Card Default Analysis</a:t>
            </a:r>
            <a:endParaRPr>
              <a:solidFill>
                <a:schemeClr val="lt2"/>
              </a:solidFill>
            </a:endParaRPr>
          </a:p>
        </p:txBody>
      </p:sp>
      <p:sp>
        <p:nvSpPr>
          <p:cNvPr id="627" name="Google Shape;627;p31"/>
          <p:cNvSpPr txBox="1"/>
          <p:nvPr>
            <p:ph idx="20" type="subTitle"/>
          </p:nvPr>
        </p:nvSpPr>
        <p:spPr>
          <a:xfrm>
            <a:off x="311525" y="3642550"/>
            <a:ext cx="3370500" cy="29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lt2"/>
              </a:solidFill>
            </a:endParaRPr>
          </a:p>
          <a:p>
            <a:pPr indent="0" lvl="0" marL="0" rtl="0" algn="l">
              <a:spcBef>
                <a:spcPts val="0"/>
              </a:spcBef>
              <a:spcAft>
                <a:spcPts val="0"/>
              </a:spcAft>
              <a:buClr>
                <a:schemeClr val="dk1"/>
              </a:buClr>
              <a:buSzPts val="1100"/>
              <a:buFont typeface="Arial"/>
              <a:buNone/>
            </a:pPr>
            <a:r>
              <a:rPr lang="en" sz="1000">
                <a:solidFill>
                  <a:schemeClr val="lt2"/>
                </a:solidFill>
              </a:rPr>
              <a:t>Credit card default analysis is vital for lenders dealing with uncollateralized loans.  It enables risk identification, allowing lenders to mitigate their own risk and seek protection. Credit scoring systems assist in identifying high-risk customers, aiding investors in assessing risks in asset-backed securities like credit card portfolios.</a:t>
            </a:r>
            <a:endParaRPr sz="1000">
              <a:solidFill>
                <a:schemeClr val="lt2"/>
              </a:solidFill>
            </a:endParaRPr>
          </a:p>
        </p:txBody>
      </p:sp>
      <p:cxnSp>
        <p:nvCxnSpPr>
          <p:cNvPr id="628" name="Google Shape;628;p31"/>
          <p:cNvCxnSpPr/>
          <p:nvPr/>
        </p:nvCxnSpPr>
        <p:spPr>
          <a:xfrm>
            <a:off x="641825" y="2124125"/>
            <a:ext cx="7339500" cy="0"/>
          </a:xfrm>
          <a:prstGeom prst="straightConnector1">
            <a:avLst/>
          </a:prstGeom>
          <a:noFill/>
          <a:ln cap="flat" cmpd="sng" w="19050">
            <a:solidFill>
              <a:schemeClr val="lt1"/>
            </a:solidFill>
            <a:prstDash val="solid"/>
            <a:round/>
            <a:headEnd len="med" w="med" type="oval"/>
            <a:tailEnd len="med" w="med" type="oval"/>
          </a:ln>
        </p:spPr>
      </p:cxnSp>
      <p:cxnSp>
        <p:nvCxnSpPr>
          <p:cNvPr id="629" name="Google Shape;629;p31"/>
          <p:cNvCxnSpPr/>
          <p:nvPr/>
        </p:nvCxnSpPr>
        <p:spPr>
          <a:xfrm>
            <a:off x="641825" y="3562600"/>
            <a:ext cx="7339500" cy="0"/>
          </a:xfrm>
          <a:prstGeom prst="straightConnector1">
            <a:avLst/>
          </a:prstGeom>
          <a:noFill/>
          <a:ln cap="flat" cmpd="sng" w="19050">
            <a:solidFill>
              <a:schemeClr val="lt1"/>
            </a:solidFill>
            <a:prstDash val="solid"/>
            <a:round/>
            <a:headEnd len="med" w="med" type="oval"/>
            <a:tailEnd len="med" w="med" type="oval"/>
          </a:ln>
        </p:spPr>
      </p:cxnSp>
      <p:sp>
        <p:nvSpPr>
          <p:cNvPr id="630" name="Google Shape;630;p31"/>
          <p:cNvSpPr txBox="1"/>
          <p:nvPr/>
        </p:nvSpPr>
        <p:spPr>
          <a:xfrm>
            <a:off x="2376400" y="61850"/>
            <a:ext cx="38739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latin typeface="Viga"/>
                <a:ea typeface="Viga"/>
                <a:cs typeface="Viga"/>
                <a:sym typeface="Viga"/>
              </a:rPr>
              <a:t>Motivation</a:t>
            </a:r>
            <a:endParaRPr b="1" sz="3600">
              <a:latin typeface="Viga"/>
              <a:ea typeface="Viga"/>
              <a:cs typeface="Viga"/>
              <a:sym typeface="Viga"/>
            </a:endParaRPr>
          </a:p>
        </p:txBody>
      </p:sp>
      <p:grpSp>
        <p:nvGrpSpPr>
          <p:cNvPr id="631" name="Google Shape;631;p31"/>
          <p:cNvGrpSpPr/>
          <p:nvPr/>
        </p:nvGrpSpPr>
        <p:grpSpPr>
          <a:xfrm>
            <a:off x="7968392" y="61852"/>
            <a:ext cx="1027598" cy="1089222"/>
            <a:chOff x="5906263" y="1914018"/>
            <a:chExt cx="3526417" cy="3305683"/>
          </a:xfrm>
        </p:grpSpPr>
        <p:sp>
          <p:nvSpPr>
            <p:cNvPr id="632" name="Google Shape;632;p31"/>
            <p:cNvSpPr/>
            <p:nvPr/>
          </p:nvSpPr>
          <p:spPr>
            <a:xfrm>
              <a:off x="7913703" y="4201404"/>
              <a:ext cx="1452695" cy="1018297"/>
            </a:xfrm>
            <a:custGeom>
              <a:rect b="b" l="l" r="r" t="t"/>
              <a:pathLst>
                <a:path extrusionOk="0" h="57596" w="82166">
                  <a:moveTo>
                    <a:pt x="30743" y="0"/>
                  </a:moveTo>
                  <a:lnTo>
                    <a:pt x="26015" y="1773"/>
                  </a:lnTo>
                  <a:cubicBezTo>
                    <a:pt x="26015" y="1773"/>
                    <a:pt x="38809" y="17350"/>
                    <a:pt x="50793" y="31679"/>
                  </a:cubicBezTo>
                  <a:cubicBezTo>
                    <a:pt x="48987" y="31838"/>
                    <a:pt x="47177" y="31941"/>
                    <a:pt x="45406" y="31941"/>
                  </a:cubicBezTo>
                  <a:cubicBezTo>
                    <a:pt x="42293" y="31941"/>
                    <a:pt x="39300" y="31624"/>
                    <a:pt x="36656" y="30742"/>
                  </a:cubicBezTo>
                  <a:cubicBezTo>
                    <a:pt x="24241" y="26603"/>
                    <a:pt x="14190" y="17736"/>
                    <a:pt x="14190" y="17736"/>
                  </a:cubicBezTo>
                  <a:lnTo>
                    <a:pt x="14190" y="17736"/>
                  </a:lnTo>
                  <a:cubicBezTo>
                    <a:pt x="1" y="18918"/>
                    <a:pt x="21284" y="41975"/>
                    <a:pt x="29561" y="48479"/>
                  </a:cubicBezTo>
                  <a:cubicBezTo>
                    <a:pt x="37757" y="54918"/>
                    <a:pt x="44046" y="57596"/>
                    <a:pt x="49730" y="57596"/>
                  </a:cubicBezTo>
                  <a:cubicBezTo>
                    <a:pt x="55542" y="57596"/>
                    <a:pt x="60722" y="54797"/>
                    <a:pt x="66662" y="50359"/>
                  </a:cubicBezTo>
                  <a:cubicBezTo>
                    <a:pt x="68778" y="52771"/>
                    <a:pt x="70303" y="54432"/>
                    <a:pt x="70945" y="54982"/>
                  </a:cubicBezTo>
                  <a:cubicBezTo>
                    <a:pt x="70987" y="55017"/>
                    <a:pt x="71028" y="55052"/>
                    <a:pt x="71070" y="55087"/>
                  </a:cubicBezTo>
                  <a:cubicBezTo>
                    <a:pt x="72181" y="56010"/>
                    <a:pt x="73360" y="56403"/>
                    <a:pt x="74484" y="56403"/>
                  </a:cubicBezTo>
                  <a:cubicBezTo>
                    <a:pt x="78714" y="56403"/>
                    <a:pt x="82165" y="50837"/>
                    <a:pt x="78299" y="47015"/>
                  </a:cubicBezTo>
                  <a:lnTo>
                    <a:pt x="74280" y="43041"/>
                  </a:lnTo>
                  <a:cubicBezTo>
                    <a:pt x="77629" y="38193"/>
                    <a:pt x="76186" y="34620"/>
                    <a:pt x="73311" y="31334"/>
                  </a:cubicBezTo>
                  <a:cubicBezTo>
                    <a:pt x="72333" y="30216"/>
                    <a:pt x="70462" y="29825"/>
                    <a:pt x="68013" y="29825"/>
                  </a:cubicBezTo>
                  <a:cubicBezTo>
                    <a:pt x="66125" y="29825"/>
                    <a:pt x="63893" y="30057"/>
                    <a:pt x="61461" y="30368"/>
                  </a:cubicBezTo>
                  <a:lnTo>
                    <a:pt x="3074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1"/>
            <p:cNvSpPr/>
            <p:nvPr/>
          </p:nvSpPr>
          <p:spPr>
            <a:xfrm>
              <a:off x="5906263" y="1956875"/>
              <a:ext cx="2881239" cy="2667664"/>
            </a:xfrm>
            <a:custGeom>
              <a:rect b="b" l="l" r="r" t="t"/>
              <a:pathLst>
                <a:path extrusionOk="0" h="150886" w="162966">
                  <a:moveTo>
                    <a:pt x="91496" y="1"/>
                  </a:moveTo>
                  <a:cubicBezTo>
                    <a:pt x="91131" y="1"/>
                    <a:pt x="90769" y="47"/>
                    <a:pt x="90421" y="145"/>
                  </a:cubicBezTo>
                  <a:lnTo>
                    <a:pt x="2597" y="24864"/>
                  </a:lnTo>
                  <a:cubicBezTo>
                    <a:pt x="750" y="25384"/>
                    <a:pt x="1" y="27153"/>
                    <a:pt x="925" y="28815"/>
                  </a:cubicBezTo>
                  <a:lnTo>
                    <a:pt x="67528" y="148674"/>
                  </a:lnTo>
                  <a:cubicBezTo>
                    <a:pt x="68278" y="150022"/>
                    <a:pt x="69897" y="150886"/>
                    <a:pt x="71469" y="150886"/>
                  </a:cubicBezTo>
                  <a:cubicBezTo>
                    <a:pt x="71834" y="150886"/>
                    <a:pt x="72197" y="150839"/>
                    <a:pt x="72545" y="150741"/>
                  </a:cubicBezTo>
                  <a:lnTo>
                    <a:pt x="160369" y="126022"/>
                  </a:lnTo>
                  <a:cubicBezTo>
                    <a:pt x="162216" y="125502"/>
                    <a:pt x="162965" y="123734"/>
                    <a:pt x="162041" y="122072"/>
                  </a:cubicBezTo>
                  <a:lnTo>
                    <a:pt x="95438" y="2212"/>
                  </a:lnTo>
                  <a:cubicBezTo>
                    <a:pt x="94688" y="863"/>
                    <a:pt x="93068" y="1"/>
                    <a:pt x="914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31"/>
            <p:cNvSpPr/>
            <p:nvPr/>
          </p:nvSpPr>
          <p:spPr>
            <a:xfrm>
              <a:off x="5907995" y="1951677"/>
              <a:ext cx="2877756" cy="2678078"/>
            </a:xfrm>
            <a:custGeom>
              <a:rect b="b" l="l" r="r" t="t"/>
              <a:pathLst>
                <a:path extrusionOk="0" h="151475" w="162769">
                  <a:moveTo>
                    <a:pt x="91392" y="589"/>
                  </a:moveTo>
                  <a:cubicBezTo>
                    <a:pt x="91396" y="589"/>
                    <a:pt x="91401" y="589"/>
                    <a:pt x="91405" y="589"/>
                  </a:cubicBezTo>
                  <a:cubicBezTo>
                    <a:pt x="92871" y="589"/>
                    <a:pt x="94384" y="1394"/>
                    <a:pt x="95080" y="2650"/>
                  </a:cubicBezTo>
                  <a:lnTo>
                    <a:pt x="161685" y="122510"/>
                  </a:lnTo>
                  <a:cubicBezTo>
                    <a:pt x="162083" y="123227"/>
                    <a:pt x="162152" y="123984"/>
                    <a:pt x="161879" y="124642"/>
                  </a:cubicBezTo>
                  <a:cubicBezTo>
                    <a:pt x="161601" y="125310"/>
                    <a:pt x="161000" y="125803"/>
                    <a:pt x="160190" y="126031"/>
                  </a:cubicBezTo>
                  <a:lnTo>
                    <a:pt x="72367" y="150751"/>
                  </a:lnTo>
                  <a:cubicBezTo>
                    <a:pt x="72043" y="150842"/>
                    <a:pt x="71705" y="150885"/>
                    <a:pt x="71365" y="150885"/>
                  </a:cubicBezTo>
                  <a:cubicBezTo>
                    <a:pt x="69900" y="150885"/>
                    <a:pt x="68386" y="150081"/>
                    <a:pt x="67688" y="148826"/>
                  </a:cubicBezTo>
                  <a:lnTo>
                    <a:pt x="1085" y="28964"/>
                  </a:lnTo>
                  <a:cubicBezTo>
                    <a:pt x="687" y="28247"/>
                    <a:pt x="616" y="27490"/>
                    <a:pt x="891" y="26833"/>
                  </a:cubicBezTo>
                  <a:cubicBezTo>
                    <a:pt x="1169" y="26164"/>
                    <a:pt x="1768" y="25671"/>
                    <a:pt x="2579" y="25443"/>
                  </a:cubicBezTo>
                  <a:lnTo>
                    <a:pt x="90403" y="723"/>
                  </a:lnTo>
                  <a:cubicBezTo>
                    <a:pt x="90725" y="634"/>
                    <a:pt x="91058" y="589"/>
                    <a:pt x="91392" y="589"/>
                  </a:cubicBezTo>
                  <a:close/>
                  <a:moveTo>
                    <a:pt x="91389" y="0"/>
                  </a:moveTo>
                  <a:cubicBezTo>
                    <a:pt x="91000" y="0"/>
                    <a:pt x="90614" y="50"/>
                    <a:pt x="90243" y="154"/>
                  </a:cubicBezTo>
                  <a:lnTo>
                    <a:pt x="2419" y="24874"/>
                  </a:lnTo>
                  <a:cubicBezTo>
                    <a:pt x="1431" y="25152"/>
                    <a:pt x="694" y="25767"/>
                    <a:pt x="344" y="26605"/>
                  </a:cubicBezTo>
                  <a:cubicBezTo>
                    <a:pt x="1" y="27433"/>
                    <a:pt x="80" y="28373"/>
                    <a:pt x="567" y="29251"/>
                  </a:cubicBezTo>
                  <a:lnTo>
                    <a:pt x="67172" y="149114"/>
                  </a:lnTo>
                  <a:cubicBezTo>
                    <a:pt x="67971" y="150551"/>
                    <a:pt x="69705" y="151475"/>
                    <a:pt x="71382" y="151475"/>
                  </a:cubicBezTo>
                  <a:cubicBezTo>
                    <a:pt x="71768" y="151475"/>
                    <a:pt x="72154" y="151423"/>
                    <a:pt x="72526" y="151320"/>
                  </a:cubicBezTo>
                  <a:lnTo>
                    <a:pt x="160350" y="126600"/>
                  </a:lnTo>
                  <a:cubicBezTo>
                    <a:pt x="161339" y="126323"/>
                    <a:pt x="162075" y="125708"/>
                    <a:pt x="162424" y="124869"/>
                  </a:cubicBezTo>
                  <a:cubicBezTo>
                    <a:pt x="162769" y="124042"/>
                    <a:pt x="162690" y="123101"/>
                    <a:pt x="162202" y="122223"/>
                  </a:cubicBezTo>
                  <a:lnTo>
                    <a:pt x="95598" y="2363"/>
                  </a:lnTo>
                  <a:cubicBezTo>
                    <a:pt x="94799" y="925"/>
                    <a:pt x="93066" y="0"/>
                    <a:pt x="913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31"/>
            <p:cNvSpPr/>
            <p:nvPr/>
          </p:nvSpPr>
          <p:spPr>
            <a:xfrm>
              <a:off x="6005854" y="2016916"/>
              <a:ext cx="2662360" cy="2512134"/>
            </a:xfrm>
            <a:custGeom>
              <a:rect b="b" l="l" r="r" t="t"/>
              <a:pathLst>
                <a:path extrusionOk="0" h="142089" w="150586">
                  <a:moveTo>
                    <a:pt x="84908" y="1"/>
                  </a:moveTo>
                  <a:lnTo>
                    <a:pt x="0" y="23900"/>
                  </a:lnTo>
                  <a:lnTo>
                    <a:pt x="65677" y="142089"/>
                  </a:lnTo>
                  <a:lnTo>
                    <a:pt x="150585" y="118190"/>
                  </a:lnTo>
                  <a:lnTo>
                    <a:pt x="8490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31"/>
            <p:cNvSpPr/>
            <p:nvPr/>
          </p:nvSpPr>
          <p:spPr>
            <a:xfrm>
              <a:off x="5998093" y="2010781"/>
              <a:ext cx="2677884" cy="2524439"/>
            </a:xfrm>
            <a:custGeom>
              <a:rect b="b" l="l" r="r" t="t"/>
              <a:pathLst>
                <a:path extrusionOk="0" h="142785" w="151464">
                  <a:moveTo>
                    <a:pt x="85203" y="695"/>
                  </a:moveTo>
                  <a:lnTo>
                    <a:pt x="150583" y="118353"/>
                  </a:lnTo>
                  <a:lnTo>
                    <a:pt x="66261" y="142088"/>
                  </a:lnTo>
                  <a:lnTo>
                    <a:pt x="880" y="24430"/>
                  </a:lnTo>
                  <a:lnTo>
                    <a:pt x="85203" y="695"/>
                  </a:lnTo>
                  <a:close/>
                  <a:moveTo>
                    <a:pt x="85492" y="0"/>
                  </a:moveTo>
                  <a:lnTo>
                    <a:pt x="0" y="24064"/>
                  </a:lnTo>
                  <a:lnTo>
                    <a:pt x="65858" y="142579"/>
                  </a:lnTo>
                  <a:lnTo>
                    <a:pt x="65971" y="142785"/>
                  </a:lnTo>
                  <a:lnTo>
                    <a:pt x="151103" y="118823"/>
                  </a:lnTo>
                  <a:lnTo>
                    <a:pt x="151463" y="118721"/>
                  </a:lnTo>
                  <a:lnTo>
                    <a:pt x="85607" y="206"/>
                  </a:lnTo>
                  <a:lnTo>
                    <a:pt x="85492"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31"/>
            <p:cNvSpPr/>
            <p:nvPr/>
          </p:nvSpPr>
          <p:spPr>
            <a:xfrm>
              <a:off x="7062393" y="2426650"/>
              <a:ext cx="116600" cy="32832"/>
            </a:xfrm>
            <a:custGeom>
              <a:rect b="b" l="l" r="r" t="t"/>
              <a:pathLst>
                <a:path extrusionOk="0" h="1857" w="6595">
                  <a:moveTo>
                    <a:pt x="1" y="1856"/>
                  </a:moveTo>
                  <a:lnTo>
                    <a:pt x="6594"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31"/>
            <p:cNvSpPr/>
            <p:nvPr/>
          </p:nvSpPr>
          <p:spPr>
            <a:xfrm>
              <a:off x="7060944" y="2421717"/>
              <a:ext cx="119446" cy="42821"/>
            </a:xfrm>
            <a:custGeom>
              <a:rect b="b" l="l" r="r" t="t"/>
              <a:pathLst>
                <a:path extrusionOk="0" h="2422" w="6756">
                  <a:moveTo>
                    <a:pt x="6596" y="0"/>
                  </a:moveTo>
                  <a:lnTo>
                    <a:pt x="1" y="1852"/>
                  </a:lnTo>
                  <a:lnTo>
                    <a:pt x="161" y="2421"/>
                  </a:lnTo>
                  <a:lnTo>
                    <a:pt x="6755" y="569"/>
                  </a:lnTo>
                  <a:lnTo>
                    <a:pt x="65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31"/>
            <p:cNvSpPr/>
            <p:nvPr/>
          </p:nvSpPr>
          <p:spPr>
            <a:xfrm>
              <a:off x="6253958" y="2484853"/>
              <a:ext cx="718215" cy="202171"/>
            </a:xfrm>
            <a:custGeom>
              <a:rect b="b" l="l" r="r" t="t"/>
              <a:pathLst>
                <a:path extrusionOk="0" h="11435" w="40623">
                  <a:moveTo>
                    <a:pt x="0" y="11434"/>
                  </a:moveTo>
                  <a:lnTo>
                    <a:pt x="40623"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31"/>
            <p:cNvSpPr/>
            <p:nvPr/>
          </p:nvSpPr>
          <p:spPr>
            <a:xfrm>
              <a:off x="6252473" y="2480061"/>
              <a:ext cx="721132" cy="211859"/>
            </a:xfrm>
            <a:custGeom>
              <a:rect b="b" l="l" r="r" t="t"/>
              <a:pathLst>
                <a:path extrusionOk="0" h="11983" w="40788">
                  <a:moveTo>
                    <a:pt x="40627" y="0"/>
                  </a:moveTo>
                  <a:lnTo>
                    <a:pt x="0" y="11413"/>
                  </a:lnTo>
                  <a:lnTo>
                    <a:pt x="160" y="11982"/>
                  </a:lnTo>
                  <a:lnTo>
                    <a:pt x="40787" y="570"/>
                  </a:lnTo>
                  <a:lnTo>
                    <a:pt x="4062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31"/>
            <p:cNvSpPr/>
            <p:nvPr/>
          </p:nvSpPr>
          <p:spPr>
            <a:xfrm>
              <a:off x="6934532" y="2507819"/>
              <a:ext cx="289545" cy="81522"/>
            </a:xfrm>
            <a:custGeom>
              <a:rect b="b" l="l" r="r" t="t"/>
              <a:pathLst>
                <a:path extrusionOk="0" h="4611" w="16377">
                  <a:moveTo>
                    <a:pt x="1" y="4611"/>
                  </a:moveTo>
                  <a:lnTo>
                    <a:pt x="16377"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31"/>
            <p:cNvSpPr/>
            <p:nvPr/>
          </p:nvSpPr>
          <p:spPr>
            <a:xfrm>
              <a:off x="6933064" y="2502922"/>
              <a:ext cx="292445" cy="91423"/>
            </a:xfrm>
            <a:custGeom>
              <a:rect b="b" l="l" r="r" t="t"/>
              <a:pathLst>
                <a:path extrusionOk="0" h="5171" w="16541">
                  <a:moveTo>
                    <a:pt x="16381" y="0"/>
                  </a:moveTo>
                  <a:lnTo>
                    <a:pt x="1" y="4602"/>
                  </a:lnTo>
                  <a:lnTo>
                    <a:pt x="161" y="5171"/>
                  </a:lnTo>
                  <a:lnTo>
                    <a:pt x="16540" y="570"/>
                  </a:lnTo>
                  <a:lnTo>
                    <a:pt x="1638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31"/>
            <p:cNvSpPr/>
            <p:nvPr/>
          </p:nvSpPr>
          <p:spPr>
            <a:xfrm>
              <a:off x="6490817" y="2611548"/>
              <a:ext cx="364756" cy="102668"/>
            </a:xfrm>
            <a:custGeom>
              <a:rect b="b" l="l" r="r" t="t"/>
              <a:pathLst>
                <a:path extrusionOk="0" h="5807" w="20631">
                  <a:moveTo>
                    <a:pt x="1" y="5807"/>
                  </a:moveTo>
                  <a:lnTo>
                    <a:pt x="20631"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1"/>
            <p:cNvSpPr/>
            <p:nvPr/>
          </p:nvSpPr>
          <p:spPr>
            <a:xfrm>
              <a:off x="6489367" y="2606650"/>
              <a:ext cx="367638" cy="112551"/>
            </a:xfrm>
            <a:custGeom>
              <a:rect b="b" l="l" r="r" t="t"/>
              <a:pathLst>
                <a:path extrusionOk="0" h="6366" w="20794">
                  <a:moveTo>
                    <a:pt x="20634" y="0"/>
                  </a:moveTo>
                  <a:lnTo>
                    <a:pt x="1" y="5797"/>
                  </a:lnTo>
                  <a:lnTo>
                    <a:pt x="161" y="6366"/>
                  </a:lnTo>
                  <a:lnTo>
                    <a:pt x="20793" y="570"/>
                  </a:lnTo>
                  <a:lnTo>
                    <a:pt x="2063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1"/>
            <p:cNvSpPr/>
            <p:nvPr/>
          </p:nvSpPr>
          <p:spPr>
            <a:xfrm>
              <a:off x="6299059" y="2733257"/>
              <a:ext cx="124114" cy="34936"/>
            </a:xfrm>
            <a:custGeom>
              <a:rect b="b" l="l" r="r" t="t"/>
              <a:pathLst>
                <a:path extrusionOk="0" h="1976" w="7020">
                  <a:moveTo>
                    <a:pt x="0" y="1976"/>
                  </a:moveTo>
                  <a:lnTo>
                    <a:pt x="7019"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1"/>
            <p:cNvSpPr/>
            <p:nvPr/>
          </p:nvSpPr>
          <p:spPr>
            <a:xfrm>
              <a:off x="6297610" y="2728289"/>
              <a:ext cx="126942" cy="44960"/>
            </a:xfrm>
            <a:custGeom>
              <a:rect b="b" l="l" r="r" t="t"/>
              <a:pathLst>
                <a:path extrusionOk="0" h="2543" w="7180">
                  <a:moveTo>
                    <a:pt x="7019" y="1"/>
                  </a:moveTo>
                  <a:lnTo>
                    <a:pt x="0" y="1972"/>
                  </a:lnTo>
                  <a:lnTo>
                    <a:pt x="160" y="2543"/>
                  </a:lnTo>
                  <a:lnTo>
                    <a:pt x="7179" y="570"/>
                  </a:lnTo>
                  <a:lnTo>
                    <a:pt x="701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1"/>
            <p:cNvSpPr/>
            <p:nvPr/>
          </p:nvSpPr>
          <p:spPr>
            <a:xfrm>
              <a:off x="6705151" y="2588988"/>
              <a:ext cx="564027" cy="158784"/>
            </a:xfrm>
            <a:custGeom>
              <a:rect b="b" l="l" r="r" t="t"/>
              <a:pathLst>
                <a:path extrusionOk="0" h="8981" w="31902">
                  <a:moveTo>
                    <a:pt x="1" y="8980"/>
                  </a:moveTo>
                  <a:lnTo>
                    <a:pt x="31902"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1"/>
            <p:cNvSpPr/>
            <p:nvPr/>
          </p:nvSpPr>
          <p:spPr>
            <a:xfrm>
              <a:off x="6703666" y="2584161"/>
              <a:ext cx="566962" cy="168543"/>
            </a:xfrm>
            <a:custGeom>
              <a:rect b="b" l="l" r="r" t="t"/>
              <a:pathLst>
                <a:path extrusionOk="0" h="9533" w="32068">
                  <a:moveTo>
                    <a:pt x="31908" y="0"/>
                  </a:moveTo>
                  <a:lnTo>
                    <a:pt x="0" y="8963"/>
                  </a:lnTo>
                  <a:lnTo>
                    <a:pt x="160" y="9533"/>
                  </a:lnTo>
                  <a:lnTo>
                    <a:pt x="32067" y="570"/>
                  </a:lnTo>
                  <a:lnTo>
                    <a:pt x="31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31"/>
            <p:cNvSpPr/>
            <p:nvPr/>
          </p:nvSpPr>
          <p:spPr>
            <a:xfrm>
              <a:off x="6344143" y="2782672"/>
              <a:ext cx="236930" cy="66707"/>
            </a:xfrm>
            <a:custGeom>
              <a:rect b="b" l="l" r="r" t="t"/>
              <a:pathLst>
                <a:path extrusionOk="0" h="3773" w="13401">
                  <a:moveTo>
                    <a:pt x="1" y="3772"/>
                  </a:moveTo>
                  <a:lnTo>
                    <a:pt x="13401"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31"/>
            <p:cNvSpPr/>
            <p:nvPr/>
          </p:nvSpPr>
          <p:spPr>
            <a:xfrm>
              <a:off x="6342711" y="2777757"/>
              <a:ext cx="239741" cy="76625"/>
            </a:xfrm>
            <a:custGeom>
              <a:rect b="b" l="l" r="r" t="t"/>
              <a:pathLst>
                <a:path extrusionOk="0" h="4334" w="13560">
                  <a:moveTo>
                    <a:pt x="13400" y="0"/>
                  </a:moveTo>
                  <a:lnTo>
                    <a:pt x="0" y="3765"/>
                  </a:lnTo>
                  <a:lnTo>
                    <a:pt x="160" y="4334"/>
                  </a:lnTo>
                  <a:lnTo>
                    <a:pt x="13560" y="569"/>
                  </a:lnTo>
                  <a:lnTo>
                    <a:pt x="134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31"/>
            <p:cNvSpPr/>
            <p:nvPr/>
          </p:nvSpPr>
          <p:spPr>
            <a:xfrm>
              <a:off x="7362511" y="2333742"/>
              <a:ext cx="249536" cy="184349"/>
            </a:xfrm>
            <a:custGeom>
              <a:rect b="b" l="l" r="r" t="t"/>
              <a:pathLst>
                <a:path extrusionOk="0" h="10427" w="14114">
                  <a:moveTo>
                    <a:pt x="6072" y="0"/>
                  </a:moveTo>
                  <a:cubicBezTo>
                    <a:pt x="5468" y="0"/>
                    <a:pt x="4869" y="78"/>
                    <a:pt x="4293" y="240"/>
                  </a:cubicBezTo>
                  <a:cubicBezTo>
                    <a:pt x="1240" y="1100"/>
                    <a:pt x="1" y="4023"/>
                    <a:pt x="1528" y="6770"/>
                  </a:cubicBezTo>
                  <a:cubicBezTo>
                    <a:pt x="2766" y="8999"/>
                    <a:pt x="5444" y="10427"/>
                    <a:pt x="8041" y="10427"/>
                  </a:cubicBezTo>
                  <a:cubicBezTo>
                    <a:pt x="8645" y="10427"/>
                    <a:pt x="9245" y="10349"/>
                    <a:pt x="9821" y="10187"/>
                  </a:cubicBezTo>
                  <a:cubicBezTo>
                    <a:pt x="12876" y="9329"/>
                    <a:pt x="14113" y="6404"/>
                    <a:pt x="12587" y="3657"/>
                  </a:cubicBezTo>
                  <a:cubicBezTo>
                    <a:pt x="11348" y="1429"/>
                    <a:pt x="8670" y="0"/>
                    <a:pt x="60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31"/>
            <p:cNvSpPr/>
            <p:nvPr/>
          </p:nvSpPr>
          <p:spPr>
            <a:xfrm>
              <a:off x="7368947" y="2328544"/>
              <a:ext cx="236700" cy="194728"/>
            </a:xfrm>
            <a:custGeom>
              <a:rect b="b" l="l" r="r" t="t"/>
              <a:pathLst>
                <a:path extrusionOk="0" h="11014" w="13388">
                  <a:moveTo>
                    <a:pt x="5698" y="589"/>
                  </a:moveTo>
                  <a:cubicBezTo>
                    <a:pt x="5702" y="589"/>
                    <a:pt x="5707" y="589"/>
                    <a:pt x="5712" y="589"/>
                  </a:cubicBezTo>
                  <a:cubicBezTo>
                    <a:pt x="8205" y="589"/>
                    <a:pt x="10779" y="1960"/>
                    <a:pt x="11965" y="4095"/>
                  </a:cubicBezTo>
                  <a:cubicBezTo>
                    <a:pt x="12654" y="5333"/>
                    <a:pt x="12771" y="6646"/>
                    <a:pt x="12294" y="7788"/>
                  </a:cubicBezTo>
                  <a:cubicBezTo>
                    <a:pt x="11812" y="8948"/>
                    <a:pt x="10775" y="9803"/>
                    <a:pt x="9377" y="10197"/>
                  </a:cubicBezTo>
                  <a:cubicBezTo>
                    <a:pt x="8827" y="10351"/>
                    <a:pt x="8254" y="10425"/>
                    <a:pt x="7676" y="10425"/>
                  </a:cubicBezTo>
                  <a:cubicBezTo>
                    <a:pt x="5185" y="10425"/>
                    <a:pt x="2609" y="9056"/>
                    <a:pt x="1422" y="6921"/>
                  </a:cubicBezTo>
                  <a:cubicBezTo>
                    <a:pt x="734" y="5682"/>
                    <a:pt x="616" y="4369"/>
                    <a:pt x="1092" y="3227"/>
                  </a:cubicBezTo>
                  <a:cubicBezTo>
                    <a:pt x="1576" y="2067"/>
                    <a:pt x="2612" y="1212"/>
                    <a:pt x="4010" y="818"/>
                  </a:cubicBezTo>
                  <a:cubicBezTo>
                    <a:pt x="4560" y="666"/>
                    <a:pt x="5127" y="589"/>
                    <a:pt x="5698" y="589"/>
                  </a:cubicBezTo>
                  <a:close/>
                  <a:moveTo>
                    <a:pt x="5696" y="1"/>
                  </a:moveTo>
                  <a:cubicBezTo>
                    <a:pt x="5069" y="1"/>
                    <a:pt x="4447" y="81"/>
                    <a:pt x="3850" y="249"/>
                  </a:cubicBezTo>
                  <a:cubicBezTo>
                    <a:pt x="2275" y="692"/>
                    <a:pt x="1101" y="1669"/>
                    <a:pt x="547" y="3000"/>
                  </a:cubicBezTo>
                  <a:cubicBezTo>
                    <a:pt x="1" y="4313"/>
                    <a:pt x="128" y="5806"/>
                    <a:pt x="906" y="7208"/>
                  </a:cubicBezTo>
                  <a:cubicBezTo>
                    <a:pt x="2194" y="9526"/>
                    <a:pt x="4988" y="11014"/>
                    <a:pt x="7692" y="11014"/>
                  </a:cubicBezTo>
                  <a:cubicBezTo>
                    <a:pt x="7701" y="11014"/>
                    <a:pt x="7710" y="11014"/>
                    <a:pt x="7720" y="11014"/>
                  </a:cubicBezTo>
                  <a:cubicBezTo>
                    <a:pt x="8334" y="11014"/>
                    <a:pt x="8945" y="10931"/>
                    <a:pt x="9538" y="10766"/>
                  </a:cubicBezTo>
                  <a:cubicBezTo>
                    <a:pt x="11113" y="10323"/>
                    <a:pt x="12286" y="9346"/>
                    <a:pt x="12840" y="8016"/>
                  </a:cubicBezTo>
                  <a:cubicBezTo>
                    <a:pt x="13388" y="6703"/>
                    <a:pt x="13260" y="5208"/>
                    <a:pt x="12483" y="3808"/>
                  </a:cubicBezTo>
                  <a:cubicBezTo>
                    <a:pt x="11193" y="1489"/>
                    <a:pt x="8399" y="1"/>
                    <a:pt x="56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31"/>
            <p:cNvSpPr/>
            <p:nvPr/>
          </p:nvSpPr>
          <p:spPr>
            <a:xfrm>
              <a:off x="6455050" y="3016101"/>
              <a:ext cx="116582" cy="32832"/>
            </a:xfrm>
            <a:custGeom>
              <a:rect b="b" l="l" r="r" t="t"/>
              <a:pathLst>
                <a:path extrusionOk="0" h="1857" w="6594">
                  <a:moveTo>
                    <a:pt x="6594" y="1"/>
                  </a:moveTo>
                  <a:lnTo>
                    <a:pt x="0" y="1857"/>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31"/>
            <p:cNvSpPr/>
            <p:nvPr/>
          </p:nvSpPr>
          <p:spPr>
            <a:xfrm>
              <a:off x="6453600" y="3011133"/>
              <a:ext cx="119411" cy="42839"/>
            </a:xfrm>
            <a:custGeom>
              <a:rect b="b" l="l" r="r" t="t"/>
              <a:pathLst>
                <a:path extrusionOk="0" h="2423" w="6754">
                  <a:moveTo>
                    <a:pt x="6594" y="1"/>
                  </a:moveTo>
                  <a:lnTo>
                    <a:pt x="1" y="1853"/>
                  </a:lnTo>
                  <a:lnTo>
                    <a:pt x="160" y="2422"/>
                  </a:lnTo>
                  <a:lnTo>
                    <a:pt x="6754" y="570"/>
                  </a:lnTo>
                  <a:lnTo>
                    <a:pt x="659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31"/>
            <p:cNvSpPr/>
            <p:nvPr/>
          </p:nvSpPr>
          <p:spPr>
            <a:xfrm>
              <a:off x="6661853" y="2788542"/>
              <a:ext cx="718232" cy="202188"/>
            </a:xfrm>
            <a:custGeom>
              <a:rect b="b" l="l" r="r" t="t"/>
              <a:pathLst>
                <a:path extrusionOk="0" h="11436" w="40624">
                  <a:moveTo>
                    <a:pt x="40623" y="1"/>
                  </a:moveTo>
                  <a:lnTo>
                    <a:pt x="1" y="11435"/>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31"/>
            <p:cNvSpPr/>
            <p:nvPr/>
          </p:nvSpPr>
          <p:spPr>
            <a:xfrm>
              <a:off x="6656407" y="2780869"/>
              <a:ext cx="719099" cy="211506"/>
            </a:xfrm>
            <a:custGeom>
              <a:rect b="b" l="l" r="r" t="t"/>
              <a:pathLst>
                <a:path extrusionOk="0" h="11963" w="40673">
                  <a:moveTo>
                    <a:pt x="40513" y="0"/>
                  </a:moveTo>
                  <a:lnTo>
                    <a:pt x="0" y="11395"/>
                  </a:lnTo>
                  <a:lnTo>
                    <a:pt x="160" y="11962"/>
                  </a:lnTo>
                  <a:lnTo>
                    <a:pt x="40673" y="568"/>
                  </a:lnTo>
                  <a:lnTo>
                    <a:pt x="4051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31"/>
            <p:cNvSpPr/>
            <p:nvPr/>
          </p:nvSpPr>
          <p:spPr>
            <a:xfrm>
              <a:off x="6500169" y="3048579"/>
              <a:ext cx="289545" cy="81505"/>
            </a:xfrm>
            <a:custGeom>
              <a:rect b="b" l="l" r="r" t="t"/>
              <a:pathLst>
                <a:path extrusionOk="0" h="4610" w="16377">
                  <a:moveTo>
                    <a:pt x="16376" y="1"/>
                  </a:moveTo>
                  <a:lnTo>
                    <a:pt x="0" y="461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31"/>
            <p:cNvSpPr/>
            <p:nvPr/>
          </p:nvSpPr>
          <p:spPr>
            <a:xfrm>
              <a:off x="6498684" y="3043682"/>
              <a:ext cx="292427" cy="91423"/>
            </a:xfrm>
            <a:custGeom>
              <a:rect b="b" l="l" r="r" t="t"/>
              <a:pathLst>
                <a:path extrusionOk="0" h="5171" w="16540">
                  <a:moveTo>
                    <a:pt x="16380" y="1"/>
                  </a:moveTo>
                  <a:lnTo>
                    <a:pt x="0" y="4601"/>
                  </a:lnTo>
                  <a:lnTo>
                    <a:pt x="160" y="5170"/>
                  </a:lnTo>
                  <a:lnTo>
                    <a:pt x="16540" y="570"/>
                  </a:lnTo>
                  <a:lnTo>
                    <a:pt x="1638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31"/>
            <p:cNvSpPr/>
            <p:nvPr/>
          </p:nvSpPr>
          <p:spPr>
            <a:xfrm>
              <a:off x="6868656" y="2923688"/>
              <a:ext cx="364756" cy="102703"/>
            </a:xfrm>
            <a:custGeom>
              <a:rect b="b" l="l" r="r" t="t"/>
              <a:pathLst>
                <a:path extrusionOk="0" h="5809" w="20631">
                  <a:moveTo>
                    <a:pt x="20630" y="0"/>
                  </a:moveTo>
                  <a:lnTo>
                    <a:pt x="0" y="5808"/>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31"/>
            <p:cNvSpPr/>
            <p:nvPr/>
          </p:nvSpPr>
          <p:spPr>
            <a:xfrm>
              <a:off x="6867188" y="2918826"/>
              <a:ext cx="367620" cy="112551"/>
            </a:xfrm>
            <a:custGeom>
              <a:rect b="b" l="l" r="r" t="t"/>
              <a:pathLst>
                <a:path extrusionOk="0" h="6366" w="20793">
                  <a:moveTo>
                    <a:pt x="20633" y="1"/>
                  </a:moveTo>
                  <a:lnTo>
                    <a:pt x="0" y="5796"/>
                  </a:lnTo>
                  <a:lnTo>
                    <a:pt x="160" y="6365"/>
                  </a:lnTo>
                  <a:lnTo>
                    <a:pt x="20793" y="570"/>
                  </a:lnTo>
                  <a:lnTo>
                    <a:pt x="206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31"/>
            <p:cNvSpPr/>
            <p:nvPr/>
          </p:nvSpPr>
          <p:spPr>
            <a:xfrm>
              <a:off x="7301091" y="2869729"/>
              <a:ext cx="124078" cy="34936"/>
            </a:xfrm>
            <a:custGeom>
              <a:rect b="b" l="l" r="r" t="t"/>
              <a:pathLst>
                <a:path extrusionOk="0" h="1976" w="7018">
                  <a:moveTo>
                    <a:pt x="7018" y="0"/>
                  </a:moveTo>
                  <a:lnTo>
                    <a:pt x="0" y="197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31"/>
            <p:cNvSpPr/>
            <p:nvPr/>
          </p:nvSpPr>
          <p:spPr>
            <a:xfrm>
              <a:off x="7299659" y="2864672"/>
              <a:ext cx="126942" cy="45031"/>
            </a:xfrm>
            <a:custGeom>
              <a:rect b="b" l="l" r="r" t="t"/>
              <a:pathLst>
                <a:path extrusionOk="0" h="2547" w="7180">
                  <a:moveTo>
                    <a:pt x="7020" y="1"/>
                  </a:moveTo>
                  <a:lnTo>
                    <a:pt x="0" y="1977"/>
                  </a:lnTo>
                  <a:lnTo>
                    <a:pt x="160" y="2546"/>
                  </a:lnTo>
                  <a:lnTo>
                    <a:pt x="7179" y="571"/>
                  </a:lnTo>
                  <a:lnTo>
                    <a:pt x="70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31"/>
            <p:cNvSpPr/>
            <p:nvPr/>
          </p:nvSpPr>
          <p:spPr>
            <a:xfrm>
              <a:off x="6545271" y="3052504"/>
              <a:ext cx="564045" cy="158766"/>
            </a:xfrm>
            <a:custGeom>
              <a:rect b="b" l="l" r="r" t="t"/>
              <a:pathLst>
                <a:path extrusionOk="0" h="8980" w="31903">
                  <a:moveTo>
                    <a:pt x="31902" y="0"/>
                  </a:moveTo>
                  <a:lnTo>
                    <a:pt x="0" y="898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31"/>
            <p:cNvSpPr/>
            <p:nvPr/>
          </p:nvSpPr>
          <p:spPr>
            <a:xfrm>
              <a:off x="6543768" y="3047678"/>
              <a:ext cx="566962" cy="168543"/>
            </a:xfrm>
            <a:custGeom>
              <a:rect b="b" l="l" r="r" t="t"/>
              <a:pathLst>
                <a:path extrusionOk="0" h="9533" w="32068">
                  <a:moveTo>
                    <a:pt x="31908" y="0"/>
                  </a:moveTo>
                  <a:lnTo>
                    <a:pt x="1" y="8963"/>
                  </a:lnTo>
                  <a:lnTo>
                    <a:pt x="161" y="9532"/>
                  </a:lnTo>
                  <a:lnTo>
                    <a:pt x="32068" y="569"/>
                  </a:lnTo>
                  <a:lnTo>
                    <a:pt x="31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31"/>
            <p:cNvSpPr/>
            <p:nvPr/>
          </p:nvSpPr>
          <p:spPr>
            <a:xfrm>
              <a:off x="7233394" y="2950880"/>
              <a:ext cx="236894" cy="66707"/>
            </a:xfrm>
            <a:custGeom>
              <a:rect b="b" l="l" r="r" t="t"/>
              <a:pathLst>
                <a:path extrusionOk="0" h="3773" w="13399">
                  <a:moveTo>
                    <a:pt x="13399" y="1"/>
                  </a:moveTo>
                  <a:lnTo>
                    <a:pt x="0" y="3773"/>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31"/>
            <p:cNvSpPr/>
            <p:nvPr/>
          </p:nvSpPr>
          <p:spPr>
            <a:xfrm>
              <a:off x="7231962" y="2945859"/>
              <a:ext cx="239758" cy="76767"/>
            </a:xfrm>
            <a:custGeom>
              <a:rect b="b" l="l" r="r" t="t"/>
              <a:pathLst>
                <a:path extrusionOk="0" h="4342" w="13561">
                  <a:moveTo>
                    <a:pt x="13399" y="0"/>
                  </a:moveTo>
                  <a:lnTo>
                    <a:pt x="1" y="3772"/>
                  </a:lnTo>
                  <a:lnTo>
                    <a:pt x="161" y="4341"/>
                  </a:lnTo>
                  <a:lnTo>
                    <a:pt x="13560" y="569"/>
                  </a:lnTo>
                  <a:lnTo>
                    <a:pt x="1339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31"/>
            <p:cNvSpPr/>
            <p:nvPr/>
          </p:nvSpPr>
          <p:spPr>
            <a:xfrm>
              <a:off x="7563639" y="2695634"/>
              <a:ext cx="249518" cy="184367"/>
            </a:xfrm>
            <a:custGeom>
              <a:rect b="b" l="l" r="r" t="t"/>
              <a:pathLst>
                <a:path extrusionOk="0" h="10428" w="14113">
                  <a:moveTo>
                    <a:pt x="6071" y="1"/>
                  </a:moveTo>
                  <a:cubicBezTo>
                    <a:pt x="5467" y="1"/>
                    <a:pt x="4868" y="78"/>
                    <a:pt x="4292" y="240"/>
                  </a:cubicBezTo>
                  <a:cubicBezTo>
                    <a:pt x="1238" y="1100"/>
                    <a:pt x="0" y="4023"/>
                    <a:pt x="1526" y="6770"/>
                  </a:cubicBezTo>
                  <a:cubicBezTo>
                    <a:pt x="2765" y="9000"/>
                    <a:pt x="5444" y="10427"/>
                    <a:pt x="8042" y="10427"/>
                  </a:cubicBezTo>
                  <a:cubicBezTo>
                    <a:pt x="8646" y="10427"/>
                    <a:pt x="9245" y="10350"/>
                    <a:pt x="9820" y="10189"/>
                  </a:cubicBezTo>
                  <a:cubicBezTo>
                    <a:pt x="12875" y="9329"/>
                    <a:pt x="14112" y="6405"/>
                    <a:pt x="12585" y="3658"/>
                  </a:cubicBezTo>
                  <a:cubicBezTo>
                    <a:pt x="11347" y="1429"/>
                    <a:pt x="8669" y="1"/>
                    <a:pt x="60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31"/>
            <p:cNvSpPr/>
            <p:nvPr/>
          </p:nvSpPr>
          <p:spPr>
            <a:xfrm>
              <a:off x="7570039" y="2690471"/>
              <a:ext cx="236700" cy="194728"/>
            </a:xfrm>
            <a:custGeom>
              <a:rect b="b" l="l" r="r" t="t"/>
              <a:pathLst>
                <a:path extrusionOk="0" h="11014" w="13388">
                  <a:moveTo>
                    <a:pt x="5686" y="588"/>
                  </a:moveTo>
                  <a:cubicBezTo>
                    <a:pt x="5695" y="588"/>
                    <a:pt x="5704" y="588"/>
                    <a:pt x="5713" y="589"/>
                  </a:cubicBezTo>
                  <a:cubicBezTo>
                    <a:pt x="8205" y="589"/>
                    <a:pt x="10779" y="1958"/>
                    <a:pt x="11964" y="4094"/>
                  </a:cubicBezTo>
                  <a:cubicBezTo>
                    <a:pt x="12654" y="5331"/>
                    <a:pt x="12771" y="6644"/>
                    <a:pt x="12295" y="7786"/>
                  </a:cubicBezTo>
                  <a:cubicBezTo>
                    <a:pt x="11812" y="8946"/>
                    <a:pt x="10777" y="9801"/>
                    <a:pt x="9378" y="10195"/>
                  </a:cubicBezTo>
                  <a:cubicBezTo>
                    <a:pt x="8827" y="10350"/>
                    <a:pt x="8253" y="10424"/>
                    <a:pt x="7675" y="10424"/>
                  </a:cubicBezTo>
                  <a:cubicBezTo>
                    <a:pt x="5184" y="10424"/>
                    <a:pt x="2609" y="9053"/>
                    <a:pt x="1423" y="6919"/>
                  </a:cubicBezTo>
                  <a:cubicBezTo>
                    <a:pt x="735" y="5680"/>
                    <a:pt x="618" y="4368"/>
                    <a:pt x="1094" y="3225"/>
                  </a:cubicBezTo>
                  <a:cubicBezTo>
                    <a:pt x="1576" y="2065"/>
                    <a:pt x="2612" y="1210"/>
                    <a:pt x="4011" y="816"/>
                  </a:cubicBezTo>
                  <a:cubicBezTo>
                    <a:pt x="4556" y="665"/>
                    <a:pt x="5119" y="588"/>
                    <a:pt x="5686" y="588"/>
                  </a:cubicBezTo>
                  <a:close/>
                  <a:moveTo>
                    <a:pt x="5695" y="0"/>
                  </a:moveTo>
                  <a:cubicBezTo>
                    <a:pt x="5068" y="0"/>
                    <a:pt x="4447" y="80"/>
                    <a:pt x="3850" y="249"/>
                  </a:cubicBezTo>
                  <a:cubicBezTo>
                    <a:pt x="2275" y="692"/>
                    <a:pt x="1101" y="1669"/>
                    <a:pt x="547" y="2998"/>
                  </a:cubicBezTo>
                  <a:cubicBezTo>
                    <a:pt x="1" y="4313"/>
                    <a:pt x="128" y="5806"/>
                    <a:pt x="906" y="7207"/>
                  </a:cubicBezTo>
                  <a:cubicBezTo>
                    <a:pt x="2194" y="9525"/>
                    <a:pt x="4989" y="11013"/>
                    <a:pt x="7692" y="11013"/>
                  </a:cubicBezTo>
                  <a:cubicBezTo>
                    <a:pt x="7701" y="11013"/>
                    <a:pt x="7710" y="11013"/>
                    <a:pt x="7719" y="11013"/>
                  </a:cubicBezTo>
                  <a:cubicBezTo>
                    <a:pt x="8335" y="11013"/>
                    <a:pt x="8946" y="10929"/>
                    <a:pt x="9538" y="10765"/>
                  </a:cubicBezTo>
                  <a:cubicBezTo>
                    <a:pt x="11114" y="10322"/>
                    <a:pt x="12286" y="9345"/>
                    <a:pt x="12840" y="8015"/>
                  </a:cubicBezTo>
                  <a:cubicBezTo>
                    <a:pt x="13388" y="6702"/>
                    <a:pt x="13259" y="5208"/>
                    <a:pt x="12483" y="3807"/>
                  </a:cubicBezTo>
                  <a:cubicBezTo>
                    <a:pt x="11194" y="1489"/>
                    <a:pt x="8398" y="0"/>
                    <a:pt x="56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31"/>
            <p:cNvSpPr/>
            <p:nvPr/>
          </p:nvSpPr>
          <p:spPr>
            <a:xfrm>
              <a:off x="7464596" y="3150434"/>
              <a:ext cx="116564" cy="32832"/>
            </a:xfrm>
            <a:custGeom>
              <a:rect b="b" l="l" r="r" t="t"/>
              <a:pathLst>
                <a:path extrusionOk="0" h="1857" w="6593">
                  <a:moveTo>
                    <a:pt x="1" y="1857"/>
                  </a:moveTo>
                  <a:lnTo>
                    <a:pt x="6593"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31"/>
            <p:cNvSpPr/>
            <p:nvPr/>
          </p:nvSpPr>
          <p:spPr>
            <a:xfrm>
              <a:off x="7463270" y="3145183"/>
              <a:ext cx="119393" cy="42962"/>
            </a:xfrm>
            <a:custGeom>
              <a:rect b="b" l="l" r="r" t="t"/>
              <a:pathLst>
                <a:path extrusionOk="0" h="2430" w="6753">
                  <a:moveTo>
                    <a:pt x="6592" y="1"/>
                  </a:moveTo>
                  <a:lnTo>
                    <a:pt x="0" y="1860"/>
                  </a:lnTo>
                  <a:lnTo>
                    <a:pt x="160" y="2429"/>
                  </a:lnTo>
                  <a:lnTo>
                    <a:pt x="6752" y="570"/>
                  </a:lnTo>
                  <a:lnTo>
                    <a:pt x="659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31"/>
            <p:cNvSpPr/>
            <p:nvPr/>
          </p:nvSpPr>
          <p:spPr>
            <a:xfrm>
              <a:off x="6656160" y="3208654"/>
              <a:ext cx="718197" cy="202171"/>
            </a:xfrm>
            <a:custGeom>
              <a:rect b="b" l="l" r="r" t="t"/>
              <a:pathLst>
                <a:path extrusionOk="0" h="11435" w="40622">
                  <a:moveTo>
                    <a:pt x="1" y="11435"/>
                  </a:moveTo>
                  <a:lnTo>
                    <a:pt x="40621"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31"/>
            <p:cNvSpPr/>
            <p:nvPr/>
          </p:nvSpPr>
          <p:spPr>
            <a:xfrm>
              <a:off x="6654639" y="3203881"/>
              <a:ext cx="721150" cy="211842"/>
            </a:xfrm>
            <a:custGeom>
              <a:rect b="b" l="l" r="r" t="t"/>
              <a:pathLst>
                <a:path extrusionOk="0" h="11982" w="40789">
                  <a:moveTo>
                    <a:pt x="40628" y="1"/>
                  </a:moveTo>
                  <a:lnTo>
                    <a:pt x="1" y="11413"/>
                  </a:lnTo>
                  <a:lnTo>
                    <a:pt x="161" y="11982"/>
                  </a:lnTo>
                  <a:lnTo>
                    <a:pt x="40788" y="570"/>
                  </a:lnTo>
                  <a:lnTo>
                    <a:pt x="406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31"/>
            <p:cNvSpPr/>
            <p:nvPr/>
          </p:nvSpPr>
          <p:spPr>
            <a:xfrm>
              <a:off x="7336716" y="3231620"/>
              <a:ext cx="289581" cy="81505"/>
            </a:xfrm>
            <a:custGeom>
              <a:rect b="b" l="l" r="r" t="t"/>
              <a:pathLst>
                <a:path extrusionOk="0" h="4610" w="16379">
                  <a:moveTo>
                    <a:pt x="1" y="4610"/>
                  </a:moveTo>
                  <a:lnTo>
                    <a:pt x="16378"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31"/>
            <p:cNvSpPr/>
            <p:nvPr/>
          </p:nvSpPr>
          <p:spPr>
            <a:xfrm>
              <a:off x="7335319" y="3226599"/>
              <a:ext cx="292392" cy="91565"/>
            </a:xfrm>
            <a:custGeom>
              <a:rect b="b" l="l" r="r" t="t"/>
              <a:pathLst>
                <a:path extrusionOk="0" h="5179" w="16538">
                  <a:moveTo>
                    <a:pt x="16376" y="0"/>
                  </a:moveTo>
                  <a:lnTo>
                    <a:pt x="0" y="4609"/>
                  </a:lnTo>
                  <a:lnTo>
                    <a:pt x="160" y="5178"/>
                  </a:lnTo>
                  <a:lnTo>
                    <a:pt x="16538" y="569"/>
                  </a:lnTo>
                  <a:lnTo>
                    <a:pt x="1637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31"/>
            <p:cNvSpPr/>
            <p:nvPr/>
          </p:nvSpPr>
          <p:spPr>
            <a:xfrm>
              <a:off x="6893019" y="3335331"/>
              <a:ext cx="364774" cy="102703"/>
            </a:xfrm>
            <a:custGeom>
              <a:rect b="b" l="l" r="r" t="t"/>
              <a:pathLst>
                <a:path extrusionOk="0" h="5809" w="20632">
                  <a:moveTo>
                    <a:pt x="1" y="5808"/>
                  </a:moveTo>
                  <a:lnTo>
                    <a:pt x="20631"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31"/>
            <p:cNvSpPr/>
            <p:nvPr/>
          </p:nvSpPr>
          <p:spPr>
            <a:xfrm>
              <a:off x="6891534" y="3330452"/>
              <a:ext cx="367656" cy="112569"/>
            </a:xfrm>
            <a:custGeom>
              <a:rect b="b" l="l" r="r" t="t"/>
              <a:pathLst>
                <a:path extrusionOk="0" h="6367" w="20795">
                  <a:moveTo>
                    <a:pt x="20634" y="1"/>
                  </a:moveTo>
                  <a:lnTo>
                    <a:pt x="0" y="5797"/>
                  </a:lnTo>
                  <a:lnTo>
                    <a:pt x="160" y="6366"/>
                  </a:lnTo>
                  <a:lnTo>
                    <a:pt x="20794" y="571"/>
                  </a:lnTo>
                  <a:lnTo>
                    <a:pt x="206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31"/>
            <p:cNvSpPr/>
            <p:nvPr/>
          </p:nvSpPr>
          <p:spPr>
            <a:xfrm>
              <a:off x="6701262" y="3457040"/>
              <a:ext cx="124114" cy="34953"/>
            </a:xfrm>
            <a:custGeom>
              <a:rect b="b" l="l" r="r" t="t"/>
              <a:pathLst>
                <a:path extrusionOk="0" h="1977" w="7020">
                  <a:moveTo>
                    <a:pt x="0" y="1976"/>
                  </a:moveTo>
                  <a:lnTo>
                    <a:pt x="7019"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31"/>
            <p:cNvSpPr/>
            <p:nvPr/>
          </p:nvSpPr>
          <p:spPr>
            <a:xfrm>
              <a:off x="6699794" y="3452108"/>
              <a:ext cx="126942" cy="44960"/>
            </a:xfrm>
            <a:custGeom>
              <a:rect b="b" l="l" r="r" t="t"/>
              <a:pathLst>
                <a:path extrusionOk="0" h="2543" w="7180">
                  <a:moveTo>
                    <a:pt x="7019" y="0"/>
                  </a:moveTo>
                  <a:lnTo>
                    <a:pt x="0" y="1973"/>
                  </a:lnTo>
                  <a:lnTo>
                    <a:pt x="160" y="2542"/>
                  </a:lnTo>
                  <a:lnTo>
                    <a:pt x="7179" y="571"/>
                  </a:lnTo>
                  <a:lnTo>
                    <a:pt x="701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31"/>
            <p:cNvSpPr/>
            <p:nvPr/>
          </p:nvSpPr>
          <p:spPr>
            <a:xfrm>
              <a:off x="7107336" y="3312772"/>
              <a:ext cx="564045" cy="158802"/>
            </a:xfrm>
            <a:custGeom>
              <a:rect b="b" l="l" r="r" t="t"/>
              <a:pathLst>
                <a:path extrusionOk="0" h="8982" w="31903">
                  <a:moveTo>
                    <a:pt x="1" y="8982"/>
                  </a:moveTo>
                  <a:lnTo>
                    <a:pt x="31903"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31"/>
            <p:cNvSpPr/>
            <p:nvPr/>
          </p:nvSpPr>
          <p:spPr>
            <a:xfrm>
              <a:off x="7105939" y="3307768"/>
              <a:ext cx="566874" cy="168844"/>
            </a:xfrm>
            <a:custGeom>
              <a:rect b="b" l="l" r="r" t="t"/>
              <a:pathLst>
                <a:path extrusionOk="0" h="9550" w="32063">
                  <a:moveTo>
                    <a:pt x="31901" y="1"/>
                  </a:moveTo>
                  <a:lnTo>
                    <a:pt x="0" y="8980"/>
                  </a:lnTo>
                  <a:lnTo>
                    <a:pt x="160" y="9549"/>
                  </a:lnTo>
                  <a:lnTo>
                    <a:pt x="32062" y="570"/>
                  </a:lnTo>
                  <a:lnTo>
                    <a:pt x="3190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31"/>
            <p:cNvSpPr/>
            <p:nvPr/>
          </p:nvSpPr>
          <p:spPr>
            <a:xfrm>
              <a:off x="6746363" y="3506474"/>
              <a:ext cx="236894" cy="66689"/>
            </a:xfrm>
            <a:custGeom>
              <a:rect b="b" l="l" r="r" t="t"/>
              <a:pathLst>
                <a:path extrusionOk="0" h="3772" w="13399">
                  <a:moveTo>
                    <a:pt x="0" y="3772"/>
                  </a:moveTo>
                  <a:lnTo>
                    <a:pt x="13399"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31"/>
            <p:cNvSpPr/>
            <p:nvPr/>
          </p:nvSpPr>
          <p:spPr>
            <a:xfrm>
              <a:off x="6744896" y="3501559"/>
              <a:ext cx="239758" cy="76643"/>
            </a:xfrm>
            <a:custGeom>
              <a:rect b="b" l="l" r="r" t="t"/>
              <a:pathLst>
                <a:path extrusionOk="0" h="4335" w="13561">
                  <a:moveTo>
                    <a:pt x="13401" y="1"/>
                  </a:moveTo>
                  <a:lnTo>
                    <a:pt x="0" y="3765"/>
                  </a:lnTo>
                  <a:lnTo>
                    <a:pt x="160" y="4334"/>
                  </a:lnTo>
                  <a:lnTo>
                    <a:pt x="13561" y="570"/>
                  </a:lnTo>
                  <a:lnTo>
                    <a:pt x="1340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31"/>
            <p:cNvSpPr/>
            <p:nvPr/>
          </p:nvSpPr>
          <p:spPr>
            <a:xfrm>
              <a:off x="7776453" y="3057490"/>
              <a:ext cx="225968" cy="184296"/>
            </a:xfrm>
            <a:custGeom>
              <a:rect b="b" l="l" r="r" t="t"/>
              <a:pathLst>
                <a:path extrusionOk="0" h="10424" w="12781">
                  <a:moveTo>
                    <a:pt x="5404" y="0"/>
                  </a:moveTo>
                  <a:cubicBezTo>
                    <a:pt x="4749" y="0"/>
                    <a:pt x="4111" y="90"/>
                    <a:pt x="3513" y="271"/>
                  </a:cubicBezTo>
                  <a:cubicBezTo>
                    <a:pt x="2062" y="712"/>
                    <a:pt x="973" y="1653"/>
                    <a:pt x="487" y="2891"/>
                  </a:cubicBezTo>
                  <a:cubicBezTo>
                    <a:pt x="1" y="4129"/>
                    <a:pt x="155" y="5560"/>
                    <a:pt x="918" y="6871"/>
                  </a:cubicBezTo>
                  <a:cubicBezTo>
                    <a:pt x="1681" y="8181"/>
                    <a:pt x="2990" y="9263"/>
                    <a:pt x="4556" y="9879"/>
                  </a:cubicBezTo>
                  <a:cubicBezTo>
                    <a:pt x="5477" y="10241"/>
                    <a:pt x="6443" y="10424"/>
                    <a:pt x="7377" y="10424"/>
                  </a:cubicBezTo>
                  <a:cubicBezTo>
                    <a:pt x="8031" y="10424"/>
                    <a:pt x="8670" y="10334"/>
                    <a:pt x="9268" y="10153"/>
                  </a:cubicBezTo>
                  <a:cubicBezTo>
                    <a:pt x="10719" y="9712"/>
                    <a:pt x="11808" y="8771"/>
                    <a:pt x="12294" y="7533"/>
                  </a:cubicBezTo>
                  <a:cubicBezTo>
                    <a:pt x="12781" y="6295"/>
                    <a:pt x="12625" y="4864"/>
                    <a:pt x="11862" y="3553"/>
                  </a:cubicBezTo>
                  <a:cubicBezTo>
                    <a:pt x="11099" y="2243"/>
                    <a:pt x="9791" y="1161"/>
                    <a:pt x="8225" y="545"/>
                  </a:cubicBezTo>
                  <a:cubicBezTo>
                    <a:pt x="7303" y="183"/>
                    <a:pt x="6338" y="0"/>
                    <a:pt x="54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31"/>
            <p:cNvSpPr/>
            <p:nvPr/>
          </p:nvSpPr>
          <p:spPr>
            <a:xfrm>
              <a:off x="7771131" y="3052363"/>
              <a:ext cx="236700" cy="194728"/>
            </a:xfrm>
            <a:custGeom>
              <a:rect b="b" l="l" r="r" t="t"/>
              <a:pathLst>
                <a:path extrusionOk="0" h="11014" w="13388">
                  <a:moveTo>
                    <a:pt x="5685" y="589"/>
                  </a:moveTo>
                  <a:cubicBezTo>
                    <a:pt x="5695" y="589"/>
                    <a:pt x="5704" y="589"/>
                    <a:pt x="5713" y="589"/>
                  </a:cubicBezTo>
                  <a:cubicBezTo>
                    <a:pt x="8204" y="589"/>
                    <a:pt x="10780" y="1958"/>
                    <a:pt x="11966" y="4093"/>
                  </a:cubicBezTo>
                  <a:cubicBezTo>
                    <a:pt x="12655" y="5331"/>
                    <a:pt x="12772" y="6643"/>
                    <a:pt x="12295" y="7786"/>
                  </a:cubicBezTo>
                  <a:cubicBezTo>
                    <a:pt x="11813" y="8946"/>
                    <a:pt x="10777" y="9802"/>
                    <a:pt x="9378" y="10195"/>
                  </a:cubicBezTo>
                  <a:cubicBezTo>
                    <a:pt x="8827" y="10350"/>
                    <a:pt x="8254" y="10424"/>
                    <a:pt x="7676" y="10424"/>
                  </a:cubicBezTo>
                  <a:cubicBezTo>
                    <a:pt x="5184" y="10424"/>
                    <a:pt x="2609" y="9053"/>
                    <a:pt x="1423" y="6919"/>
                  </a:cubicBezTo>
                  <a:cubicBezTo>
                    <a:pt x="735" y="5680"/>
                    <a:pt x="618" y="4368"/>
                    <a:pt x="1094" y="3225"/>
                  </a:cubicBezTo>
                  <a:cubicBezTo>
                    <a:pt x="1577" y="2067"/>
                    <a:pt x="2613" y="1211"/>
                    <a:pt x="4011" y="818"/>
                  </a:cubicBezTo>
                  <a:cubicBezTo>
                    <a:pt x="4557" y="665"/>
                    <a:pt x="5119" y="589"/>
                    <a:pt x="5685" y="589"/>
                  </a:cubicBezTo>
                  <a:close/>
                  <a:moveTo>
                    <a:pt x="5697" y="0"/>
                  </a:moveTo>
                  <a:cubicBezTo>
                    <a:pt x="5070" y="0"/>
                    <a:pt x="4448" y="80"/>
                    <a:pt x="3851" y="249"/>
                  </a:cubicBezTo>
                  <a:cubicBezTo>
                    <a:pt x="2275" y="692"/>
                    <a:pt x="1102" y="1669"/>
                    <a:pt x="548" y="2998"/>
                  </a:cubicBezTo>
                  <a:cubicBezTo>
                    <a:pt x="1" y="4312"/>
                    <a:pt x="128" y="5806"/>
                    <a:pt x="906" y="7206"/>
                  </a:cubicBezTo>
                  <a:cubicBezTo>
                    <a:pt x="2195" y="9525"/>
                    <a:pt x="4989" y="11013"/>
                    <a:pt x="7693" y="11013"/>
                  </a:cubicBezTo>
                  <a:cubicBezTo>
                    <a:pt x="7698" y="11013"/>
                    <a:pt x="7703" y="11013"/>
                    <a:pt x="7707" y="11013"/>
                  </a:cubicBezTo>
                  <a:cubicBezTo>
                    <a:pt x="8326" y="11013"/>
                    <a:pt x="8942" y="10930"/>
                    <a:pt x="9539" y="10765"/>
                  </a:cubicBezTo>
                  <a:cubicBezTo>
                    <a:pt x="11114" y="10321"/>
                    <a:pt x="12287" y="9344"/>
                    <a:pt x="12841" y="8014"/>
                  </a:cubicBezTo>
                  <a:cubicBezTo>
                    <a:pt x="13388" y="6701"/>
                    <a:pt x="13261" y="5207"/>
                    <a:pt x="12483" y="3807"/>
                  </a:cubicBezTo>
                  <a:cubicBezTo>
                    <a:pt x="11194" y="1489"/>
                    <a:pt x="8400" y="0"/>
                    <a:pt x="56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31"/>
            <p:cNvSpPr/>
            <p:nvPr/>
          </p:nvSpPr>
          <p:spPr>
            <a:xfrm>
              <a:off x="6857252" y="3739903"/>
              <a:ext cx="116582" cy="32814"/>
            </a:xfrm>
            <a:custGeom>
              <a:rect b="b" l="l" r="r" t="t"/>
              <a:pathLst>
                <a:path extrusionOk="0" h="1856" w="6594">
                  <a:moveTo>
                    <a:pt x="6594" y="0"/>
                  </a:moveTo>
                  <a:lnTo>
                    <a:pt x="1" y="185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31"/>
            <p:cNvSpPr/>
            <p:nvPr/>
          </p:nvSpPr>
          <p:spPr>
            <a:xfrm>
              <a:off x="6855785" y="3734952"/>
              <a:ext cx="119411" cy="42821"/>
            </a:xfrm>
            <a:custGeom>
              <a:rect b="b" l="l" r="r" t="t"/>
              <a:pathLst>
                <a:path extrusionOk="0" h="2422" w="6754">
                  <a:moveTo>
                    <a:pt x="6594" y="1"/>
                  </a:moveTo>
                  <a:lnTo>
                    <a:pt x="0" y="1853"/>
                  </a:lnTo>
                  <a:lnTo>
                    <a:pt x="160" y="2422"/>
                  </a:lnTo>
                  <a:lnTo>
                    <a:pt x="6754" y="570"/>
                  </a:lnTo>
                  <a:lnTo>
                    <a:pt x="659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31"/>
            <p:cNvSpPr/>
            <p:nvPr/>
          </p:nvSpPr>
          <p:spPr>
            <a:xfrm>
              <a:off x="7064073" y="3512344"/>
              <a:ext cx="718215" cy="202171"/>
            </a:xfrm>
            <a:custGeom>
              <a:rect b="b" l="l" r="r" t="t"/>
              <a:pathLst>
                <a:path extrusionOk="0" h="11435" w="40623">
                  <a:moveTo>
                    <a:pt x="40622" y="0"/>
                  </a:moveTo>
                  <a:lnTo>
                    <a:pt x="0" y="11435"/>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31"/>
            <p:cNvSpPr/>
            <p:nvPr/>
          </p:nvSpPr>
          <p:spPr>
            <a:xfrm>
              <a:off x="7062659" y="3507305"/>
              <a:ext cx="721043" cy="212248"/>
            </a:xfrm>
            <a:custGeom>
              <a:rect b="b" l="l" r="r" t="t"/>
              <a:pathLst>
                <a:path extrusionOk="0" h="12005" w="40783">
                  <a:moveTo>
                    <a:pt x="40622" y="1"/>
                  </a:moveTo>
                  <a:lnTo>
                    <a:pt x="1" y="11435"/>
                  </a:lnTo>
                  <a:lnTo>
                    <a:pt x="161" y="12004"/>
                  </a:lnTo>
                  <a:lnTo>
                    <a:pt x="40783" y="570"/>
                  </a:lnTo>
                  <a:lnTo>
                    <a:pt x="4062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31"/>
            <p:cNvSpPr/>
            <p:nvPr/>
          </p:nvSpPr>
          <p:spPr>
            <a:xfrm>
              <a:off x="6902354" y="3772399"/>
              <a:ext cx="289563" cy="81505"/>
            </a:xfrm>
            <a:custGeom>
              <a:rect b="b" l="l" r="r" t="t"/>
              <a:pathLst>
                <a:path extrusionOk="0" h="4610" w="16378">
                  <a:moveTo>
                    <a:pt x="16378" y="0"/>
                  </a:moveTo>
                  <a:lnTo>
                    <a:pt x="0" y="4609"/>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31"/>
            <p:cNvSpPr/>
            <p:nvPr/>
          </p:nvSpPr>
          <p:spPr>
            <a:xfrm>
              <a:off x="6900851" y="3767501"/>
              <a:ext cx="292445" cy="91441"/>
            </a:xfrm>
            <a:custGeom>
              <a:rect b="b" l="l" r="r" t="t"/>
              <a:pathLst>
                <a:path extrusionOk="0" h="5172" w="16541">
                  <a:moveTo>
                    <a:pt x="16381" y="0"/>
                  </a:moveTo>
                  <a:lnTo>
                    <a:pt x="1" y="4601"/>
                  </a:lnTo>
                  <a:lnTo>
                    <a:pt x="161" y="5171"/>
                  </a:lnTo>
                  <a:lnTo>
                    <a:pt x="16541" y="569"/>
                  </a:lnTo>
                  <a:lnTo>
                    <a:pt x="1638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31"/>
            <p:cNvSpPr/>
            <p:nvPr/>
          </p:nvSpPr>
          <p:spPr>
            <a:xfrm>
              <a:off x="7270858" y="3647489"/>
              <a:ext cx="364756" cy="102685"/>
            </a:xfrm>
            <a:custGeom>
              <a:rect b="b" l="l" r="r" t="t"/>
              <a:pathLst>
                <a:path extrusionOk="0" h="5808" w="20631">
                  <a:moveTo>
                    <a:pt x="20631" y="1"/>
                  </a:moveTo>
                  <a:lnTo>
                    <a:pt x="0" y="5807"/>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31"/>
            <p:cNvSpPr/>
            <p:nvPr/>
          </p:nvSpPr>
          <p:spPr>
            <a:xfrm>
              <a:off x="7269461" y="3642468"/>
              <a:ext cx="367585" cy="112728"/>
            </a:xfrm>
            <a:custGeom>
              <a:rect b="b" l="l" r="r" t="t"/>
              <a:pathLst>
                <a:path extrusionOk="0" h="6376" w="20791">
                  <a:moveTo>
                    <a:pt x="20629" y="0"/>
                  </a:moveTo>
                  <a:lnTo>
                    <a:pt x="0" y="5807"/>
                  </a:lnTo>
                  <a:lnTo>
                    <a:pt x="160" y="6376"/>
                  </a:lnTo>
                  <a:lnTo>
                    <a:pt x="20790" y="569"/>
                  </a:lnTo>
                  <a:lnTo>
                    <a:pt x="2062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31"/>
            <p:cNvSpPr/>
            <p:nvPr/>
          </p:nvSpPr>
          <p:spPr>
            <a:xfrm>
              <a:off x="7703293" y="3593512"/>
              <a:ext cx="124078" cy="34953"/>
            </a:xfrm>
            <a:custGeom>
              <a:rect b="b" l="l" r="r" t="t"/>
              <a:pathLst>
                <a:path extrusionOk="0" h="1977" w="7018">
                  <a:moveTo>
                    <a:pt x="7018" y="1"/>
                  </a:moveTo>
                  <a:lnTo>
                    <a:pt x="0" y="197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31"/>
            <p:cNvSpPr/>
            <p:nvPr/>
          </p:nvSpPr>
          <p:spPr>
            <a:xfrm>
              <a:off x="7701967" y="3588244"/>
              <a:ext cx="126925" cy="45066"/>
            </a:xfrm>
            <a:custGeom>
              <a:rect b="b" l="l" r="r" t="t"/>
              <a:pathLst>
                <a:path extrusionOk="0" h="2549" w="7179">
                  <a:moveTo>
                    <a:pt x="7019" y="0"/>
                  </a:moveTo>
                  <a:lnTo>
                    <a:pt x="1" y="1980"/>
                  </a:lnTo>
                  <a:lnTo>
                    <a:pt x="162" y="2549"/>
                  </a:lnTo>
                  <a:lnTo>
                    <a:pt x="7179" y="569"/>
                  </a:lnTo>
                  <a:lnTo>
                    <a:pt x="701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31"/>
            <p:cNvSpPr/>
            <p:nvPr/>
          </p:nvSpPr>
          <p:spPr>
            <a:xfrm>
              <a:off x="6947473" y="3776288"/>
              <a:ext cx="564045" cy="158766"/>
            </a:xfrm>
            <a:custGeom>
              <a:rect b="b" l="l" r="r" t="t"/>
              <a:pathLst>
                <a:path extrusionOk="0" h="8980" w="31903">
                  <a:moveTo>
                    <a:pt x="31903" y="1"/>
                  </a:moveTo>
                  <a:lnTo>
                    <a:pt x="0" y="898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31"/>
            <p:cNvSpPr/>
            <p:nvPr/>
          </p:nvSpPr>
          <p:spPr>
            <a:xfrm>
              <a:off x="6946041" y="3771267"/>
              <a:ext cx="566874" cy="168826"/>
            </a:xfrm>
            <a:custGeom>
              <a:rect b="b" l="l" r="r" t="t"/>
              <a:pathLst>
                <a:path extrusionOk="0" h="9549" w="32063">
                  <a:moveTo>
                    <a:pt x="31903" y="0"/>
                  </a:moveTo>
                  <a:lnTo>
                    <a:pt x="1" y="8979"/>
                  </a:lnTo>
                  <a:lnTo>
                    <a:pt x="161" y="9548"/>
                  </a:lnTo>
                  <a:lnTo>
                    <a:pt x="32063" y="569"/>
                  </a:lnTo>
                  <a:lnTo>
                    <a:pt x="3190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31"/>
            <p:cNvSpPr/>
            <p:nvPr/>
          </p:nvSpPr>
          <p:spPr>
            <a:xfrm>
              <a:off x="7635579" y="3674699"/>
              <a:ext cx="236930" cy="66689"/>
            </a:xfrm>
            <a:custGeom>
              <a:rect b="b" l="l" r="r" t="t"/>
              <a:pathLst>
                <a:path extrusionOk="0" h="3772" w="13401">
                  <a:moveTo>
                    <a:pt x="13400" y="0"/>
                  </a:moveTo>
                  <a:lnTo>
                    <a:pt x="0" y="377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31"/>
            <p:cNvSpPr/>
            <p:nvPr/>
          </p:nvSpPr>
          <p:spPr>
            <a:xfrm>
              <a:off x="7634288" y="3669377"/>
              <a:ext cx="239723" cy="76873"/>
            </a:xfrm>
            <a:custGeom>
              <a:rect b="b" l="l" r="r" t="t"/>
              <a:pathLst>
                <a:path extrusionOk="0" h="4348" w="13559">
                  <a:moveTo>
                    <a:pt x="13397" y="0"/>
                  </a:moveTo>
                  <a:lnTo>
                    <a:pt x="0" y="3779"/>
                  </a:lnTo>
                  <a:lnTo>
                    <a:pt x="161" y="4348"/>
                  </a:lnTo>
                  <a:lnTo>
                    <a:pt x="13559" y="570"/>
                  </a:lnTo>
                  <a:lnTo>
                    <a:pt x="1339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1"/>
            <p:cNvSpPr/>
            <p:nvPr/>
          </p:nvSpPr>
          <p:spPr>
            <a:xfrm>
              <a:off x="7965841" y="3419453"/>
              <a:ext cx="249518" cy="184349"/>
            </a:xfrm>
            <a:custGeom>
              <a:rect b="b" l="l" r="r" t="t"/>
              <a:pathLst>
                <a:path extrusionOk="0" h="10427" w="14113">
                  <a:moveTo>
                    <a:pt x="6072" y="0"/>
                  </a:moveTo>
                  <a:cubicBezTo>
                    <a:pt x="5468" y="0"/>
                    <a:pt x="4869" y="77"/>
                    <a:pt x="4292" y="239"/>
                  </a:cubicBezTo>
                  <a:cubicBezTo>
                    <a:pt x="1238" y="1098"/>
                    <a:pt x="0" y="4023"/>
                    <a:pt x="1526" y="6770"/>
                  </a:cubicBezTo>
                  <a:cubicBezTo>
                    <a:pt x="2764" y="8998"/>
                    <a:pt x="5443" y="10426"/>
                    <a:pt x="8041" y="10426"/>
                  </a:cubicBezTo>
                  <a:cubicBezTo>
                    <a:pt x="8644" y="10426"/>
                    <a:pt x="9244" y="10349"/>
                    <a:pt x="9819" y="10187"/>
                  </a:cubicBezTo>
                  <a:cubicBezTo>
                    <a:pt x="12874" y="9327"/>
                    <a:pt x="14113" y="6404"/>
                    <a:pt x="12585" y="3656"/>
                  </a:cubicBezTo>
                  <a:cubicBezTo>
                    <a:pt x="11347" y="1427"/>
                    <a:pt x="8670" y="0"/>
                    <a:pt x="60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1"/>
            <p:cNvSpPr/>
            <p:nvPr/>
          </p:nvSpPr>
          <p:spPr>
            <a:xfrm>
              <a:off x="7972224" y="3414255"/>
              <a:ext cx="236735" cy="194728"/>
            </a:xfrm>
            <a:custGeom>
              <a:rect b="b" l="l" r="r" t="t"/>
              <a:pathLst>
                <a:path extrusionOk="0" h="11014" w="13390">
                  <a:moveTo>
                    <a:pt x="5685" y="589"/>
                  </a:moveTo>
                  <a:cubicBezTo>
                    <a:pt x="5695" y="589"/>
                    <a:pt x="5704" y="589"/>
                    <a:pt x="5713" y="589"/>
                  </a:cubicBezTo>
                  <a:cubicBezTo>
                    <a:pt x="8206" y="589"/>
                    <a:pt x="10780" y="1959"/>
                    <a:pt x="11966" y="4094"/>
                  </a:cubicBezTo>
                  <a:cubicBezTo>
                    <a:pt x="12656" y="5333"/>
                    <a:pt x="12773" y="6645"/>
                    <a:pt x="12297" y="7787"/>
                  </a:cubicBezTo>
                  <a:cubicBezTo>
                    <a:pt x="11814" y="8947"/>
                    <a:pt x="10778" y="9802"/>
                    <a:pt x="9380" y="10196"/>
                  </a:cubicBezTo>
                  <a:cubicBezTo>
                    <a:pt x="8829" y="10352"/>
                    <a:pt x="8255" y="10426"/>
                    <a:pt x="7677" y="10426"/>
                  </a:cubicBezTo>
                  <a:cubicBezTo>
                    <a:pt x="5185" y="10426"/>
                    <a:pt x="2610" y="9054"/>
                    <a:pt x="1425" y="6919"/>
                  </a:cubicBezTo>
                  <a:cubicBezTo>
                    <a:pt x="736" y="5680"/>
                    <a:pt x="619" y="4368"/>
                    <a:pt x="1095" y="3226"/>
                  </a:cubicBezTo>
                  <a:cubicBezTo>
                    <a:pt x="1577" y="2067"/>
                    <a:pt x="2613" y="1211"/>
                    <a:pt x="4012" y="818"/>
                  </a:cubicBezTo>
                  <a:cubicBezTo>
                    <a:pt x="4557" y="666"/>
                    <a:pt x="5121" y="589"/>
                    <a:pt x="5685" y="589"/>
                  </a:cubicBezTo>
                  <a:close/>
                  <a:moveTo>
                    <a:pt x="5697" y="0"/>
                  </a:moveTo>
                  <a:cubicBezTo>
                    <a:pt x="5070" y="0"/>
                    <a:pt x="4448" y="81"/>
                    <a:pt x="3851" y="249"/>
                  </a:cubicBezTo>
                  <a:cubicBezTo>
                    <a:pt x="2276" y="692"/>
                    <a:pt x="1102" y="1669"/>
                    <a:pt x="548" y="2999"/>
                  </a:cubicBezTo>
                  <a:cubicBezTo>
                    <a:pt x="1" y="4312"/>
                    <a:pt x="129" y="5806"/>
                    <a:pt x="906" y="7207"/>
                  </a:cubicBezTo>
                  <a:cubicBezTo>
                    <a:pt x="2195" y="9525"/>
                    <a:pt x="4989" y="11013"/>
                    <a:pt x="7693" y="11013"/>
                  </a:cubicBezTo>
                  <a:cubicBezTo>
                    <a:pt x="7698" y="11013"/>
                    <a:pt x="7703" y="11014"/>
                    <a:pt x="7707" y="11014"/>
                  </a:cubicBezTo>
                  <a:cubicBezTo>
                    <a:pt x="8326" y="11014"/>
                    <a:pt x="8943" y="10930"/>
                    <a:pt x="9539" y="10765"/>
                  </a:cubicBezTo>
                  <a:cubicBezTo>
                    <a:pt x="11114" y="10322"/>
                    <a:pt x="12287" y="9345"/>
                    <a:pt x="12841" y="8015"/>
                  </a:cubicBezTo>
                  <a:cubicBezTo>
                    <a:pt x="13389" y="6701"/>
                    <a:pt x="13261" y="5207"/>
                    <a:pt x="12483" y="3807"/>
                  </a:cubicBezTo>
                  <a:cubicBezTo>
                    <a:pt x="11194" y="1488"/>
                    <a:pt x="8399" y="0"/>
                    <a:pt x="56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1"/>
            <p:cNvSpPr/>
            <p:nvPr/>
          </p:nvSpPr>
          <p:spPr>
            <a:xfrm>
              <a:off x="7866780" y="3874235"/>
              <a:ext cx="116600" cy="32832"/>
            </a:xfrm>
            <a:custGeom>
              <a:rect b="b" l="l" r="r" t="t"/>
              <a:pathLst>
                <a:path extrusionOk="0" h="1857" w="6595">
                  <a:moveTo>
                    <a:pt x="1" y="1856"/>
                  </a:moveTo>
                  <a:lnTo>
                    <a:pt x="6594"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1"/>
            <p:cNvSpPr/>
            <p:nvPr/>
          </p:nvSpPr>
          <p:spPr>
            <a:xfrm>
              <a:off x="7865490" y="3868949"/>
              <a:ext cx="119428" cy="42962"/>
            </a:xfrm>
            <a:custGeom>
              <a:rect b="b" l="l" r="r" t="t"/>
              <a:pathLst>
                <a:path extrusionOk="0" h="2430" w="6755">
                  <a:moveTo>
                    <a:pt x="6593" y="1"/>
                  </a:moveTo>
                  <a:lnTo>
                    <a:pt x="1" y="1859"/>
                  </a:lnTo>
                  <a:lnTo>
                    <a:pt x="162" y="2429"/>
                  </a:lnTo>
                  <a:lnTo>
                    <a:pt x="6754" y="570"/>
                  </a:lnTo>
                  <a:lnTo>
                    <a:pt x="659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1"/>
            <p:cNvSpPr/>
            <p:nvPr/>
          </p:nvSpPr>
          <p:spPr>
            <a:xfrm>
              <a:off x="7058345" y="3932456"/>
              <a:ext cx="718215" cy="202153"/>
            </a:xfrm>
            <a:custGeom>
              <a:rect b="b" l="l" r="r" t="t"/>
              <a:pathLst>
                <a:path extrusionOk="0" h="11434" w="40623">
                  <a:moveTo>
                    <a:pt x="0" y="11434"/>
                  </a:moveTo>
                  <a:lnTo>
                    <a:pt x="40623"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1"/>
            <p:cNvSpPr/>
            <p:nvPr/>
          </p:nvSpPr>
          <p:spPr>
            <a:xfrm>
              <a:off x="7056948" y="3927435"/>
              <a:ext cx="721043" cy="212213"/>
            </a:xfrm>
            <a:custGeom>
              <a:rect b="b" l="l" r="r" t="t"/>
              <a:pathLst>
                <a:path extrusionOk="0" h="12003" w="40783">
                  <a:moveTo>
                    <a:pt x="40621" y="0"/>
                  </a:moveTo>
                  <a:lnTo>
                    <a:pt x="0" y="11433"/>
                  </a:lnTo>
                  <a:lnTo>
                    <a:pt x="160" y="12003"/>
                  </a:lnTo>
                  <a:lnTo>
                    <a:pt x="40782" y="569"/>
                  </a:lnTo>
                  <a:lnTo>
                    <a:pt x="4062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1"/>
            <p:cNvSpPr/>
            <p:nvPr/>
          </p:nvSpPr>
          <p:spPr>
            <a:xfrm>
              <a:off x="7738919" y="3955404"/>
              <a:ext cx="289581" cy="81522"/>
            </a:xfrm>
            <a:custGeom>
              <a:rect b="b" l="l" r="r" t="t"/>
              <a:pathLst>
                <a:path extrusionOk="0" h="4611" w="16379">
                  <a:moveTo>
                    <a:pt x="1" y="4610"/>
                  </a:moveTo>
                  <a:lnTo>
                    <a:pt x="16378"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31"/>
            <p:cNvSpPr/>
            <p:nvPr/>
          </p:nvSpPr>
          <p:spPr>
            <a:xfrm>
              <a:off x="7728417" y="3947784"/>
              <a:ext cx="291579" cy="91246"/>
            </a:xfrm>
            <a:custGeom>
              <a:rect b="b" l="l" r="r" t="t"/>
              <a:pathLst>
                <a:path extrusionOk="0" h="5161" w="16492">
                  <a:moveTo>
                    <a:pt x="16333" y="0"/>
                  </a:moveTo>
                  <a:lnTo>
                    <a:pt x="1" y="4593"/>
                  </a:lnTo>
                  <a:lnTo>
                    <a:pt x="159" y="5161"/>
                  </a:lnTo>
                  <a:lnTo>
                    <a:pt x="16491" y="568"/>
                  </a:lnTo>
                  <a:lnTo>
                    <a:pt x="1633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31"/>
            <p:cNvSpPr/>
            <p:nvPr/>
          </p:nvSpPr>
          <p:spPr>
            <a:xfrm>
              <a:off x="7295221" y="4059133"/>
              <a:ext cx="364774" cy="102685"/>
            </a:xfrm>
            <a:custGeom>
              <a:rect b="b" l="l" r="r" t="t"/>
              <a:pathLst>
                <a:path extrusionOk="0" h="5808" w="20632">
                  <a:moveTo>
                    <a:pt x="1" y="5808"/>
                  </a:moveTo>
                  <a:lnTo>
                    <a:pt x="20631"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31"/>
            <p:cNvSpPr/>
            <p:nvPr/>
          </p:nvSpPr>
          <p:spPr>
            <a:xfrm>
              <a:off x="7293807" y="4054112"/>
              <a:ext cx="367603" cy="112745"/>
            </a:xfrm>
            <a:custGeom>
              <a:rect b="b" l="l" r="r" t="t"/>
              <a:pathLst>
                <a:path extrusionOk="0" h="6377" w="20792">
                  <a:moveTo>
                    <a:pt x="20631" y="0"/>
                  </a:moveTo>
                  <a:lnTo>
                    <a:pt x="0" y="5807"/>
                  </a:lnTo>
                  <a:lnTo>
                    <a:pt x="160" y="6376"/>
                  </a:lnTo>
                  <a:lnTo>
                    <a:pt x="20792" y="569"/>
                  </a:lnTo>
                  <a:lnTo>
                    <a:pt x="206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31"/>
            <p:cNvSpPr/>
            <p:nvPr/>
          </p:nvSpPr>
          <p:spPr>
            <a:xfrm>
              <a:off x="7103464" y="4180860"/>
              <a:ext cx="124096" cy="34936"/>
            </a:xfrm>
            <a:custGeom>
              <a:rect b="b" l="l" r="r" t="t"/>
              <a:pathLst>
                <a:path extrusionOk="0" h="1976" w="7019">
                  <a:moveTo>
                    <a:pt x="1" y="1976"/>
                  </a:moveTo>
                  <a:lnTo>
                    <a:pt x="7018"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1"/>
            <p:cNvSpPr/>
            <p:nvPr/>
          </p:nvSpPr>
          <p:spPr>
            <a:xfrm>
              <a:off x="7101979" y="4175927"/>
              <a:ext cx="126942" cy="44943"/>
            </a:xfrm>
            <a:custGeom>
              <a:rect b="b" l="l" r="r" t="t"/>
              <a:pathLst>
                <a:path extrusionOk="0" h="2542" w="7180">
                  <a:moveTo>
                    <a:pt x="7019" y="1"/>
                  </a:moveTo>
                  <a:lnTo>
                    <a:pt x="0" y="1973"/>
                  </a:lnTo>
                  <a:lnTo>
                    <a:pt x="160" y="2542"/>
                  </a:lnTo>
                  <a:lnTo>
                    <a:pt x="7179" y="570"/>
                  </a:lnTo>
                  <a:lnTo>
                    <a:pt x="701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1"/>
            <p:cNvSpPr/>
            <p:nvPr/>
          </p:nvSpPr>
          <p:spPr>
            <a:xfrm>
              <a:off x="7509538" y="4036591"/>
              <a:ext cx="564045" cy="158766"/>
            </a:xfrm>
            <a:custGeom>
              <a:rect b="b" l="l" r="r" t="t"/>
              <a:pathLst>
                <a:path extrusionOk="0" h="8980" w="31903">
                  <a:moveTo>
                    <a:pt x="1" y="8980"/>
                  </a:moveTo>
                  <a:lnTo>
                    <a:pt x="31903"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1"/>
            <p:cNvSpPr/>
            <p:nvPr/>
          </p:nvSpPr>
          <p:spPr>
            <a:xfrm>
              <a:off x="7499461" y="4028670"/>
              <a:ext cx="565336" cy="168243"/>
            </a:xfrm>
            <a:custGeom>
              <a:rect b="b" l="l" r="r" t="t"/>
              <a:pathLst>
                <a:path extrusionOk="0" h="9516" w="31976">
                  <a:moveTo>
                    <a:pt x="31816" y="0"/>
                  </a:moveTo>
                  <a:lnTo>
                    <a:pt x="0" y="8948"/>
                  </a:lnTo>
                  <a:lnTo>
                    <a:pt x="160" y="9516"/>
                  </a:lnTo>
                  <a:lnTo>
                    <a:pt x="31976" y="568"/>
                  </a:lnTo>
                  <a:lnTo>
                    <a:pt x="318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31"/>
            <p:cNvSpPr/>
            <p:nvPr/>
          </p:nvSpPr>
          <p:spPr>
            <a:xfrm>
              <a:off x="7148566" y="4230275"/>
              <a:ext cx="236894" cy="66707"/>
            </a:xfrm>
            <a:custGeom>
              <a:rect b="b" l="l" r="r" t="t"/>
              <a:pathLst>
                <a:path extrusionOk="0" h="3773" w="13399">
                  <a:moveTo>
                    <a:pt x="0" y="3772"/>
                  </a:moveTo>
                  <a:lnTo>
                    <a:pt x="13399"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31"/>
            <p:cNvSpPr/>
            <p:nvPr/>
          </p:nvSpPr>
          <p:spPr>
            <a:xfrm>
              <a:off x="7147063" y="4225396"/>
              <a:ext cx="239776" cy="76607"/>
            </a:xfrm>
            <a:custGeom>
              <a:rect b="b" l="l" r="r" t="t"/>
              <a:pathLst>
                <a:path extrusionOk="0" h="4333" w="13562">
                  <a:moveTo>
                    <a:pt x="13402" y="1"/>
                  </a:moveTo>
                  <a:lnTo>
                    <a:pt x="1" y="3764"/>
                  </a:lnTo>
                  <a:lnTo>
                    <a:pt x="161" y="4333"/>
                  </a:lnTo>
                  <a:lnTo>
                    <a:pt x="13562" y="570"/>
                  </a:lnTo>
                  <a:lnTo>
                    <a:pt x="1340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31"/>
            <p:cNvSpPr/>
            <p:nvPr/>
          </p:nvSpPr>
          <p:spPr>
            <a:xfrm>
              <a:off x="8178638" y="3781239"/>
              <a:ext cx="225968" cy="184314"/>
            </a:xfrm>
            <a:custGeom>
              <a:rect b="b" l="l" r="r" t="t"/>
              <a:pathLst>
                <a:path extrusionOk="0" h="10425" w="12781">
                  <a:moveTo>
                    <a:pt x="5404" y="1"/>
                  </a:moveTo>
                  <a:cubicBezTo>
                    <a:pt x="4750" y="1"/>
                    <a:pt x="4111" y="91"/>
                    <a:pt x="3513" y="272"/>
                  </a:cubicBezTo>
                  <a:cubicBezTo>
                    <a:pt x="2062" y="711"/>
                    <a:pt x="974" y="1654"/>
                    <a:pt x="487" y="2892"/>
                  </a:cubicBezTo>
                  <a:cubicBezTo>
                    <a:pt x="1" y="4130"/>
                    <a:pt x="155" y="5561"/>
                    <a:pt x="920" y="6871"/>
                  </a:cubicBezTo>
                  <a:cubicBezTo>
                    <a:pt x="1683" y="8181"/>
                    <a:pt x="2991" y="9263"/>
                    <a:pt x="4556" y="9878"/>
                  </a:cubicBezTo>
                  <a:cubicBezTo>
                    <a:pt x="5477" y="10241"/>
                    <a:pt x="6443" y="10424"/>
                    <a:pt x="7378" y="10424"/>
                  </a:cubicBezTo>
                  <a:cubicBezTo>
                    <a:pt x="8032" y="10424"/>
                    <a:pt x="8671" y="10334"/>
                    <a:pt x="9268" y="10153"/>
                  </a:cubicBezTo>
                  <a:cubicBezTo>
                    <a:pt x="10719" y="9713"/>
                    <a:pt x="11808" y="8770"/>
                    <a:pt x="12294" y="7533"/>
                  </a:cubicBezTo>
                  <a:cubicBezTo>
                    <a:pt x="12781" y="6295"/>
                    <a:pt x="12625" y="4864"/>
                    <a:pt x="11862" y="3553"/>
                  </a:cubicBezTo>
                  <a:cubicBezTo>
                    <a:pt x="11099" y="2244"/>
                    <a:pt x="9791" y="1161"/>
                    <a:pt x="8224" y="546"/>
                  </a:cubicBezTo>
                  <a:cubicBezTo>
                    <a:pt x="7304" y="184"/>
                    <a:pt x="6338" y="1"/>
                    <a:pt x="54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31"/>
            <p:cNvSpPr/>
            <p:nvPr/>
          </p:nvSpPr>
          <p:spPr>
            <a:xfrm>
              <a:off x="8173334" y="3776164"/>
              <a:ext cx="236700" cy="194710"/>
            </a:xfrm>
            <a:custGeom>
              <a:rect b="b" l="l" r="r" t="t"/>
              <a:pathLst>
                <a:path extrusionOk="0" h="11013" w="13388">
                  <a:moveTo>
                    <a:pt x="5686" y="589"/>
                  </a:moveTo>
                  <a:cubicBezTo>
                    <a:pt x="5695" y="589"/>
                    <a:pt x="5704" y="589"/>
                    <a:pt x="5713" y="589"/>
                  </a:cubicBezTo>
                  <a:cubicBezTo>
                    <a:pt x="8205" y="589"/>
                    <a:pt x="10779" y="1959"/>
                    <a:pt x="11965" y="4093"/>
                  </a:cubicBezTo>
                  <a:cubicBezTo>
                    <a:pt x="12654" y="5332"/>
                    <a:pt x="12771" y="6644"/>
                    <a:pt x="12295" y="7787"/>
                  </a:cubicBezTo>
                  <a:cubicBezTo>
                    <a:pt x="11812" y="8947"/>
                    <a:pt x="10777" y="9801"/>
                    <a:pt x="9378" y="10194"/>
                  </a:cubicBezTo>
                  <a:cubicBezTo>
                    <a:pt x="8826" y="10350"/>
                    <a:pt x="8252" y="10424"/>
                    <a:pt x="7673" y="10424"/>
                  </a:cubicBezTo>
                  <a:cubicBezTo>
                    <a:pt x="5182" y="10424"/>
                    <a:pt x="2610" y="9053"/>
                    <a:pt x="1424" y="6918"/>
                  </a:cubicBezTo>
                  <a:cubicBezTo>
                    <a:pt x="735" y="5681"/>
                    <a:pt x="618" y="4368"/>
                    <a:pt x="1094" y="3226"/>
                  </a:cubicBezTo>
                  <a:cubicBezTo>
                    <a:pt x="1577" y="2066"/>
                    <a:pt x="2612" y="1211"/>
                    <a:pt x="4011" y="817"/>
                  </a:cubicBezTo>
                  <a:cubicBezTo>
                    <a:pt x="4556" y="666"/>
                    <a:pt x="5119" y="589"/>
                    <a:pt x="5686" y="589"/>
                  </a:cubicBezTo>
                  <a:close/>
                  <a:moveTo>
                    <a:pt x="5694" y="0"/>
                  </a:moveTo>
                  <a:cubicBezTo>
                    <a:pt x="5068" y="0"/>
                    <a:pt x="4446" y="80"/>
                    <a:pt x="3850" y="248"/>
                  </a:cubicBezTo>
                  <a:cubicBezTo>
                    <a:pt x="2275" y="692"/>
                    <a:pt x="1101" y="1668"/>
                    <a:pt x="547" y="2999"/>
                  </a:cubicBezTo>
                  <a:cubicBezTo>
                    <a:pt x="1" y="4312"/>
                    <a:pt x="128" y="5807"/>
                    <a:pt x="906" y="7207"/>
                  </a:cubicBezTo>
                  <a:cubicBezTo>
                    <a:pt x="2195" y="9524"/>
                    <a:pt x="4989" y="11013"/>
                    <a:pt x="7693" y="11013"/>
                  </a:cubicBezTo>
                  <a:cubicBezTo>
                    <a:pt x="7703" y="11013"/>
                    <a:pt x="7712" y="11013"/>
                    <a:pt x="7721" y="11013"/>
                  </a:cubicBezTo>
                  <a:cubicBezTo>
                    <a:pt x="8335" y="11013"/>
                    <a:pt x="8946" y="10930"/>
                    <a:pt x="9539" y="10765"/>
                  </a:cubicBezTo>
                  <a:cubicBezTo>
                    <a:pt x="11114" y="10321"/>
                    <a:pt x="12286" y="9344"/>
                    <a:pt x="12842" y="8015"/>
                  </a:cubicBezTo>
                  <a:cubicBezTo>
                    <a:pt x="13388" y="6702"/>
                    <a:pt x="13261" y="5207"/>
                    <a:pt x="12483" y="3806"/>
                  </a:cubicBezTo>
                  <a:cubicBezTo>
                    <a:pt x="11194" y="1488"/>
                    <a:pt x="8397" y="0"/>
                    <a:pt x="56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1"/>
            <p:cNvSpPr/>
            <p:nvPr/>
          </p:nvSpPr>
          <p:spPr>
            <a:xfrm>
              <a:off x="6387795" y="1919216"/>
              <a:ext cx="737256" cy="419387"/>
            </a:xfrm>
            <a:custGeom>
              <a:rect b="b" l="l" r="r" t="t"/>
              <a:pathLst>
                <a:path extrusionOk="0" h="23721" w="41700">
                  <a:moveTo>
                    <a:pt x="15263" y="3635"/>
                  </a:moveTo>
                  <a:cubicBezTo>
                    <a:pt x="16116" y="3635"/>
                    <a:pt x="16995" y="4104"/>
                    <a:pt x="17402" y="4836"/>
                  </a:cubicBezTo>
                  <a:cubicBezTo>
                    <a:pt x="17903" y="5737"/>
                    <a:pt x="17496" y="6696"/>
                    <a:pt x="16494" y="6979"/>
                  </a:cubicBezTo>
                  <a:cubicBezTo>
                    <a:pt x="16305" y="7032"/>
                    <a:pt x="16108" y="7057"/>
                    <a:pt x="15910" y="7057"/>
                  </a:cubicBezTo>
                  <a:cubicBezTo>
                    <a:pt x="15058" y="7057"/>
                    <a:pt x="14179" y="6588"/>
                    <a:pt x="13772" y="5857"/>
                  </a:cubicBezTo>
                  <a:cubicBezTo>
                    <a:pt x="13271" y="4957"/>
                    <a:pt x="13678" y="3996"/>
                    <a:pt x="14680" y="3714"/>
                  </a:cubicBezTo>
                  <a:cubicBezTo>
                    <a:pt x="14869" y="3661"/>
                    <a:pt x="15065" y="3635"/>
                    <a:pt x="15263" y="3635"/>
                  </a:cubicBezTo>
                  <a:close/>
                  <a:moveTo>
                    <a:pt x="14577" y="0"/>
                  </a:moveTo>
                  <a:cubicBezTo>
                    <a:pt x="13958" y="0"/>
                    <a:pt x="13343" y="79"/>
                    <a:pt x="12752" y="245"/>
                  </a:cubicBezTo>
                  <a:cubicBezTo>
                    <a:pt x="9620" y="1127"/>
                    <a:pt x="8351" y="4126"/>
                    <a:pt x="9916" y="6943"/>
                  </a:cubicBezTo>
                  <a:cubicBezTo>
                    <a:pt x="10633" y="8235"/>
                    <a:pt x="11826" y="9260"/>
                    <a:pt x="13199" y="9912"/>
                  </a:cubicBezTo>
                  <a:cubicBezTo>
                    <a:pt x="13199" y="9912"/>
                    <a:pt x="15468" y="10926"/>
                    <a:pt x="15921" y="11741"/>
                  </a:cubicBezTo>
                  <a:cubicBezTo>
                    <a:pt x="16160" y="12172"/>
                    <a:pt x="15531" y="12682"/>
                    <a:pt x="14884" y="13068"/>
                  </a:cubicBezTo>
                  <a:lnTo>
                    <a:pt x="2855" y="16454"/>
                  </a:lnTo>
                  <a:cubicBezTo>
                    <a:pt x="824" y="17025"/>
                    <a:pt x="1" y="18971"/>
                    <a:pt x="1016" y="20798"/>
                  </a:cubicBezTo>
                  <a:lnTo>
                    <a:pt x="2641" y="23721"/>
                  </a:lnTo>
                  <a:lnTo>
                    <a:pt x="41700" y="12727"/>
                  </a:lnTo>
                  <a:lnTo>
                    <a:pt x="40075" y="9803"/>
                  </a:lnTo>
                  <a:cubicBezTo>
                    <a:pt x="39251" y="8320"/>
                    <a:pt x="37469" y="7371"/>
                    <a:pt x="35742" y="7371"/>
                  </a:cubicBezTo>
                  <a:cubicBezTo>
                    <a:pt x="35340" y="7371"/>
                    <a:pt x="34941" y="7422"/>
                    <a:pt x="34558" y="7530"/>
                  </a:cubicBezTo>
                  <a:lnTo>
                    <a:pt x="23398" y="10671"/>
                  </a:lnTo>
                  <a:cubicBezTo>
                    <a:pt x="23277" y="10676"/>
                    <a:pt x="23154" y="10679"/>
                    <a:pt x="23031" y="10679"/>
                  </a:cubicBezTo>
                  <a:cubicBezTo>
                    <a:pt x="22296" y="10679"/>
                    <a:pt x="21570" y="10578"/>
                    <a:pt x="21365" y="10208"/>
                  </a:cubicBezTo>
                  <a:cubicBezTo>
                    <a:pt x="20752" y="9101"/>
                    <a:pt x="21529" y="8056"/>
                    <a:pt x="21764" y="7075"/>
                  </a:cubicBezTo>
                  <a:cubicBezTo>
                    <a:pt x="22029" y="5979"/>
                    <a:pt x="21888" y="4884"/>
                    <a:pt x="21258" y="3750"/>
                  </a:cubicBezTo>
                  <a:cubicBezTo>
                    <a:pt x="19987" y="1464"/>
                    <a:pt x="17241" y="0"/>
                    <a:pt x="1457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1"/>
            <p:cNvSpPr/>
            <p:nvPr/>
          </p:nvSpPr>
          <p:spPr>
            <a:xfrm>
              <a:off x="6390235" y="1914018"/>
              <a:ext cx="742631" cy="430756"/>
            </a:xfrm>
            <a:custGeom>
              <a:rect b="b" l="l" r="r" t="t"/>
              <a:pathLst>
                <a:path extrusionOk="0" h="24364" w="42004">
                  <a:moveTo>
                    <a:pt x="15130" y="4226"/>
                  </a:moveTo>
                  <a:cubicBezTo>
                    <a:pt x="15877" y="4226"/>
                    <a:pt x="16650" y="4635"/>
                    <a:pt x="17006" y="5274"/>
                  </a:cubicBezTo>
                  <a:cubicBezTo>
                    <a:pt x="17201" y="5626"/>
                    <a:pt x="17236" y="5995"/>
                    <a:pt x="17104" y="6313"/>
                  </a:cubicBezTo>
                  <a:cubicBezTo>
                    <a:pt x="16969" y="6637"/>
                    <a:pt x="16675" y="6876"/>
                    <a:pt x="16275" y="6989"/>
                  </a:cubicBezTo>
                  <a:cubicBezTo>
                    <a:pt x="16110" y="7036"/>
                    <a:pt x="15938" y="7058"/>
                    <a:pt x="15765" y="7058"/>
                  </a:cubicBezTo>
                  <a:cubicBezTo>
                    <a:pt x="15018" y="7058"/>
                    <a:pt x="14248" y="6647"/>
                    <a:pt x="13892" y="6008"/>
                  </a:cubicBezTo>
                  <a:cubicBezTo>
                    <a:pt x="13696" y="5656"/>
                    <a:pt x="13662" y="5287"/>
                    <a:pt x="13794" y="4969"/>
                  </a:cubicBezTo>
                  <a:cubicBezTo>
                    <a:pt x="13929" y="4645"/>
                    <a:pt x="14222" y="4406"/>
                    <a:pt x="14621" y="4292"/>
                  </a:cubicBezTo>
                  <a:lnTo>
                    <a:pt x="14621" y="4294"/>
                  </a:lnTo>
                  <a:cubicBezTo>
                    <a:pt x="14786" y="4248"/>
                    <a:pt x="14957" y="4226"/>
                    <a:pt x="15130" y="4226"/>
                  </a:cubicBezTo>
                  <a:close/>
                  <a:moveTo>
                    <a:pt x="15113" y="3636"/>
                  </a:moveTo>
                  <a:cubicBezTo>
                    <a:pt x="14891" y="3636"/>
                    <a:pt x="14672" y="3664"/>
                    <a:pt x="14461" y="3723"/>
                  </a:cubicBezTo>
                  <a:cubicBezTo>
                    <a:pt x="13885" y="3886"/>
                    <a:pt x="13454" y="4247"/>
                    <a:pt x="13249" y="4741"/>
                  </a:cubicBezTo>
                  <a:cubicBezTo>
                    <a:pt x="13045" y="5229"/>
                    <a:pt x="13090" y="5781"/>
                    <a:pt x="13376" y="6296"/>
                  </a:cubicBezTo>
                  <a:cubicBezTo>
                    <a:pt x="13833" y="7118"/>
                    <a:pt x="14824" y="7645"/>
                    <a:pt x="15782" y="7645"/>
                  </a:cubicBezTo>
                  <a:cubicBezTo>
                    <a:pt x="15786" y="7645"/>
                    <a:pt x="15791" y="7645"/>
                    <a:pt x="15795" y="7645"/>
                  </a:cubicBezTo>
                  <a:cubicBezTo>
                    <a:pt x="16012" y="7645"/>
                    <a:pt x="16227" y="7615"/>
                    <a:pt x="16435" y="7557"/>
                  </a:cubicBezTo>
                  <a:cubicBezTo>
                    <a:pt x="17012" y="7395"/>
                    <a:pt x="17444" y="7033"/>
                    <a:pt x="17649" y="6540"/>
                  </a:cubicBezTo>
                  <a:cubicBezTo>
                    <a:pt x="17852" y="6051"/>
                    <a:pt x="17808" y="5500"/>
                    <a:pt x="17522" y="4986"/>
                  </a:cubicBezTo>
                  <a:cubicBezTo>
                    <a:pt x="17065" y="4164"/>
                    <a:pt x="16072" y="3636"/>
                    <a:pt x="15113" y="3636"/>
                  </a:cubicBezTo>
                  <a:close/>
                  <a:moveTo>
                    <a:pt x="14428" y="588"/>
                  </a:moveTo>
                  <a:cubicBezTo>
                    <a:pt x="14433" y="588"/>
                    <a:pt x="14438" y="588"/>
                    <a:pt x="14442" y="588"/>
                  </a:cubicBezTo>
                  <a:cubicBezTo>
                    <a:pt x="17001" y="590"/>
                    <a:pt x="19643" y="1996"/>
                    <a:pt x="20861" y="4188"/>
                  </a:cubicBezTo>
                  <a:cubicBezTo>
                    <a:pt x="21436" y="5225"/>
                    <a:pt x="21592" y="6243"/>
                    <a:pt x="21338" y="7300"/>
                  </a:cubicBezTo>
                  <a:cubicBezTo>
                    <a:pt x="21279" y="7544"/>
                    <a:pt x="21183" y="7799"/>
                    <a:pt x="21080" y="8066"/>
                  </a:cubicBezTo>
                  <a:cubicBezTo>
                    <a:pt x="20785" y="8839"/>
                    <a:pt x="20450" y="9715"/>
                    <a:pt x="20968" y="10645"/>
                  </a:cubicBezTo>
                  <a:cubicBezTo>
                    <a:pt x="21199" y="11063"/>
                    <a:pt x="21827" y="11269"/>
                    <a:pt x="22887" y="11269"/>
                  </a:cubicBezTo>
                  <a:cubicBezTo>
                    <a:pt x="23009" y="11269"/>
                    <a:pt x="23137" y="11267"/>
                    <a:pt x="23271" y="11261"/>
                  </a:cubicBezTo>
                  <a:lnTo>
                    <a:pt x="34498" y="8110"/>
                  </a:lnTo>
                  <a:cubicBezTo>
                    <a:pt x="34857" y="8009"/>
                    <a:pt x="35231" y="7961"/>
                    <a:pt x="35607" y="7961"/>
                  </a:cubicBezTo>
                  <a:cubicBezTo>
                    <a:pt x="37230" y="7961"/>
                    <a:pt x="38905" y="8853"/>
                    <a:pt x="39677" y="10241"/>
                  </a:cubicBezTo>
                  <a:lnTo>
                    <a:pt x="41121" y="12839"/>
                  </a:lnTo>
                  <a:lnTo>
                    <a:pt x="2647" y="23669"/>
                  </a:lnTo>
                  <a:lnTo>
                    <a:pt x="1136" y="20948"/>
                  </a:lnTo>
                  <a:cubicBezTo>
                    <a:pt x="693" y="20151"/>
                    <a:pt x="617" y="19309"/>
                    <a:pt x="922" y="18577"/>
                  </a:cubicBezTo>
                  <a:cubicBezTo>
                    <a:pt x="1230" y="17836"/>
                    <a:pt x="1896" y="17286"/>
                    <a:pt x="2796" y="17032"/>
                  </a:cubicBezTo>
                  <a:lnTo>
                    <a:pt x="14825" y="13647"/>
                  </a:lnTo>
                  <a:lnTo>
                    <a:pt x="14897" y="13615"/>
                  </a:lnTo>
                  <a:cubicBezTo>
                    <a:pt x="15944" y="12990"/>
                    <a:pt x="16330" y="12409"/>
                    <a:pt x="16041" y="11892"/>
                  </a:cubicBezTo>
                  <a:cubicBezTo>
                    <a:pt x="15554" y="11014"/>
                    <a:pt x="13424" y="10044"/>
                    <a:pt x="13187" y="9938"/>
                  </a:cubicBezTo>
                  <a:cubicBezTo>
                    <a:pt x="11812" y="9286"/>
                    <a:pt x="10692" y="8276"/>
                    <a:pt x="10036" y="7094"/>
                  </a:cubicBezTo>
                  <a:cubicBezTo>
                    <a:pt x="9328" y="5821"/>
                    <a:pt x="9207" y="4472"/>
                    <a:pt x="9697" y="3298"/>
                  </a:cubicBezTo>
                  <a:cubicBezTo>
                    <a:pt x="10193" y="2107"/>
                    <a:pt x="11257" y="1228"/>
                    <a:pt x="12694" y="824"/>
                  </a:cubicBezTo>
                  <a:cubicBezTo>
                    <a:pt x="13258" y="666"/>
                    <a:pt x="13841" y="588"/>
                    <a:pt x="14428" y="588"/>
                  </a:cubicBezTo>
                  <a:close/>
                  <a:moveTo>
                    <a:pt x="14426" y="1"/>
                  </a:moveTo>
                  <a:cubicBezTo>
                    <a:pt x="13784" y="1"/>
                    <a:pt x="13147" y="83"/>
                    <a:pt x="12535" y="255"/>
                  </a:cubicBezTo>
                  <a:cubicBezTo>
                    <a:pt x="10921" y="709"/>
                    <a:pt x="9720" y="1709"/>
                    <a:pt x="9152" y="3071"/>
                  </a:cubicBezTo>
                  <a:cubicBezTo>
                    <a:pt x="8592" y="4416"/>
                    <a:pt x="8723" y="5946"/>
                    <a:pt x="9520" y="7381"/>
                  </a:cubicBezTo>
                  <a:cubicBezTo>
                    <a:pt x="10236" y="8670"/>
                    <a:pt x="11448" y="9767"/>
                    <a:pt x="12942" y="10475"/>
                  </a:cubicBezTo>
                  <a:cubicBezTo>
                    <a:pt x="13547" y="10746"/>
                    <a:pt x="15193" y="11581"/>
                    <a:pt x="15525" y="12179"/>
                  </a:cubicBezTo>
                  <a:cubicBezTo>
                    <a:pt x="15599" y="12312"/>
                    <a:pt x="15349" y="12652"/>
                    <a:pt x="14627" y="13088"/>
                  </a:cubicBezTo>
                  <a:lnTo>
                    <a:pt x="2638" y="16462"/>
                  </a:lnTo>
                  <a:cubicBezTo>
                    <a:pt x="1559" y="16766"/>
                    <a:pt x="757" y="17437"/>
                    <a:pt x="377" y="18349"/>
                  </a:cubicBezTo>
                  <a:cubicBezTo>
                    <a:pt x="0" y="19252"/>
                    <a:pt x="87" y="20276"/>
                    <a:pt x="620" y="21235"/>
                  </a:cubicBezTo>
                  <a:lnTo>
                    <a:pt x="2358" y="24364"/>
                  </a:lnTo>
                  <a:lnTo>
                    <a:pt x="42003" y="13204"/>
                  </a:lnTo>
                  <a:lnTo>
                    <a:pt x="40197" y="9953"/>
                  </a:lnTo>
                  <a:cubicBezTo>
                    <a:pt x="39323" y="8381"/>
                    <a:pt x="37428" y="7371"/>
                    <a:pt x="35594" y="7371"/>
                  </a:cubicBezTo>
                  <a:cubicBezTo>
                    <a:pt x="35168" y="7371"/>
                    <a:pt x="34746" y="7425"/>
                    <a:pt x="34341" y="7539"/>
                  </a:cubicBezTo>
                  <a:lnTo>
                    <a:pt x="23215" y="10671"/>
                  </a:lnTo>
                  <a:cubicBezTo>
                    <a:pt x="23102" y="10675"/>
                    <a:pt x="22996" y="10677"/>
                    <a:pt x="22897" y="10677"/>
                  </a:cubicBezTo>
                  <a:cubicBezTo>
                    <a:pt x="21727" y="10677"/>
                    <a:pt x="21518" y="10415"/>
                    <a:pt x="21486" y="10358"/>
                  </a:cubicBezTo>
                  <a:cubicBezTo>
                    <a:pt x="21104" y="9667"/>
                    <a:pt x="21362" y="8992"/>
                    <a:pt x="21634" y="8276"/>
                  </a:cubicBezTo>
                  <a:cubicBezTo>
                    <a:pt x="21740" y="8003"/>
                    <a:pt x="21847" y="7719"/>
                    <a:pt x="21915" y="7437"/>
                  </a:cubicBezTo>
                  <a:cubicBezTo>
                    <a:pt x="22205" y="6229"/>
                    <a:pt x="22030" y="5073"/>
                    <a:pt x="21379" y="3900"/>
                  </a:cubicBezTo>
                  <a:cubicBezTo>
                    <a:pt x="20059" y="1525"/>
                    <a:pt x="17196" y="1"/>
                    <a:pt x="144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1"/>
            <p:cNvSpPr/>
            <p:nvPr/>
          </p:nvSpPr>
          <p:spPr>
            <a:xfrm>
              <a:off x="7388978" y="2235971"/>
              <a:ext cx="244161" cy="259295"/>
            </a:xfrm>
            <a:custGeom>
              <a:rect b="b" l="l" r="r" t="t"/>
              <a:pathLst>
                <a:path extrusionOk="0" h="14666" w="13810">
                  <a:moveTo>
                    <a:pt x="11797" y="1"/>
                  </a:moveTo>
                  <a:cubicBezTo>
                    <a:pt x="11123" y="1"/>
                    <a:pt x="10479" y="386"/>
                    <a:pt x="10181" y="1038"/>
                  </a:cubicBezTo>
                  <a:lnTo>
                    <a:pt x="6092" y="10209"/>
                  </a:lnTo>
                  <a:lnTo>
                    <a:pt x="3031" y="8075"/>
                  </a:lnTo>
                  <a:cubicBezTo>
                    <a:pt x="2722" y="7859"/>
                    <a:pt x="2368" y="7755"/>
                    <a:pt x="2018" y="7755"/>
                  </a:cubicBezTo>
                  <a:cubicBezTo>
                    <a:pt x="1458" y="7755"/>
                    <a:pt x="907" y="8020"/>
                    <a:pt x="562" y="8514"/>
                  </a:cubicBezTo>
                  <a:cubicBezTo>
                    <a:pt x="1" y="9318"/>
                    <a:pt x="199" y="10423"/>
                    <a:pt x="1002" y="10983"/>
                  </a:cubicBezTo>
                  <a:lnTo>
                    <a:pt x="5821" y="14346"/>
                  </a:lnTo>
                  <a:cubicBezTo>
                    <a:pt x="6120" y="14554"/>
                    <a:pt x="6474" y="14666"/>
                    <a:pt x="6836" y="14666"/>
                  </a:cubicBezTo>
                  <a:lnTo>
                    <a:pt x="6837" y="14666"/>
                  </a:lnTo>
                  <a:cubicBezTo>
                    <a:pt x="7537" y="14666"/>
                    <a:pt x="8172" y="14254"/>
                    <a:pt x="8456" y="13615"/>
                  </a:cubicBezTo>
                  <a:lnTo>
                    <a:pt x="13421" y="2482"/>
                  </a:lnTo>
                  <a:cubicBezTo>
                    <a:pt x="13810" y="1590"/>
                    <a:pt x="13406" y="551"/>
                    <a:pt x="12517" y="154"/>
                  </a:cubicBezTo>
                  <a:cubicBezTo>
                    <a:pt x="12283" y="50"/>
                    <a:pt x="12038" y="1"/>
                    <a:pt x="11797" y="1"/>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31"/>
            <p:cNvSpPr/>
            <p:nvPr/>
          </p:nvSpPr>
          <p:spPr>
            <a:xfrm>
              <a:off x="7586959" y="2592241"/>
              <a:ext cx="244143" cy="259295"/>
            </a:xfrm>
            <a:custGeom>
              <a:rect b="b" l="l" r="r" t="t"/>
              <a:pathLst>
                <a:path extrusionOk="0" h="14666" w="13809">
                  <a:moveTo>
                    <a:pt x="11795" y="0"/>
                  </a:moveTo>
                  <a:cubicBezTo>
                    <a:pt x="11121" y="0"/>
                    <a:pt x="10477" y="386"/>
                    <a:pt x="10180" y="1038"/>
                  </a:cubicBezTo>
                  <a:lnTo>
                    <a:pt x="6090" y="10209"/>
                  </a:lnTo>
                  <a:lnTo>
                    <a:pt x="3031" y="8075"/>
                  </a:lnTo>
                  <a:cubicBezTo>
                    <a:pt x="2721" y="7859"/>
                    <a:pt x="2367" y="7755"/>
                    <a:pt x="2017" y="7755"/>
                  </a:cubicBezTo>
                  <a:cubicBezTo>
                    <a:pt x="1457" y="7755"/>
                    <a:pt x="906" y="8020"/>
                    <a:pt x="561" y="8514"/>
                  </a:cubicBezTo>
                  <a:cubicBezTo>
                    <a:pt x="1" y="9317"/>
                    <a:pt x="197" y="10423"/>
                    <a:pt x="1000" y="10983"/>
                  </a:cubicBezTo>
                  <a:lnTo>
                    <a:pt x="5821" y="14346"/>
                  </a:lnTo>
                  <a:cubicBezTo>
                    <a:pt x="6118" y="14553"/>
                    <a:pt x="6472" y="14665"/>
                    <a:pt x="6835" y="14666"/>
                  </a:cubicBezTo>
                  <a:lnTo>
                    <a:pt x="6835" y="14666"/>
                  </a:lnTo>
                  <a:cubicBezTo>
                    <a:pt x="7536" y="14665"/>
                    <a:pt x="8170" y="14254"/>
                    <a:pt x="8455" y="13614"/>
                  </a:cubicBezTo>
                  <a:lnTo>
                    <a:pt x="13419" y="2482"/>
                  </a:lnTo>
                  <a:cubicBezTo>
                    <a:pt x="13808" y="1589"/>
                    <a:pt x="13404" y="551"/>
                    <a:pt x="12515" y="154"/>
                  </a:cubicBezTo>
                  <a:cubicBezTo>
                    <a:pt x="12281" y="50"/>
                    <a:pt x="12036" y="0"/>
                    <a:pt x="11795" y="0"/>
                  </a:cubicBezTo>
                  <a:close/>
                  <a:moveTo>
                    <a:pt x="6835" y="14666"/>
                  </a:moveTo>
                  <a:lnTo>
                    <a:pt x="6835" y="14666"/>
                  </a:lnTo>
                  <a:cubicBezTo>
                    <a:pt x="6835" y="14666"/>
                    <a:pt x="6835" y="14666"/>
                    <a:pt x="6835" y="14666"/>
                  </a:cubicBezTo>
                  <a:lnTo>
                    <a:pt x="6836" y="14666"/>
                  </a:lnTo>
                  <a:cubicBezTo>
                    <a:pt x="6836" y="14666"/>
                    <a:pt x="6835" y="14666"/>
                    <a:pt x="6835" y="14666"/>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31"/>
            <p:cNvSpPr/>
            <p:nvPr/>
          </p:nvSpPr>
          <p:spPr>
            <a:xfrm>
              <a:off x="8692737" y="2530078"/>
              <a:ext cx="349763" cy="225013"/>
            </a:xfrm>
            <a:custGeom>
              <a:rect b="b" l="l" r="r" t="t"/>
              <a:pathLst>
                <a:path extrusionOk="0" h="12727" w="19783">
                  <a:moveTo>
                    <a:pt x="3379" y="0"/>
                  </a:moveTo>
                  <a:cubicBezTo>
                    <a:pt x="3379" y="0"/>
                    <a:pt x="1" y="0"/>
                    <a:pt x="162" y="1930"/>
                  </a:cubicBezTo>
                  <a:cubicBezTo>
                    <a:pt x="323" y="3860"/>
                    <a:pt x="12546" y="11258"/>
                    <a:pt x="13511" y="11902"/>
                  </a:cubicBezTo>
                  <a:cubicBezTo>
                    <a:pt x="13984" y="12217"/>
                    <a:pt x="15116" y="12727"/>
                    <a:pt x="16184" y="12727"/>
                  </a:cubicBezTo>
                  <a:cubicBezTo>
                    <a:pt x="17293" y="12727"/>
                    <a:pt x="18333" y="12178"/>
                    <a:pt x="18497" y="10294"/>
                  </a:cubicBezTo>
                  <a:cubicBezTo>
                    <a:pt x="18497" y="10294"/>
                    <a:pt x="19782" y="7559"/>
                    <a:pt x="18979" y="5469"/>
                  </a:cubicBezTo>
                  <a:cubicBezTo>
                    <a:pt x="18175" y="3378"/>
                    <a:pt x="3379" y="0"/>
                    <a:pt x="33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31"/>
            <p:cNvSpPr/>
            <p:nvPr/>
          </p:nvSpPr>
          <p:spPr>
            <a:xfrm>
              <a:off x="8689678" y="2524862"/>
              <a:ext cx="357454" cy="235409"/>
            </a:xfrm>
            <a:custGeom>
              <a:rect b="b" l="l" r="r" t="t"/>
              <a:pathLst>
                <a:path extrusionOk="0" h="13315" w="20218">
                  <a:moveTo>
                    <a:pt x="3520" y="592"/>
                  </a:moveTo>
                  <a:cubicBezTo>
                    <a:pt x="9185" y="1886"/>
                    <a:pt x="18333" y="4456"/>
                    <a:pt x="18876" y="5870"/>
                  </a:cubicBezTo>
                  <a:cubicBezTo>
                    <a:pt x="19624" y="7815"/>
                    <a:pt x="18414" y="10436"/>
                    <a:pt x="18402" y="10463"/>
                  </a:cubicBezTo>
                  <a:cubicBezTo>
                    <a:pt x="18387" y="10494"/>
                    <a:pt x="18378" y="10528"/>
                    <a:pt x="18375" y="10562"/>
                  </a:cubicBezTo>
                  <a:cubicBezTo>
                    <a:pt x="18287" y="11572"/>
                    <a:pt x="17927" y="12234"/>
                    <a:pt x="17306" y="12533"/>
                  </a:cubicBezTo>
                  <a:cubicBezTo>
                    <a:pt x="17018" y="12671"/>
                    <a:pt x="16691" y="12727"/>
                    <a:pt x="16352" y="12727"/>
                  </a:cubicBezTo>
                  <a:cubicBezTo>
                    <a:pt x="15372" y="12727"/>
                    <a:pt x="14303" y="12255"/>
                    <a:pt x="13848" y="11951"/>
                  </a:cubicBezTo>
                  <a:cubicBezTo>
                    <a:pt x="13726" y="11869"/>
                    <a:pt x="13422" y="11679"/>
                    <a:pt x="12986" y="11406"/>
                  </a:cubicBezTo>
                  <a:cubicBezTo>
                    <a:pt x="2881" y="5071"/>
                    <a:pt x="687" y="2904"/>
                    <a:pt x="630" y="2201"/>
                  </a:cubicBezTo>
                  <a:cubicBezTo>
                    <a:pt x="603" y="1886"/>
                    <a:pt x="690" y="1625"/>
                    <a:pt x="895" y="1402"/>
                  </a:cubicBezTo>
                  <a:cubicBezTo>
                    <a:pt x="1578" y="659"/>
                    <a:pt x="3268" y="597"/>
                    <a:pt x="3520" y="592"/>
                  </a:cubicBezTo>
                  <a:close/>
                  <a:moveTo>
                    <a:pt x="3552" y="0"/>
                  </a:moveTo>
                  <a:cubicBezTo>
                    <a:pt x="3464" y="0"/>
                    <a:pt x="1371" y="11"/>
                    <a:pt x="461" y="1001"/>
                  </a:cubicBezTo>
                  <a:cubicBezTo>
                    <a:pt x="142" y="1348"/>
                    <a:pt x="0" y="1768"/>
                    <a:pt x="40" y="2250"/>
                  </a:cubicBezTo>
                  <a:cubicBezTo>
                    <a:pt x="146" y="3518"/>
                    <a:pt x="4041" y="6497"/>
                    <a:pt x="12672" y="11907"/>
                  </a:cubicBezTo>
                  <a:cubicBezTo>
                    <a:pt x="13101" y="12175"/>
                    <a:pt x="13400" y="12363"/>
                    <a:pt x="13519" y="12443"/>
                  </a:cubicBezTo>
                  <a:cubicBezTo>
                    <a:pt x="14052" y="12797"/>
                    <a:pt x="15232" y="13315"/>
                    <a:pt x="16361" y="13315"/>
                  </a:cubicBezTo>
                  <a:cubicBezTo>
                    <a:pt x="16780" y="13315"/>
                    <a:pt x="17192" y="13244"/>
                    <a:pt x="17562" y="13065"/>
                  </a:cubicBezTo>
                  <a:cubicBezTo>
                    <a:pt x="18374" y="12675"/>
                    <a:pt x="18844" y="11868"/>
                    <a:pt x="18960" y="10666"/>
                  </a:cubicBezTo>
                  <a:cubicBezTo>
                    <a:pt x="19137" y="10268"/>
                    <a:pt x="20217" y="7709"/>
                    <a:pt x="19428" y="5657"/>
                  </a:cubicBezTo>
                  <a:cubicBezTo>
                    <a:pt x="18592" y="3483"/>
                    <a:pt x="5147" y="357"/>
                    <a:pt x="3617" y="7"/>
                  </a:cubicBezTo>
                  <a:cubicBezTo>
                    <a:pt x="3596" y="2"/>
                    <a:pt x="3573" y="0"/>
                    <a:pt x="35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31"/>
            <p:cNvSpPr/>
            <p:nvPr/>
          </p:nvSpPr>
          <p:spPr>
            <a:xfrm>
              <a:off x="8708808" y="2460401"/>
              <a:ext cx="65310" cy="51307"/>
            </a:xfrm>
            <a:custGeom>
              <a:rect b="b" l="l" r="r" t="t"/>
              <a:pathLst>
                <a:path extrusionOk="0" h="2902" w="3694">
                  <a:moveTo>
                    <a:pt x="710" y="0"/>
                  </a:moveTo>
                  <a:cubicBezTo>
                    <a:pt x="0" y="0"/>
                    <a:pt x="1189" y="2402"/>
                    <a:pt x="1649" y="2517"/>
                  </a:cubicBezTo>
                  <a:cubicBezTo>
                    <a:pt x="2160" y="2646"/>
                    <a:pt x="3438" y="2901"/>
                    <a:pt x="3438" y="2901"/>
                  </a:cubicBezTo>
                  <a:lnTo>
                    <a:pt x="3693" y="1239"/>
                  </a:lnTo>
                  <a:cubicBezTo>
                    <a:pt x="3693" y="1239"/>
                    <a:pt x="2288" y="729"/>
                    <a:pt x="1011" y="91"/>
                  </a:cubicBezTo>
                  <a:cubicBezTo>
                    <a:pt x="886" y="29"/>
                    <a:pt x="786" y="0"/>
                    <a:pt x="71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1"/>
            <p:cNvSpPr/>
            <p:nvPr/>
          </p:nvSpPr>
          <p:spPr>
            <a:xfrm>
              <a:off x="8711425" y="2455150"/>
              <a:ext cx="68227" cy="61756"/>
            </a:xfrm>
            <a:custGeom>
              <a:rect b="b" l="l" r="r" t="t"/>
              <a:pathLst>
                <a:path extrusionOk="0" h="3493" w="3859">
                  <a:moveTo>
                    <a:pt x="630" y="608"/>
                  </a:moveTo>
                  <a:cubicBezTo>
                    <a:pt x="664" y="620"/>
                    <a:pt x="698" y="635"/>
                    <a:pt x="729" y="651"/>
                  </a:cubicBezTo>
                  <a:cubicBezTo>
                    <a:pt x="1704" y="1138"/>
                    <a:pt x="2761" y="1555"/>
                    <a:pt x="3216" y="1729"/>
                  </a:cubicBezTo>
                  <a:lnTo>
                    <a:pt x="3044" y="2846"/>
                  </a:lnTo>
                  <a:cubicBezTo>
                    <a:pt x="2636" y="2762"/>
                    <a:pt x="1924" y="2615"/>
                    <a:pt x="1589" y="2532"/>
                  </a:cubicBezTo>
                  <a:cubicBezTo>
                    <a:pt x="1311" y="2392"/>
                    <a:pt x="613" y="1048"/>
                    <a:pt x="630" y="608"/>
                  </a:cubicBezTo>
                  <a:close/>
                  <a:moveTo>
                    <a:pt x="557" y="0"/>
                  </a:moveTo>
                  <a:cubicBezTo>
                    <a:pt x="440" y="0"/>
                    <a:pt x="338" y="34"/>
                    <a:pt x="251" y="101"/>
                  </a:cubicBezTo>
                  <a:cubicBezTo>
                    <a:pt x="58" y="251"/>
                    <a:pt x="0" y="524"/>
                    <a:pt x="82" y="913"/>
                  </a:cubicBezTo>
                  <a:cubicBezTo>
                    <a:pt x="218" y="1565"/>
                    <a:pt x="897" y="2968"/>
                    <a:pt x="1429" y="3100"/>
                  </a:cubicBezTo>
                  <a:cubicBezTo>
                    <a:pt x="1941" y="3228"/>
                    <a:pt x="3179" y="3476"/>
                    <a:pt x="3232" y="3486"/>
                  </a:cubicBezTo>
                  <a:cubicBezTo>
                    <a:pt x="3251" y="3490"/>
                    <a:pt x="3270" y="3493"/>
                    <a:pt x="3289" y="3493"/>
                  </a:cubicBezTo>
                  <a:cubicBezTo>
                    <a:pt x="3435" y="3491"/>
                    <a:pt x="3559" y="3386"/>
                    <a:pt x="3581" y="3242"/>
                  </a:cubicBezTo>
                  <a:lnTo>
                    <a:pt x="3836" y="1582"/>
                  </a:lnTo>
                  <a:cubicBezTo>
                    <a:pt x="3859" y="1442"/>
                    <a:pt x="3778" y="1307"/>
                    <a:pt x="3646" y="1258"/>
                  </a:cubicBezTo>
                  <a:cubicBezTo>
                    <a:pt x="3632" y="1253"/>
                    <a:pt x="2242" y="746"/>
                    <a:pt x="995" y="122"/>
                  </a:cubicBezTo>
                  <a:cubicBezTo>
                    <a:pt x="832" y="41"/>
                    <a:pt x="685" y="0"/>
                    <a:pt x="5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1"/>
            <p:cNvSpPr/>
            <p:nvPr/>
          </p:nvSpPr>
          <p:spPr>
            <a:xfrm>
              <a:off x="7862466" y="2156570"/>
              <a:ext cx="1570214" cy="1013294"/>
            </a:xfrm>
            <a:custGeom>
              <a:rect b="b" l="l" r="r" t="t"/>
              <a:pathLst>
                <a:path extrusionOk="0" h="57313" w="88813">
                  <a:moveTo>
                    <a:pt x="81493" y="1"/>
                  </a:moveTo>
                  <a:cubicBezTo>
                    <a:pt x="80301" y="1"/>
                    <a:pt x="79094" y="335"/>
                    <a:pt x="78019" y="1035"/>
                  </a:cubicBezTo>
                  <a:lnTo>
                    <a:pt x="7398" y="47020"/>
                  </a:lnTo>
                  <a:lnTo>
                    <a:pt x="0" y="56026"/>
                  </a:lnTo>
                  <a:lnTo>
                    <a:pt x="644" y="57313"/>
                  </a:lnTo>
                  <a:lnTo>
                    <a:pt x="11097" y="54739"/>
                  </a:lnTo>
                  <a:lnTo>
                    <a:pt x="84707" y="11887"/>
                  </a:lnTo>
                  <a:cubicBezTo>
                    <a:pt x="87814" y="10078"/>
                    <a:pt x="88813" y="6058"/>
                    <a:pt x="86910" y="3005"/>
                  </a:cubicBezTo>
                  <a:cubicBezTo>
                    <a:pt x="85700" y="1063"/>
                    <a:pt x="83619" y="1"/>
                    <a:pt x="81493" y="1"/>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1"/>
            <p:cNvSpPr/>
            <p:nvPr/>
          </p:nvSpPr>
          <p:spPr>
            <a:xfrm>
              <a:off x="7856879" y="2151302"/>
              <a:ext cx="1568729" cy="1023796"/>
            </a:xfrm>
            <a:custGeom>
              <a:rect b="b" l="l" r="r" t="t"/>
              <a:pathLst>
                <a:path extrusionOk="0" h="57907" w="88729">
                  <a:moveTo>
                    <a:pt x="81801" y="592"/>
                  </a:moveTo>
                  <a:cubicBezTo>
                    <a:pt x="82243" y="592"/>
                    <a:pt x="82688" y="640"/>
                    <a:pt x="83131" y="738"/>
                  </a:cubicBezTo>
                  <a:cubicBezTo>
                    <a:pt x="84739" y="1095"/>
                    <a:pt x="86105" y="2062"/>
                    <a:pt x="86975" y="3459"/>
                  </a:cubicBezTo>
                  <a:cubicBezTo>
                    <a:pt x="87852" y="4867"/>
                    <a:pt x="88115" y="6529"/>
                    <a:pt x="87716" y="8139"/>
                  </a:cubicBezTo>
                  <a:cubicBezTo>
                    <a:pt x="87317" y="9749"/>
                    <a:pt x="86307" y="11095"/>
                    <a:pt x="84875" y="11930"/>
                  </a:cubicBezTo>
                  <a:lnTo>
                    <a:pt x="11301" y="54760"/>
                  </a:lnTo>
                  <a:lnTo>
                    <a:pt x="1118" y="57268"/>
                  </a:lnTo>
                  <a:lnTo>
                    <a:pt x="666" y="56364"/>
                  </a:lnTo>
                  <a:lnTo>
                    <a:pt x="7915" y="47541"/>
                  </a:lnTo>
                  <a:lnTo>
                    <a:pt x="78496" y="1579"/>
                  </a:lnTo>
                  <a:cubicBezTo>
                    <a:pt x="79496" y="928"/>
                    <a:pt x="80637" y="592"/>
                    <a:pt x="81801" y="592"/>
                  </a:cubicBezTo>
                  <a:close/>
                  <a:moveTo>
                    <a:pt x="81799" y="1"/>
                  </a:moveTo>
                  <a:cubicBezTo>
                    <a:pt x="80522" y="1"/>
                    <a:pt x="79271" y="369"/>
                    <a:pt x="78174" y="1085"/>
                  </a:cubicBezTo>
                  <a:lnTo>
                    <a:pt x="7553" y="47070"/>
                  </a:lnTo>
                  <a:cubicBezTo>
                    <a:pt x="7528" y="47087"/>
                    <a:pt x="7505" y="47107"/>
                    <a:pt x="7485" y="47131"/>
                  </a:cubicBezTo>
                  <a:lnTo>
                    <a:pt x="87" y="56136"/>
                  </a:lnTo>
                  <a:cubicBezTo>
                    <a:pt x="14" y="56227"/>
                    <a:pt x="0" y="56352"/>
                    <a:pt x="52" y="56456"/>
                  </a:cubicBezTo>
                  <a:lnTo>
                    <a:pt x="695" y="57743"/>
                  </a:lnTo>
                  <a:cubicBezTo>
                    <a:pt x="745" y="57844"/>
                    <a:pt x="848" y="57907"/>
                    <a:pt x="960" y="57907"/>
                  </a:cubicBezTo>
                  <a:cubicBezTo>
                    <a:pt x="984" y="57907"/>
                    <a:pt x="1008" y="57904"/>
                    <a:pt x="1030" y="57898"/>
                  </a:cubicBezTo>
                  <a:lnTo>
                    <a:pt x="11484" y="55324"/>
                  </a:lnTo>
                  <a:cubicBezTo>
                    <a:pt x="11512" y="55318"/>
                    <a:pt x="11538" y="55307"/>
                    <a:pt x="11562" y="55293"/>
                  </a:cubicBezTo>
                  <a:lnTo>
                    <a:pt x="85172" y="12441"/>
                  </a:lnTo>
                  <a:cubicBezTo>
                    <a:pt x="86744" y="11526"/>
                    <a:pt x="87852" y="10049"/>
                    <a:pt x="88290" y="8281"/>
                  </a:cubicBezTo>
                  <a:cubicBezTo>
                    <a:pt x="88728" y="6515"/>
                    <a:pt x="88439" y="4692"/>
                    <a:pt x="87477" y="3147"/>
                  </a:cubicBezTo>
                  <a:cubicBezTo>
                    <a:pt x="86521" y="1613"/>
                    <a:pt x="85023" y="553"/>
                    <a:pt x="83259" y="162"/>
                  </a:cubicBezTo>
                  <a:cubicBezTo>
                    <a:pt x="82773" y="54"/>
                    <a:pt x="82284" y="1"/>
                    <a:pt x="817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31"/>
            <p:cNvSpPr/>
            <p:nvPr/>
          </p:nvSpPr>
          <p:spPr>
            <a:xfrm>
              <a:off x="8604779" y="2692858"/>
              <a:ext cx="42414" cy="27298"/>
            </a:xfrm>
            <a:custGeom>
              <a:rect b="b" l="l" r="r" t="t"/>
              <a:pathLst>
                <a:path extrusionOk="0" h="1544" w="2399">
                  <a:moveTo>
                    <a:pt x="2399" y="0"/>
                  </a:moveTo>
                  <a:lnTo>
                    <a:pt x="0" y="1544"/>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31"/>
            <p:cNvSpPr/>
            <p:nvPr/>
          </p:nvSpPr>
          <p:spPr>
            <a:xfrm>
              <a:off x="8599104" y="2687625"/>
              <a:ext cx="54048" cy="37764"/>
            </a:xfrm>
            <a:custGeom>
              <a:rect b="b" l="l" r="r" t="t"/>
              <a:pathLst>
                <a:path extrusionOk="0" h="2136" w="3057">
                  <a:moveTo>
                    <a:pt x="2719" y="0"/>
                  </a:moveTo>
                  <a:cubicBezTo>
                    <a:pt x="2664" y="0"/>
                    <a:pt x="2609" y="15"/>
                    <a:pt x="2560" y="47"/>
                  </a:cubicBezTo>
                  <a:lnTo>
                    <a:pt x="160" y="1592"/>
                  </a:lnTo>
                  <a:cubicBezTo>
                    <a:pt x="50" y="1662"/>
                    <a:pt x="0" y="1797"/>
                    <a:pt x="37" y="1923"/>
                  </a:cubicBezTo>
                  <a:cubicBezTo>
                    <a:pt x="73" y="2049"/>
                    <a:pt x="189" y="2136"/>
                    <a:pt x="320" y="2136"/>
                  </a:cubicBezTo>
                  <a:cubicBezTo>
                    <a:pt x="377" y="2136"/>
                    <a:pt x="432" y="2119"/>
                    <a:pt x="480" y="2088"/>
                  </a:cubicBezTo>
                  <a:lnTo>
                    <a:pt x="2879" y="544"/>
                  </a:lnTo>
                  <a:cubicBezTo>
                    <a:pt x="3017" y="456"/>
                    <a:pt x="3057" y="274"/>
                    <a:pt x="2969" y="136"/>
                  </a:cubicBezTo>
                  <a:cubicBezTo>
                    <a:pt x="2912" y="48"/>
                    <a:pt x="2816" y="0"/>
                    <a:pt x="27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31"/>
            <p:cNvSpPr/>
            <p:nvPr/>
          </p:nvSpPr>
          <p:spPr>
            <a:xfrm>
              <a:off x="8698978" y="2457767"/>
              <a:ext cx="313502" cy="201764"/>
            </a:xfrm>
            <a:custGeom>
              <a:rect b="b" l="l" r="r" t="t"/>
              <a:pathLst>
                <a:path extrusionOk="0" h="11412" w="17732">
                  <a:moveTo>
                    <a:pt x="17731" y="1"/>
                  </a:moveTo>
                  <a:lnTo>
                    <a:pt x="0" y="1141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31"/>
            <p:cNvSpPr/>
            <p:nvPr/>
          </p:nvSpPr>
          <p:spPr>
            <a:xfrm>
              <a:off x="8693320" y="2452516"/>
              <a:ext cx="325153" cy="212248"/>
            </a:xfrm>
            <a:custGeom>
              <a:rect b="b" l="l" r="r" t="t"/>
              <a:pathLst>
                <a:path extrusionOk="0" h="12005" w="18391">
                  <a:moveTo>
                    <a:pt x="18054" y="1"/>
                  </a:moveTo>
                  <a:cubicBezTo>
                    <a:pt x="17998" y="1"/>
                    <a:pt x="17941" y="17"/>
                    <a:pt x="17891" y="50"/>
                  </a:cubicBezTo>
                  <a:lnTo>
                    <a:pt x="160" y="11459"/>
                  </a:lnTo>
                  <a:cubicBezTo>
                    <a:pt x="51" y="11531"/>
                    <a:pt x="1" y="11665"/>
                    <a:pt x="37" y="11791"/>
                  </a:cubicBezTo>
                  <a:cubicBezTo>
                    <a:pt x="74" y="11917"/>
                    <a:pt x="189" y="12004"/>
                    <a:pt x="320" y="12004"/>
                  </a:cubicBezTo>
                  <a:cubicBezTo>
                    <a:pt x="377" y="12004"/>
                    <a:pt x="434" y="11988"/>
                    <a:pt x="480" y="11956"/>
                  </a:cubicBezTo>
                  <a:lnTo>
                    <a:pt x="18211" y="547"/>
                  </a:lnTo>
                  <a:cubicBezTo>
                    <a:pt x="18351" y="459"/>
                    <a:pt x="18391" y="275"/>
                    <a:pt x="18302" y="137"/>
                  </a:cubicBezTo>
                  <a:cubicBezTo>
                    <a:pt x="18246" y="49"/>
                    <a:pt x="18151" y="1"/>
                    <a:pt x="180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1"/>
            <p:cNvSpPr/>
            <p:nvPr/>
          </p:nvSpPr>
          <p:spPr>
            <a:xfrm>
              <a:off x="7842134" y="3143769"/>
              <a:ext cx="56682" cy="30498"/>
            </a:xfrm>
            <a:custGeom>
              <a:rect b="b" l="l" r="r" t="t"/>
              <a:pathLst>
                <a:path extrusionOk="0" h="1725" w="3206">
                  <a:moveTo>
                    <a:pt x="1837" y="0"/>
                  </a:moveTo>
                  <a:cubicBezTo>
                    <a:pt x="1837" y="0"/>
                    <a:pt x="1" y="767"/>
                    <a:pt x="282" y="1537"/>
                  </a:cubicBezTo>
                  <a:cubicBezTo>
                    <a:pt x="330" y="1670"/>
                    <a:pt x="447" y="1724"/>
                    <a:pt x="608" y="1724"/>
                  </a:cubicBezTo>
                  <a:cubicBezTo>
                    <a:pt x="1389" y="1724"/>
                    <a:pt x="3205" y="442"/>
                    <a:pt x="3205" y="442"/>
                  </a:cubicBezTo>
                  <a:lnTo>
                    <a:pt x="1837" y="0"/>
                  </a:lnTo>
                  <a:close/>
                </a:path>
              </a:pathLst>
            </a:custGeom>
            <a:solidFill>
              <a:srgbClr val="C6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31"/>
            <p:cNvSpPr/>
            <p:nvPr/>
          </p:nvSpPr>
          <p:spPr>
            <a:xfrm>
              <a:off x="7835858" y="3138518"/>
              <a:ext cx="69500" cy="40929"/>
            </a:xfrm>
            <a:custGeom>
              <a:rect b="b" l="l" r="r" t="t"/>
              <a:pathLst>
                <a:path extrusionOk="0" h="2315" w="3931">
                  <a:moveTo>
                    <a:pt x="2207" y="613"/>
                  </a:moveTo>
                  <a:lnTo>
                    <a:pt x="2889" y="834"/>
                  </a:lnTo>
                  <a:cubicBezTo>
                    <a:pt x="2062" y="1362"/>
                    <a:pt x="1268" y="1746"/>
                    <a:pt x="984" y="1746"/>
                  </a:cubicBezTo>
                  <a:cubicBezTo>
                    <a:pt x="955" y="1746"/>
                    <a:pt x="932" y="1742"/>
                    <a:pt x="914" y="1734"/>
                  </a:cubicBezTo>
                  <a:cubicBezTo>
                    <a:pt x="802" y="1427"/>
                    <a:pt x="1577" y="897"/>
                    <a:pt x="2207" y="613"/>
                  </a:cubicBezTo>
                  <a:close/>
                  <a:moveTo>
                    <a:pt x="2191" y="1"/>
                  </a:moveTo>
                  <a:cubicBezTo>
                    <a:pt x="2153" y="1"/>
                    <a:pt x="2114" y="9"/>
                    <a:pt x="2078" y="24"/>
                  </a:cubicBezTo>
                  <a:cubicBezTo>
                    <a:pt x="1728" y="170"/>
                    <a:pt x="1" y="949"/>
                    <a:pt x="359" y="1935"/>
                  </a:cubicBezTo>
                  <a:cubicBezTo>
                    <a:pt x="418" y="2103"/>
                    <a:pt x="555" y="2232"/>
                    <a:pt x="725" y="2283"/>
                  </a:cubicBezTo>
                  <a:cubicBezTo>
                    <a:pt x="793" y="2303"/>
                    <a:pt x="865" y="2314"/>
                    <a:pt x="936" y="2314"/>
                  </a:cubicBezTo>
                  <a:cubicBezTo>
                    <a:pt x="940" y="2314"/>
                    <a:pt x="944" y="2314"/>
                    <a:pt x="948" y="2314"/>
                  </a:cubicBezTo>
                  <a:cubicBezTo>
                    <a:pt x="1772" y="2314"/>
                    <a:pt x="3261" y="1313"/>
                    <a:pt x="3731" y="981"/>
                  </a:cubicBezTo>
                  <a:cubicBezTo>
                    <a:pt x="3930" y="840"/>
                    <a:pt x="3884" y="533"/>
                    <a:pt x="3652" y="458"/>
                  </a:cubicBezTo>
                  <a:lnTo>
                    <a:pt x="2282" y="15"/>
                  </a:lnTo>
                  <a:cubicBezTo>
                    <a:pt x="2253" y="6"/>
                    <a:pt x="2222" y="1"/>
                    <a:pt x="219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31"/>
            <p:cNvSpPr/>
            <p:nvPr/>
          </p:nvSpPr>
          <p:spPr>
            <a:xfrm>
              <a:off x="7862466" y="2987884"/>
              <a:ext cx="196213" cy="181980"/>
            </a:xfrm>
            <a:custGeom>
              <a:rect b="b" l="l" r="r" t="t"/>
              <a:pathLst>
                <a:path extrusionOk="0" h="10293" w="11098">
                  <a:moveTo>
                    <a:pt x="7398" y="0"/>
                  </a:moveTo>
                  <a:lnTo>
                    <a:pt x="0" y="9006"/>
                  </a:lnTo>
                  <a:lnTo>
                    <a:pt x="644" y="10293"/>
                  </a:lnTo>
                  <a:lnTo>
                    <a:pt x="11097" y="7719"/>
                  </a:lnTo>
                  <a:cubicBezTo>
                    <a:pt x="5308" y="5468"/>
                    <a:pt x="7398" y="1"/>
                    <a:pt x="73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1"/>
            <p:cNvSpPr/>
            <p:nvPr/>
          </p:nvSpPr>
          <p:spPr>
            <a:xfrm>
              <a:off x="7856879" y="2982651"/>
              <a:ext cx="207157" cy="192447"/>
            </a:xfrm>
            <a:custGeom>
              <a:rect b="b" l="l" r="r" t="t"/>
              <a:pathLst>
                <a:path extrusionOk="0" h="10885" w="11717">
                  <a:moveTo>
                    <a:pt x="7140" y="1461"/>
                  </a:moveTo>
                  <a:lnTo>
                    <a:pt x="7140" y="1461"/>
                  </a:lnTo>
                  <a:cubicBezTo>
                    <a:pt x="6896" y="3171"/>
                    <a:pt x="7040" y="6197"/>
                    <a:pt x="10502" y="7936"/>
                  </a:cubicBezTo>
                  <a:lnTo>
                    <a:pt x="1118" y="10246"/>
                  </a:lnTo>
                  <a:lnTo>
                    <a:pt x="666" y="9342"/>
                  </a:lnTo>
                  <a:lnTo>
                    <a:pt x="7140" y="1461"/>
                  </a:lnTo>
                  <a:close/>
                  <a:moveTo>
                    <a:pt x="7714" y="1"/>
                  </a:moveTo>
                  <a:cubicBezTo>
                    <a:pt x="7628" y="1"/>
                    <a:pt x="7543" y="38"/>
                    <a:pt x="7485" y="109"/>
                  </a:cubicBezTo>
                  <a:lnTo>
                    <a:pt x="87" y="9114"/>
                  </a:lnTo>
                  <a:cubicBezTo>
                    <a:pt x="14" y="9205"/>
                    <a:pt x="0" y="9330"/>
                    <a:pt x="52" y="9434"/>
                  </a:cubicBezTo>
                  <a:lnTo>
                    <a:pt x="695" y="10721"/>
                  </a:lnTo>
                  <a:cubicBezTo>
                    <a:pt x="745" y="10822"/>
                    <a:pt x="848" y="10885"/>
                    <a:pt x="960" y="10885"/>
                  </a:cubicBezTo>
                  <a:cubicBezTo>
                    <a:pt x="984" y="10885"/>
                    <a:pt x="1008" y="10882"/>
                    <a:pt x="1030" y="10876"/>
                  </a:cubicBezTo>
                  <a:lnTo>
                    <a:pt x="11484" y="8302"/>
                  </a:lnTo>
                  <a:cubicBezTo>
                    <a:pt x="11610" y="8272"/>
                    <a:pt x="11700" y="8164"/>
                    <a:pt x="11708" y="8036"/>
                  </a:cubicBezTo>
                  <a:cubicBezTo>
                    <a:pt x="11717" y="7906"/>
                    <a:pt x="11641" y="7787"/>
                    <a:pt x="11520" y="7741"/>
                  </a:cubicBezTo>
                  <a:cubicBezTo>
                    <a:pt x="6080" y="5624"/>
                    <a:pt x="7911" y="614"/>
                    <a:pt x="7990" y="401"/>
                  </a:cubicBezTo>
                  <a:cubicBezTo>
                    <a:pt x="8042" y="266"/>
                    <a:pt x="7988" y="112"/>
                    <a:pt x="7863" y="41"/>
                  </a:cubicBezTo>
                  <a:cubicBezTo>
                    <a:pt x="7816" y="14"/>
                    <a:pt x="7765" y="1"/>
                    <a:pt x="7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1"/>
            <p:cNvSpPr/>
            <p:nvPr/>
          </p:nvSpPr>
          <p:spPr>
            <a:xfrm>
              <a:off x="9005531" y="2156570"/>
              <a:ext cx="427149" cy="344442"/>
            </a:xfrm>
            <a:custGeom>
              <a:rect b="b" l="l" r="r" t="t"/>
              <a:pathLst>
                <a:path extrusionOk="0" h="19482" w="24160">
                  <a:moveTo>
                    <a:pt x="16840" y="1"/>
                  </a:moveTo>
                  <a:cubicBezTo>
                    <a:pt x="15648" y="1"/>
                    <a:pt x="14441" y="335"/>
                    <a:pt x="13366" y="1035"/>
                  </a:cubicBezTo>
                  <a:lnTo>
                    <a:pt x="524" y="9397"/>
                  </a:lnTo>
                  <a:cubicBezTo>
                    <a:pt x="178" y="10277"/>
                    <a:pt x="0" y="11215"/>
                    <a:pt x="0" y="12162"/>
                  </a:cubicBezTo>
                  <a:cubicBezTo>
                    <a:pt x="0" y="16194"/>
                    <a:pt x="3137" y="19465"/>
                    <a:pt x="7011" y="19482"/>
                  </a:cubicBezTo>
                  <a:lnTo>
                    <a:pt x="20054" y="11887"/>
                  </a:lnTo>
                  <a:cubicBezTo>
                    <a:pt x="23163" y="10078"/>
                    <a:pt x="24160" y="6058"/>
                    <a:pt x="22257" y="3005"/>
                  </a:cubicBezTo>
                  <a:cubicBezTo>
                    <a:pt x="21047" y="1063"/>
                    <a:pt x="18966" y="1"/>
                    <a:pt x="168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1"/>
            <p:cNvSpPr/>
            <p:nvPr/>
          </p:nvSpPr>
          <p:spPr>
            <a:xfrm>
              <a:off x="9000280" y="2151302"/>
              <a:ext cx="425328" cy="354944"/>
            </a:xfrm>
            <a:custGeom>
              <a:rect b="b" l="l" r="r" t="t"/>
              <a:pathLst>
                <a:path extrusionOk="0" h="20076" w="24057">
                  <a:moveTo>
                    <a:pt x="17130" y="592"/>
                  </a:moveTo>
                  <a:cubicBezTo>
                    <a:pt x="17572" y="592"/>
                    <a:pt x="18017" y="640"/>
                    <a:pt x="18459" y="738"/>
                  </a:cubicBezTo>
                  <a:cubicBezTo>
                    <a:pt x="20067" y="1096"/>
                    <a:pt x="21433" y="2062"/>
                    <a:pt x="22303" y="3459"/>
                  </a:cubicBezTo>
                  <a:cubicBezTo>
                    <a:pt x="23180" y="4867"/>
                    <a:pt x="23443" y="6529"/>
                    <a:pt x="23044" y="8139"/>
                  </a:cubicBezTo>
                  <a:cubicBezTo>
                    <a:pt x="22645" y="9749"/>
                    <a:pt x="21635" y="11096"/>
                    <a:pt x="20203" y="11931"/>
                  </a:cubicBezTo>
                  <a:lnTo>
                    <a:pt x="7228" y="19483"/>
                  </a:lnTo>
                  <a:cubicBezTo>
                    <a:pt x="3562" y="19422"/>
                    <a:pt x="592" y="16290"/>
                    <a:pt x="592" y="12460"/>
                  </a:cubicBezTo>
                  <a:cubicBezTo>
                    <a:pt x="592" y="11581"/>
                    <a:pt x="751" y="10711"/>
                    <a:pt x="1062" y="9890"/>
                  </a:cubicBezTo>
                  <a:lnTo>
                    <a:pt x="13824" y="1579"/>
                  </a:lnTo>
                  <a:cubicBezTo>
                    <a:pt x="14825" y="929"/>
                    <a:pt x="15966" y="592"/>
                    <a:pt x="17130" y="592"/>
                  </a:cubicBezTo>
                  <a:close/>
                  <a:moveTo>
                    <a:pt x="17127" y="1"/>
                  </a:moveTo>
                  <a:cubicBezTo>
                    <a:pt x="15850" y="1"/>
                    <a:pt x="14599" y="369"/>
                    <a:pt x="13502" y="1085"/>
                  </a:cubicBezTo>
                  <a:lnTo>
                    <a:pt x="660" y="9447"/>
                  </a:lnTo>
                  <a:cubicBezTo>
                    <a:pt x="607" y="9481"/>
                    <a:pt x="568" y="9529"/>
                    <a:pt x="546" y="9587"/>
                  </a:cubicBezTo>
                  <a:cubicBezTo>
                    <a:pt x="185" y="10501"/>
                    <a:pt x="0" y="11477"/>
                    <a:pt x="2" y="12460"/>
                  </a:cubicBezTo>
                  <a:cubicBezTo>
                    <a:pt x="2" y="16642"/>
                    <a:pt x="3278" y="20058"/>
                    <a:pt x="7305" y="20076"/>
                  </a:cubicBezTo>
                  <a:lnTo>
                    <a:pt x="7306" y="20076"/>
                  </a:lnTo>
                  <a:cubicBezTo>
                    <a:pt x="7358" y="20074"/>
                    <a:pt x="7410" y="20062"/>
                    <a:pt x="7455" y="20035"/>
                  </a:cubicBezTo>
                  <a:lnTo>
                    <a:pt x="20500" y="12441"/>
                  </a:lnTo>
                  <a:cubicBezTo>
                    <a:pt x="22072" y="11526"/>
                    <a:pt x="23179" y="10049"/>
                    <a:pt x="23618" y="8281"/>
                  </a:cubicBezTo>
                  <a:cubicBezTo>
                    <a:pt x="24056" y="6515"/>
                    <a:pt x="23767" y="4692"/>
                    <a:pt x="22805" y="3147"/>
                  </a:cubicBezTo>
                  <a:cubicBezTo>
                    <a:pt x="21849" y="1613"/>
                    <a:pt x="20351" y="553"/>
                    <a:pt x="18587" y="162"/>
                  </a:cubicBezTo>
                  <a:cubicBezTo>
                    <a:pt x="18101" y="54"/>
                    <a:pt x="17612" y="1"/>
                    <a:pt x="171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1"/>
            <p:cNvSpPr/>
            <p:nvPr/>
          </p:nvSpPr>
          <p:spPr>
            <a:xfrm>
              <a:off x="9056680" y="2156570"/>
              <a:ext cx="376001" cy="310974"/>
            </a:xfrm>
            <a:custGeom>
              <a:rect b="b" l="l" r="r" t="t"/>
              <a:pathLst>
                <a:path extrusionOk="0" h="17589" w="21267">
                  <a:moveTo>
                    <a:pt x="13947" y="1"/>
                  </a:moveTo>
                  <a:cubicBezTo>
                    <a:pt x="12755" y="1"/>
                    <a:pt x="11548" y="335"/>
                    <a:pt x="10473" y="1035"/>
                  </a:cubicBezTo>
                  <a:lnTo>
                    <a:pt x="715" y="7389"/>
                  </a:lnTo>
                  <a:cubicBezTo>
                    <a:pt x="245" y="8362"/>
                    <a:pt x="1" y="9430"/>
                    <a:pt x="2" y="10513"/>
                  </a:cubicBezTo>
                  <a:cubicBezTo>
                    <a:pt x="2" y="14421"/>
                    <a:pt x="3098" y="17588"/>
                    <a:pt x="6918" y="17588"/>
                  </a:cubicBezTo>
                  <a:cubicBezTo>
                    <a:pt x="7080" y="17588"/>
                    <a:pt x="7240" y="17582"/>
                    <a:pt x="7400" y="17571"/>
                  </a:cubicBezTo>
                  <a:lnTo>
                    <a:pt x="17161" y="11887"/>
                  </a:lnTo>
                  <a:cubicBezTo>
                    <a:pt x="20270" y="10078"/>
                    <a:pt x="21267" y="6058"/>
                    <a:pt x="19364" y="3005"/>
                  </a:cubicBezTo>
                  <a:cubicBezTo>
                    <a:pt x="18154" y="1063"/>
                    <a:pt x="16073" y="1"/>
                    <a:pt x="139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1"/>
            <p:cNvSpPr/>
            <p:nvPr/>
          </p:nvSpPr>
          <p:spPr>
            <a:xfrm>
              <a:off x="9051429" y="2151302"/>
              <a:ext cx="374180" cy="321475"/>
            </a:xfrm>
            <a:custGeom>
              <a:rect b="b" l="l" r="r" t="t"/>
              <a:pathLst>
                <a:path extrusionOk="0" h="18183" w="21164">
                  <a:moveTo>
                    <a:pt x="14238" y="592"/>
                  </a:moveTo>
                  <a:cubicBezTo>
                    <a:pt x="14680" y="592"/>
                    <a:pt x="15125" y="640"/>
                    <a:pt x="15567" y="738"/>
                  </a:cubicBezTo>
                  <a:cubicBezTo>
                    <a:pt x="17175" y="1096"/>
                    <a:pt x="18540" y="2062"/>
                    <a:pt x="19411" y="3459"/>
                  </a:cubicBezTo>
                  <a:cubicBezTo>
                    <a:pt x="20288" y="4867"/>
                    <a:pt x="20552" y="6529"/>
                    <a:pt x="20152" y="8139"/>
                  </a:cubicBezTo>
                  <a:cubicBezTo>
                    <a:pt x="19753" y="9749"/>
                    <a:pt x="18744" y="11095"/>
                    <a:pt x="17310" y="11931"/>
                  </a:cubicBezTo>
                  <a:lnTo>
                    <a:pt x="7609" y="17578"/>
                  </a:lnTo>
                  <a:cubicBezTo>
                    <a:pt x="7478" y="17587"/>
                    <a:pt x="7347" y="17590"/>
                    <a:pt x="7215" y="17590"/>
                  </a:cubicBezTo>
                  <a:cubicBezTo>
                    <a:pt x="3565" y="17590"/>
                    <a:pt x="595" y="14549"/>
                    <a:pt x="595" y="10811"/>
                  </a:cubicBezTo>
                  <a:cubicBezTo>
                    <a:pt x="592" y="9801"/>
                    <a:pt x="814" y="8802"/>
                    <a:pt x="1243" y="7888"/>
                  </a:cubicBezTo>
                  <a:lnTo>
                    <a:pt x="10933" y="1579"/>
                  </a:lnTo>
                  <a:cubicBezTo>
                    <a:pt x="11933" y="929"/>
                    <a:pt x="13074" y="592"/>
                    <a:pt x="14238" y="592"/>
                  </a:cubicBezTo>
                  <a:close/>
                  <a:moveTo>
                    <a:pt x="14234" y="1"/>
                  </a:moveTo>
                  <a:cubicBezTo>
                    <a:pt x="12957" y="1"/>
                    <a:pt x="11706" y="369"/>
                    <a:pt x="10609" y="1085"/>
                  </a:cubicBezTo>
                  <a:lnTo>
                    <a:pt x="850" y="7439"/>
                  </a:lnTo>
                  <a:cubicBezTo>
                    <a:pt x="805" y="7468"/>
                    <a:pt x="769" y="7509"/>
                    <a:pt x="746" y="7558"/>
                  </a:cubicBezTo>
                  <a:cubicBezTo>
                    <a:pt x="255" y="8572"/>
                    <a:pt x="1" y="9684"/>
                    <a:pt x="4" y="10811"/>
                  </a:cubicBezTo>
                  <a:cubicBezTo>
                    <a:pt x="4" y="14875"/>
                    <a:pt x="3239" y="18182"/>
                    <a:pt x="7215" y="18182"/>
                  </a:cubicBezTo>
                  <a:cubicBezTo>
                    <a:pt x="7383" y="18182"/>
                    <a:pt x="7551" y="18176"/>
                    <a:pt x="7717" y="18163"/>
                  </a:cubicBezTo>
                  <a:cubicBezTo>
                    <a:pt x="7762" y="18161"/>
                    <a:pt x="7805" y="18147"/>
                    <a:pt x="7846" y="18124"/>
                  </a:cubicBezTo>
                  <a:lnTo>
                    <a:pt x="17607" y="12441"/>
                  </a:lnTo>
                  <a:cubicBezTo>
                    <a:pt x="19179" y="11526"/>
                    <a:pt x="20286" y="10049"/>
                    <a:pt x="20725" y="8281"/>
                  </a:cubicBezTo>
                  <a:cubicBezTo>
                    <a:pt x="21163" y="6515"/>
                    <a:pt x="20874" y="4692"/>
                    <a:pt x="19912" y="3147"/>
                  </a:cubicBezTo>
                  <a:cubicBezTo>
                    <a:pt x="18956" y="1612"/>
                    <a:pt x="17458" y="553"/>
                    <a:pt x="15694" y="162"/>
                  </a:cubicBezTo>
                  <a:cubicBezTo>
                    <a:pt x="15208" y="54"/>
                    <a:pt x="14719" y="1"/>
                    <a:pt x="1423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1"/>
            <p:cNvSpPr/>
            <p:nvPr/>
          </p:nvSpPr>
          <p:spPr>
            <a:xfrm>
              <a:off x="8597990" y="2534251"/>
              <a:ext cx="31700" cy="62676"/>
            </a:xfrm>
            <a:custGeom>
              <a:rect b="b" l="l" r="r" t="t"/>
              <a:pathLst>
                <a:path extrusionOk="0" h="3545" w="1793">
                  <a:moveTo>
                    <a:pt x="1793" y="1"/>
                  </a:moveTo>
                  <a:cubicBezTo>
                    <a:pt x="1793" y="1"/>
                    <a:pt x="364" y="1"/>
                    <a:pt x="364" y="652"/>
                  </a:cubicBezTo>
                  <a:cubicBezTo>
                    <a:pt x="364" y="1291"/>
                    <a:pt x="0" y="3544"/>
                    <a:pt x="778" y="3544"/>
                  </a:cubicBezTo>
                  <a:cubicBezTo>
                    <a:pt x="791" y="3544"/>
                    <a:pt x="803" y="3544"/>
                    <a:pt x="816" y="3542"/>
                  </a:cubicBezTo>
                  <a:cubicBezTo>
                    <a:pt x="1642" y="3471"/>
                    <a:pt x="1568" y="2025"/>
                    <a:pt x="1643" y="1519"/>
                  </a:cubicBezTo>
                  <a:cubicBezTo>
                    <a:pt x="1717" y="1012"/>
                    <a:pt x="1793" y="1"/>
                    <a:pt x="17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1"/>
            <p:cNvSpPr/>
            <p:nvPr/>
          </p:nvSpPr>
          <p:spPr>
            <a:xfrm>
              <a:off x="8596487" y="2529017"/>
              <a:ext cx="38648" cy="73142"/>
            </a:xfrm>
            <a:custGeom>
              <a:rect b="b" l="l" r="r" t="t"/>
              <a:pathLst>
                <a:path extrusionOk="0" h="4137" w="2186">
                  <a:moveTo>
                    <a:pt x="1556" y="612"/>
                  </a:moveTo>
                  <a:cubicBezTo>
                    <a:pt x="1527" y="949"/>
                    <a:pt x="1480" y="1462"/>
                    <a:pt x="1436" y="1771"/>
                  </a:cubicBezTo>
                  <a:cubicBezTo>
                    <a:pt x="1421" y="1868"/>
                    <a:pt x="1411" y="1995"/>
                    <a:pt x="1401" y="2141"/>
                  </a:cubicBezTo>
                  <a:cubicBezTo>
                    <a:pt x="1364" y="2652"/>
                    <a:pt x="1304" y="3507"/>
                    <a:pt x="828" y="3530"/>
                  </a:cubicBezTo>
                  <a:cubicBezTo>
                    <a:pt x="579" y="3284"/>
                    <a:pt x="673" y="2044"/>
                    <a:pt x="713" y="1515"/>
                  </a:cubicBezTo>
                  <a:cubicBezTo>
                    <a:pt x="730" y="1281"/>
                    <a:pt x="745" y="1081"/>
                    <a:pt x="745" y="948"/>
                  </a:cubicBezTo>
                  <a:cubicBezTo>
                    <a:pt x="745" y="789"/>
                    <a:pt x="1133" y="658"/>
                    <a:pt x="1556" y="612"/>
                  </a:cubicBezTo>
                  <a:close/>
                  <a:moveTo>
                    <a:pt x="1878" y="1"/>
                  </a:moveTo>
                  <a:cubicBezTo>
                    <a:pt x="1700" y="1"/>
                    <a:pt x="153" y="27"/>
                    <a:pt x="153" y="946"/>
                  </a:cubicBezTo>
                  <a:cubicBezTo>
                    <a:pt x="153" y="1070"/>
                    <a:pt x="138" y="1254"/>
                    <a:pt x="123" y="1470"/>
                  </a:cubicBezTo>
                  <a:cubicBezTo>
                    <a:pt x="39" y="2587"/>
                    <a:pt x="1" y="3545"/>
                    <a:pt x="411" y="3950"/>
                  </a:cubicBezTo>
                  <a:cubicBezTo>
                    <a:pt x="530" y="4070"/>
                    <a:pt x="690" y="4137"/>
                    <a:pt x="858" y="4137"/>
                  </a:cubicBezTo>
                  <a:cubicBezTo>
                    <a:pt x="860" y="4137"/>
                    <a:pt x="862" y="4137"/>
                    <a:pt x="863" y="4137"/>
                  </a:cubicBezTo>
                  <a:cubicBezTo>
                    <a:pt x="883" y="4137"/>
                    <a:pt x="905" y="4136"/>
                    <a:pt x="926" y="4133"/>
                  </a:cubicBezTo>
                  <a:cubicBezTo>
                    <a:pt x="1857" y="4052"/>
                    <a:pt x="1940" y="2883"/>
                    <a:pt x="1990" y="2184"/>
                  </a:cubicBezTo>
                  <a:cubicBezTo>
                    <a:pt x="1999" y="2056"/>
                    <a:pt x="2006" y="1942"/>
                    <a:pt x="2019" y="1858"/>
                  </a:cubicBezTo>
                  <a:cubicBezTo>
                    <a:pt x="2096" y="1347"/>
                    <a:pt x="2169" y="360"/>
                    <a:pt x="2173" y="318"/>
                  </a:cubicBezTo>
                  <a:cubicBezTo>
                    <a:pt x="2185" y="147"/>
                    <a:pt x="2049" y="1"/>
                    <a:pt x="18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1"/>
            <p:cNvSpPr/>
            <p:nvPr/>
          </p:nvSpPr>
          <p:spPr>
            <a:xfrm>
              <a:off x="8619241" y="2490882"/>
              <a:ext cx="38100" cy="86950"/>
            </a:xfrm>
            <a:custGeom>
              <a:rect b="b" l="l" r="r" t="t"/>
              <a:pathLst>
                <a:path extrusionOk="0" h="4918" w="2155">
                  <a:moveTo>
                    <a:pt x="1479" y="1"/>
                  </a:moveTo>
                  <a:cubicBezTo>
                    <a:pt x="1123" y="1"/>
                    <a:pt x="731" y="99"/>
                    <a:pt x="583" y="492"/>
                  </a:cubicBezTo>
                  <a:cubicBezTo>
                    <a:pt x="291" y="1269"/>
                    <a:pt x="1" y="4917"/>
                    <a:pt x="844" y="4917"/>
                  </a:cubicBezTo>
                  <a:cubicBezTo>
                    <a:pt x="855" y="4917"/>
                    <a:pt x="867" y="4916"/>
                    <a:pt x="878" y="4915"/>
                  </a:cubicBezTo>
                  <a:cubicBezTo>
                    <a:pt x="1762" y="4817"/>
                    <a:pt x="1958" y="1475"/>
                    <a:pt x="2155" y="99"/>
                  </a:cubicBezTo>
                  <a:cubicBezTo>
                    <a:pt x="2155" y="99"/>
                    <a:pt x="1835" y="1"/>
                    <a:pt x="14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1"/>
            <p:cNvSpPr/>
            <p:nvPr/>
          </p:nvSpPr>
          <p:spPr>
            <a:xfrm>
              <a:off x="8614450" y="2485613"/>
              <a:ext cx="48408" cy="97434"/>
            </a:xfrm>
            <a:custGeom>
              <a:rect b="b" l="l" r="r" t="t"/>
              <a:pathLst>
                <a:path extrusionOk="0" h="5511" w="2738">
                  <a:moveTo>
                    <a:pt x="1745" y="594"/>
                  </a:moveTo>
                  <a:cubicBezTo>
                    <a:pt x="1863" y="595"/>
                    <a:pt x="1981" y="606"/>
                    <a:pt x="2097" y="627"/>
                  </a:cubicBezTo>
                  <a:cubicBezTo>
                    <a:pt x="2074" y="812"/>
                    <a:pt x="2050" y="1019"/>
                    <a:pt x="2024" y="1241"/>
                  </a:cubicBezTo>
                  <a:cubicBezTo>
                    <a:pt x="1922" y="2136"/>
                    <a:pt x="1611" y="4863"/>
                    <a:pt x="1124" y="4920"/>
                  </a:cubicBezTo>
                  <a:cubicBezTo>
                    <a:pt x="731" y="4707"/>
                    <a:pt x="799" y="1776"/>
                    <a:pt x="1130" y="893"/>
                  </a:cubicBezTo>
                  <a:cubicBezTo>
                    <a:pt x="1218" y="657"/>
                    <a:pt x="1484" y="594"/>
                    <a:pt x="1743" y="594"/>
                  </a:cubicBezTo>
                  <a:close/>
                  <a:moveTo>
                    <a:pt x="1760" y="0"/>
                  </a:moveTo>
                  <a:cubicBezTo>
                    <a:pt x="1275" y="0"/>
                    <a:pt x="774" y="159"/>
                    <a:pt x="576" y="687"/>
                  </a:cubicBezTo>
                  <a:cubicBezTo>
                    <a:pt x="314" y="1388"/>
                    <a:pt x="1" y="4450"/>
                    <a:pt x="630" y="5257"/>
                  </a:cubicBezTo>
                  <a:cubicBezTo>
                    <a:pt x="759" y="5422"/>
                    <a:pt x="927" y="5510"/>
                    <a:pt x="1114" y="5510"/>
                  </a:cubicBezTo>
                  <a:cubicBezTo>
                    <a:pt x="1135" y="5510"/>
                    <a:pt x="1158" y="5509"/>
                    <a:pt x="1179" y="5506"/>
                  </a:cubicBezTo>
                  <a:cubicBezTo>
                    <a:pt x="2073" y="5407"/>
                    <a:pt x="2346" y="3626"/>
                    <a:pt x="2612" y="1308"/>
                  </a:cubicBezTo>
                  <a:cubicBezTo>
                    <a:pt x="2649" y="977"/>
                    <a:pt x="2684" y="678"/>
                    <a:pt x="2718" y="439"/>
                  </a:cubicBezTo>
                  <a:cubicBezTo>
                    <a:pt x="2738" y="295"/>
                    <a:pt x="2651" y="157"/>
                    <a:pt x="2513" y="114"/>
                  </a:cubicBezTo>
                  <a:cubicBezTo>
                    <a:pt x="2305" y="51"/>
                    <a:pt x="2035" y="0"/>
                    <a:pt x="17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1"/>
            <p:cNvSpPr/>
            <p:nvPr/>
          </p:nvSpPr>
          <p:spPr>
            <a:xfrm>
              <a:off x="8646910" y="2484941"/>
              <a:ext cx="45172" cy="80674"/>
            </a:xfrm>
            <a:custGeom>
              <a:rect b="b" l="l" r="r" t="t"/>
              <a:pathLst>
                <a:path extrusionOk="0" h="4563" w="2555">
                  <a:moveTo>
                    <a:pt x="1224" y="1"/>
                  </a:moveTo>
                  <a:cubicBezTo>
                    <a:pt x="969" y="1"/>
                    <a:pt x="736" y="114"/>
                    <a:pt x="590" y="435"/>
                  </a:cubicBezTo>
                  <a:cubicBezTo>
                    <a:pt x="99" y="1516"/>
                    <a:pt x="0" y="4562"/>
                    <a:pt x="590" y="4562"/>
                  </a:cubicBezTo>
                  <a:cubicBezTo>
                    <a:pt x="1180" y="4562"/>
                    <a:pt x="2064" y="3285"/>
                    <a:pt x="2260" y="2597"/>
                  </a:cubicBezTo>
                  <a:cubicBezTo>
                    <a:pt x="2457" y="1908"/>
                    <a:pt x="2555" y="632"/>
                    <a:pt x="2555" y="632"/>
                  </a:cubicBezTo>
                  <a:cubicBezTo>
                    <a:pt x="2555" y="632"/>
                    <a:pt x="1828" y="1"/>
                    <a:pt x="122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31"/>
            <p:cNvSpPr/>
            <p:nvPr/>
          </p:nvSpPr>
          <p:spPr>
            <a:xfrm>
              <a:off x="8641695" y="2479725"/>
              <a:ext cx="55745" cy="91123"/>
            </a:xfrm>
            <a:custGeom>
              <a:rect b="b" l="l" r="r" t="t"/>
              <a:pathLst>
                <a:path extrusionOk="0" h="5154" w="3153">
                  <a:moveTo>
                    <a:pt x="1522" y="591"/>
                  </a:moveTo>
                  <a:cubicBezTo>
                    <a:pt x="1829" y="591"/>
                    <a:pt x="2261" y="841"/>
                    <a:pt x="2542" y="1058"/>
                  </a:cubicBezTo>
                  <a:cubicBezTo>
                    <a:pt x="2510" y="1412"/>
                    <a:pt x="2418" y="2297"/>
                    <a:pt x="2271" y="2812"/>
                  </a:cubicBezTo>
                  <a:cubicBezTo>
                    <a:pt x="2078" y="3484"/>
                    <a:pt x="1314" y="4470"/>
                    <a:pt x="935" y="4557"/>
                  </a:cubicBezTo>
                  <a:cubicBezTo>
                    <a:pt x="682" y="4161"/>
                    <a:pt x="702" y="1846"/>
                    <a:pt x="1154" y="854"/>
                  </a:cubicBezTo>
                  <a:cubicBezTo>
                    <a:pt x="1241" y="661"/>
                    <a:pt x="1348" y="617"/>
                    <a:pt x="1421" y="602"/>
                  </a:cubicBezTo>
                  <a:cubicBezTo>
                    <a:pt x="1454" y="594"/>
                    <a:pt x="1488" y="591"/>
                    <a:pt x="1522" y="591"/>
                  </a:cubicBezTo>
                  <a:close/>
                  <a:moveTo>
                    <a:pt x="1519" y="0"/>
                  </a:moveTo>
                  <a:cubicBezTo>
                    <a:pt x="1444" y="0"/>
                    <a:pt x="1369" y="8"/>
                    <a:pt x="1296" y="24"/>
                  </a:cubicBezTo>
                  <a:cubicBezTo>
                    <a:pt x="1086" y="69"/>
                    <a:pt x="798" y="208"/>
                    <a:pt x="617" y="607"/>
                  </a:cubicBezTo>
                  <a:cubicBezTo>
                    <a:pt x="167" y="1595"/>
                    <a:pt x="1" y="4191"/>
                    <a:pt x="453" y="4893"/>
                  </a:cubicBezTo>
                  <a:cubicBezTo>
                    <a:pt x="599" y="5119"/>
                    <a:pt x="786" y="5153"/>
                    <a:pt x="885" y="5153"/>
                  </a:cubicBezTo>
                  <a:cubicBezTo>
                    <a:pt x="1714" y="5153"/>
                    <a:pt x="2650" y="3639"/>
                    <a:pt x="2840" y="2974"/>
                  </a:cubicBezTo>
                  <a:cubicBezTo>
                    <a:pt x="3043" y="2265"/>
                    <a:pt x="3141" y="1002"/>
                    <a:pt x="3145" y="949"/>
                  </a:cubicBezTo>
                  <a:cubicBezTo>
                    <a:pt x="3152" y="855"/>
                    <a:pt x="3114" y="764"/>
                    <a:pt x="3044" y="703"/>
                  </a:cubicBezTo>
                  <a:cubicBezTo>
                    <a:pt x="2954" y="624"/>
                    <a:pt x="2210" y="0"/>
                    <a:pt x="15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31"/>
            <p:cNvSpPr/>
            <p:nvPr/>
          </p:nvSpPr>
          <p:spPr>
            <a:xfrm>
              <a:off x="8664254" y="2483297"/>
              <a:ext cx="64338" cy="71728"/>
            </a:xfrm>
            <a:custGeom>
              <a:rect b="b" l="l" r="r" t="t"/>
              <a:pathLst>
                <a:path extrusionOk="0" h="4057" w="3639">
                  <a:moveTo>
                    <a:pt x="1585" y="0"/>
                  </a:moveTo>
                  <a:cubicBezTo>
                    <a:pt x="1538" y="0"/>
                    <a:pt x="1501" y="12"/>
                    <a:pt x="1476" y="37"/>
                  </a:cubicBezTo>
                  <a:cubicBezTo>
                    <a:pt x="1181" y="332"/>
                    <a:pt x="0" y="3359"/>
                    <a:pt x="887" y="3968"/>
                  </a:cubicBezTo>
                  <a:cubicBezTo>
                    <a:pt x="976" y="4029"/>
                    <a:pt x="1067" y="4057"/>
                    <a:pt x="1160" y="4057"/>
                  </a:cubicBezTo>
                  <a:cubicBezTo>
                    <a:pt x="1987" y="4057"/>
                    <a:pt x="2892" y="1860"/>
                    <a:pt x="2892" y="1860"/>
                  </a:cubicBezTo>
                  <a:lnTo>
                    <a:pt x="3639" y="1314"/>
                  </a:lnTo>
                  <a:cubicBezTo>
                    <a:pt x="3639" y="1314"/>
                    <a:pt x="2079" y="0"/>
                    <a:pt x="158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31"/>
            <p:cNvSpPr/>
            <p:nvPr/>
          </p:nvSpPr>
          <p:spPr>
            <a:xfrm>
              <a:off x="8667278" y="2477993"/>
              <a:ext cx="67255" cy="82265"/>
            </a:xfrm>
            <a:custGeom>
              <a:rect b="b" l="l" r="r" t="t"/>
              <a:pathLst>
                <a:path extrusionOk="0" h="4653" w="3804">
                  <a:moveTo>
                    <a:pt x="1472" y="606"/>
                  </a:moveTo>
                  <a:cubicBezTo>
                    <a:pt x="1718" y="676"/>
                    <a:pt x="2342" y="1088"/>
                    <a:pt x="2984" y="1601"/>
                  </a:cubicBezTo>
                  <a:lnTo>
                    <a:pt x="2546" y="1922"/>
                  </a:lnTo>
                  <a:cubicBezTo>
                    <a:pt x="2502" y="1954"/>
                    <a:pt x="2468" y="1998"/>
                    <a:pt x="2448" y="2048"/>
                  </a:cubicBezTo>
                  <a:cubicBezTo>
                    <a:pt x="2138" y="2799"/>
                    <a:pt x="1501" y="3918"/>
                    <a:pt x="1054" y="4050"/>
                  </a:cubicBezTo>
                  <a:cubicBezTo>
                    <a:pt x="1031" y="4057"/>
                    <a:pt x="1010" y="4061"/>
                    <a:pt x="989" y="4061"/>
                  </a:cubicBezTo>
                  <a:cubicBezTo>
                    <a:pt x="952" y="4061"/>
                    <a:pt x="919" y="4049"/>
                    <a:pt x="883" y="4024"/>
                  </a:cubicBezTo>
                  <a:cubicBezTo>
                    <a:pt x="763" y="3942"/>
                    <a:pt x="718" y="3751"/>
                    <a:pt x="699" y="3605"/>
                  </a:cubicBezTo>
                  <a:cubicBezTo>
                    <a:pt x="587" y="2678"/>
                    <a:pt x="1233" y="993"/>
                    <a:pt x="1472" y="606"/>
                  </a:cubicBezTo>
                  <a:close/>
                  <a:moveTo>
                    <a:pt x="1390" y="0"/>
                  </a:moveTo>
                  <a:cubicBezTo>
                    <a:pt x="1223" y="0"/>
                    <a:pt x="1148" y="76"/>
                    <a:pt x="1097" y="127"/>
                  </a:cubicBezTo>
                  <a:cubicBezTo>
                    <a:pt x="780" y="444"/>
                    <a:pt x="0" y="2463"/>
                    <a:pt x="106" y="3611"/>
                  </a:cubicBezTo>
                  <a:cubicBezTo>
                    <a:pt x="145" y="4033"/>
                    <a:pt x="294" y="4336"/>
                    <a:pt x="548" y="4511"/>
                  </a:cubicBezTo>
                  <a:cubicBezTo>
                    <a:pt x="678" y="4602"/>
                    <a:pt x="831" y="4651"/>
                    <a:pt x="989" y="4652"/>
                  </a:cubicBezTo>
                  <a:cubicBezTo>
                    <a:pt x="1068" y="4652"/>
                    <a:pt x="1147" y="4639"/>
                    <a:pt x="1223" y="4617"/>
                  </a:cubicBezTo>
                  <a:cubicBezTo>
                    <a:pt x="2045" y="4373"/>
                    <a:pt x="2760" y="2823"/>
                    <a:pt x="2962" y="2351"/>
                  </a:cubicBezTo>
                  <a:lnTo>
                    <a:pt x="3643" y="1852"/>
                  </a:lnTo>
                  <a:cubicBezTo>
                    <a:pt x="3796" y="1739"/>
                    <a:pt x="3804" y="1511"/>
                    <a:pt x="3658" y="1387"/>
                  </a:cubicBezTo>
                  <a:cubicBezTo>
                    <a:pt x="2313" y="255"/>
                    <a:pt x="1697" y="0"/>
                    <a:pt x="13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1"/>
            <p:cNvSpPr/>
            <p:nvPr/>
          </p:nvSpPr>
          <p:spPr>
            <a:xfrm>
              <a:off x="8247890" y="2513494"/>
              <a:ext cx="358727" cy="423772"/>
            </a:xfrm>
            <a:custGeom>
              <a:rect b="b" l="l" r="r" t="t"/>
              <a:pathLst>
                <a:path extrusionOk="0" h="23969" w="20290">
                  <a:moveTo>
                    <a:pt x="7449" y="0"/>
                  </a:moveTo>
                  <a:cubicBezTo>
                    <a:pt x="6618" y="0"/>
                    <a:pt x="5715" y="135"/>
                    <a:pt x="4730" y="419"/>
                  </a:cubicBezTo>
                  <a:cubicBezTo>
                    <a:pt x="0" y="1785"/>
                    <a:pt x="209" y="8934"/>
                    <a:pt x="209" y="8934"/>
                  </a:cubicBezTo>
                  <a:cubicBezTo>
                    <a:pt x="209" y="8934"/>
                    <a:pt x="420" y="12088"/>
                    <a:pt x="1261" y="12824"/>
                  </a:cubicBezTo>
                  <a:cubicBezTo>
                    <a:pt x="2102" y="13560"/>
                    <a:pt x="2628" y="14296"/>
                    <a:pt x="2628" y="14296"/>
                  </a:cubicBezTo>
                  <a:cubicBezTo>
                    <a:pt x="2628" y="14296"/>
                    <a:pt x="2838" y="15768"/>
                    <a:pt x="2838" y="16714"/>
                  </a:cubicBezTo>
                  <a:cubicBezTo>
                    <a:pt x="2838" y="17487"/>
                    <a:pt x="3260" y="17558"/>
                    <a:pt x="3700" y="17558"/>
                  </a:cubicBezTo>
                  <a:cubicBezTo>
                    <a:pt x="3799" y="17558"/>
                    <a:pt x="3898" y="17555"/>
                    <a:pt x="3994" y="17555"/>
                  </a:cubicBezTo>
                  <a:cubicBezTo>
                    <a:pt x="4520" y="17555"/>
                    <a:pt x="5466" y="19342"/>
                    <a:pt x="5992" y="20183"/>
                  </a:cubicBezTo>
                  <a:cubicBezTo>
                    <a:pt x="6517" y="21024"/>
                    <a:pt x="8620" y="22811"/>
                    <a:pt x="9566" y="23337"/>
                  </a:cubicBezTo>
                  <a:cubicBezTo>
                    <a:pt x="9676" y="23398"/>
                    <a:pt x="9795" y="23425"/>
                    <a:pt x="9918" y="23425"/>
                  </a:cubicBezTo>
                  <a:cubicBezTo>
                    <a:pt x="10857" y="23425"/>
                    <a:pt x="12089" y="21865"/>
                    <a:pt x="12089" y="21865"/>
                  </a:cubicBezTo>
                  <a:lnTo>
                    <a:pt x="12825" y="23968"/>
                  </a:lnTo>
                  <a:lnTo>
                    <a:pt x="20289" y="19132"/>
                  </a:lnTo>
                  <a:lnTo>
                    <a:pt x="16609" y="11983"/>
                  </a:lnTo>
                  <a:cubicBezTo>
                    <a:pt x="16609" y="11983"/>
                    <a:pt x="16505" y="8724"/>
                    <a:pt x="14402" y="4939"/>
                  </a:cubicBezTo>
                  <a:cubicBezTo>
                    <a:pt x="12737" y="1943"/>
                    <a:pt x="10611" y="0"/>
                    <a:pt x="74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31"/>
            <p:cNvSpPr/>
            <p:nvPr/>
          </p:nvSpPr>
          <p:spPr>
            <a:xfrm>
              <a:off x="8243541" y="2508243"/>
              <a:ext cx="368982" cy="434221"/>
            </a:xfrm>
            <a:custGeom>
              <a:rect b="b" l="l" r="r" t="t"/>
              <a:pathLst>
                <a:path extrusionOk="0" h="24560" w="20870">
                  <a:moveTo>
                    <a:pt x="7714" y="587"/>
                  </a:moveTo>
                  <a:cubicBezTo>
                    <a:pt x="10467" y="587"/>
                    <a:pt x="12587" y="2135"/>
                    <a:pt x="14390" y="5380"/>
                  </a:cubicBezTo>
                  <a:cubicBezTo>
                    <a:pt x="16430" y="9051"/>
                    <a:pt x="16561" y="12258"/>
                    <a:pt x="16561" y="12289"/>
                  </a:cubicBezTo>
                  <a:cubicBezTo>
                    <a:pt x="16563" y="12333"/>
                    <a:pt x="16575" y="12376"/>
                    <a:pt x="16595" y="12415"/>
                  </a:cubicBezTo>
                  <a:lnTo>
                    <a:pt x="20151" y="19326"/>
                  </a:lnTo>
                  <a:lnTo>
                    <a:pt x="13227" y="23812"/>
                  </a:lnTo>
                  <a:lnTo>
                    <a:pt x="12615" y="22064"/>
                  </a:lnTo>
                  <a:cubicBezTo>
                    <a:pt x="12578" y="21962"/>
                    <a:pt x="12490" y="21888"/>
                    <a:pt x="12385" y="21870"/>
                  </a:cubicBezTo>
                  <a:cubicBezTo>
                    <a:pt x="12368" y="21868"/>
                    <a:pt x="12352" y="21867"/>
                    <a:pt x="12335" y="21867"/>
                  </a:cubicBezTo>
                  <a:cubicBezTo>
                    <a:pt x="12245" y="21867"/>
                    <a:pt x="12160" y="21908"/>
                    <a:pt x="12104" y="21979"/>
                  </a:cubicBezTo>
                  <a:cubicBezTo>
                    <a:pt x="11695" y="22497"/>
                    <a:pt x="10762" y="23427"/>
                    <a:pt x="10172" y="23427"/>
                  </a:cubicBezTo>
                  <a:cubicBezTo>
                    <a:pt x="10094" y="23427"/>
                    <a:pt x="10021" y="23411"/>
                    <a:pt x="9957" y="23375"/>
                  </a:cubicBezTo>
                  <a:cubicBezTo>
                    <a:pt x="9036" y="22862"/>
                    <a:pt x="6978" y="21106"/>
                    <a:pt x="6490" y="20323"/>
                  </a:cubicBezTo>
                  <a:cubicBezTo>
                    <a:pt x="6395" y="20172"/>
                    <a:pt x="6287" y="19991"/>
                    <a:pt x="6170" y="19794"/>
                  </a:cubicBezTo>
                  <a:cubicBezTo>
                    <a:pt x="5367" y="18442"/>
                    <a:pt x="4798" y="17556"/>
                    <a:pt x="4241" y="17556"/>
                  </a:cubicBezTo>
                  <a:lnTo>
                    <a:pt x="4091" y="17557"/>
                  </a:lnTo>
                  <a:cubicBezTo>
                    <a:pt x="4045" y="17558"/>
                    <a:pt x="3998" y="17559"/>
                    <a:pt x="3951" y="17559"/>
                  </a:cubicBezTo>
                  <a:cubicBezTo>
                    <a:pt x="3761" y="17559"/>
                    <a:pt x="3583" y="17545"/>
                    <a:pt x="3496" y="17460"/>
                  </a:cubicBezTo>
                  <a:cubicBezTo>
                    <a:pt x="3400" y="17366"/>
                    <a:pt x="3380" y="17164"/>
                    <a:pt x="3380" y="17011"/>
                  </a:cubicBezTo>
                  <a:cubicBezTo>
                    <a:pt x="3380" y="16054"/>
                    <a:pt x="3176" y="14612"/>
                    <a:pt x="3167" y="14550"/>
                  </a:cubicBezTo>
                  <a:cubicBezTo>
                    <a:pt x="3161" y="14504"/>
                    <a:pt x="3142" y="14460"/>
                    <a:pt x="3116" y="14421"/>
                  </a:cubicBezTo>
                  <a:cubicBezTo>
                    <a:pt x="3093" y="14389"/>
                    <a:pt x="2559" y="13648"/>
                    <a:pt x="1703" y="12899"/>
                  </a:cubicBezTo>
                  <a:cubicBezTo>
                    <a:pt x="1159" y="12421"/>
                    <a:pt x="831" y="10391"/>
                    <a:pt x="752" y="9217"/>
                  </a:cubicBezTo>
                  <a:cubicBezTo>
                    <a:pt x="747" y="8999"/>
                    <a:pt x="656" y="2271"/>
                    <a:pt x="5060" y="1000"/>
                  </a:cubicBezTo>
                  <a:cubicBezTo>
                    <a:pt x="6007" y="726"/>
                    <a:pt x="6889" y="587"/>
                    <a:pt x="7714" y="587"/>
                  </a:cubicBezTo>
                  <a:close/>
                  <a:moveTo>
                    <a:pt x="7699" y="0"/>
                  </a:moveTo>
                  <a:cubicBezTo>
                    <a:pt x="6822" y="0"/>
                    <a:pt x="5890" y="145"/>
                    <a:pt x="4896" y="432"/>
                  </a:cubicBezTo>
                  <a:cubicBezTo>
                    <a:pt x="1" y="1847"/>
                    <a:pt x="153" y="8939"/>
                    <a:pt x="161" y="9240"/>
                  </a:cubicBezTo>
                  <a:lnTo>
                    <a:pt x="161" y="9251"/>
                  </a:lnTo>
                  <a:cubicBezTo>
                    <a:pt x="183" y="9586"/>
                    <a:pt x="406" y="12550"/>
                    <a:pt x="1313" y="13343"/>
                  </a:cubicBezTo>
                  <a:cubicBezTo>
                    <a:pt x="1782" y="13756"/>
                    <a:pt x="2210" y="14213"/>
                    <a:pt x="2592" y="14708"/>
                  </a:cubicBezTo>
                  <a:cubicBezTo>
                    <a:pt x="2633" y="15015"/>
                    <a:pt x="2788" y="16215"/>
                    <a:pt x="2788" y="17011"/>
                  </a:cubicBezTo>
                  <a:cubicBezTo>
                    <a:pt x="2788" y="17403"/>
                    <a:pt x="2884" y="17688"/>
                    <a:pt x="3080" y="17882"/>
                  </a:cubicBezTo>
                  <a:cubicBezTo>
                    <a:pt x="3326" y="18122"/>
                    <a:pt x="3662" y="18150"/>
                    <a:pt x="3959" y="18150"/>
                  </a:cubicBezTo>
                  <a:cubicBezTo>
                    <a:pt x="4008" y="18150"/>
                    <a:pt x="4055" y="18149"/>
                    <a:pt x="4101" y="18149"/>
                  </a:cubicBezTo>
                  <a:lnTo>
                    <a:pt x="4234" y="18146"/>
                  </a:lnTo>
                  <a:cubicBezTo>
                    <a:pt x="4537" y="18207"/>
                    <a:pt x="5325" y="19531"/>
                    <a:pt x="5661" y="20096"/>
                  </a:cubicBezTo>
                  <a:cubicBezTo>
                    <a:pt x="5781" y="20297"/>
                    <a:pt x="5892" y="20483"/>
                    <a:pt x="5987" y="20637"/>
                  </a:cubicBezTo>
                  <a:cubicBezTo>
                    <a:pt x="6535" y="21514"/>
                    <a:pt x="8650" y="23326"/>
                    <a:pt x="9669" y="23892"/>
                  </a:cubicBezTo>
                  <a:cubicBezTo>
                    <a:pt x="9825" y="23979"/>
                    <a:pt x="9990" y="24017"/>
                    <a:pt x="10159" y="24017"/>
                  </a:cubicBezTo>
                  <a:cubicBezTo>
                    <a:pt x="10923" y="24017"/>
                    <a:pt x="11762" y="23243"/>
                    <a:pt x="12226" y="22742"/>
                  </a:cubicBezTo>
                  <a:lnTo>
                    <a:pt x="12792" y="24362"/>
                  </a:lnTo>
                  <a:cubicBezTo>
                    <a:pt x="12834" y="24479"/>
                    <a:pt x="12944" y="24560"/>
                    <a:pt x="13069" y="24560"/>
                  </a:cubicBezTo>
                  <a:cubicBezTo>
                    <a:pt x="13070" y="24560"/>
                    <a:pt x="13071" y="24560"/>
                    <a:pt x="13072" y="24560"/>
                  </a:cubicBezTo>
                  <a:cubicBezTo>
                    <a:pt x="13129" y="24560"/>
                    <a:pt x="13184" y="24543"/>
                    <a:pt x="13233" y="24513"/>
                  </a:cubicBezTo>
                  <a:lnTo>
                    <a:pt x="20697" y="19677"/>
                  </a:lnTo>
                  <a:cubicBezTo>
                    <a:pt x="20825" y="19595"/>
                    <a:pt x="20869" y="19429"/>
                    <a:pt x="20799" y="19294"/>
                  </a:cubicBezTo>
                  <a:lnTo>
                    <a:pt x="17149" y="12202"/>
                  </a:lnTo>
                  <a:cubicBezTo>
                    <a:pt x="17122" y="11699"/>
                    <a:pt x="16879" y="8642"/>
                    <a:pt x="14908" y="5094"/>
                  </a:cubicBezTo>
                  <a:cubicBezTo>
                    <a:pt x="13002" y="1664"/>
                    <a:pt x="10671" y="0"/>
                    <a:pt x="769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1"/>
            <p:cNvSpPr/>
            <p:nvPr/>
          </p:nvSpPr>
          <p:spPr>
            <a:xfrm>
              <a:off x="8121478" y="2423786"/>
              <a:ext cx="450204" cy="397217"/>
            </a:xfrm>
            <a:custGeom>
              <a:rect b="b" l="l" r="r" t="t"/>
              <a:pathLst>
                <a:path extrusionOk="0" h="22467" w="25464">
                  <a:moveTo>
                    <a:pt x="16101" y="0"/>
                  </a:moveTo>
                  <a:cubicBezTo>
                    <a:pt x="16036" y="0"/>
                    <a:pt x="16001" y="1"/>
                    <a:pt x="16001" y="1"/>
                  </a:cubicBezTo>
                  <a:cubicBezTo>
                    <a:pt x="16001" y="1"/>
                    <a:pt x="13765" y="1"/>
                    <a:pt x="10839" y="1034"/>
                  </a:cubicBezTo>
                  <a:cubicBezTo>
                    <a:pt x="8077" y="2010"/>
                    <a:pt x="7398" y="5851"/>
                    <a:pt x="4990" y="7227"/>
                  </a:cubicBezTo>
                  <a:cubicBezTo>
                    <a:pt x="4467" y="7526"/>
                    <a:pt x="4107" y="7638"/>
                    <a:pt x="3850" y="7638"/>
                  </a:cubicBezTo>
                  <a:cubicBezTo>
                    <a:pt x="3068" y="7638"/>
                    <a:pt x="3252" y="6592"/>
                    <a:pt x="2759" y="6592"/>
                  </a:cubicBezTo>
                  <a:cubicBezTo>
                    <a:pt x="2669" y="6592"/>
                    <a:pt x="2555" y="6627"/>
                    <a:pt x="2409" y="6711"/>
                  </a:cubicBezTo>
                  <a:cubicBezTo>
                    <a:pt x="1204" y="7399"/>
                    <a:pt x="0" y="13421"/>
                    <a:pt x="2580" y="15141"/>
                  </a:cubicBezTo>
                  <a:cubicBezTo>
                    <a:pt x="3297" y="15619"/>
                    <a:pt x="4107" y="15792"/>
                    <a:pt x="4903" y="15792"/>
                  </a:cubicBezTo>
                  <a:cubicBezTo>
                    <a:pt x="6972" y="15792"/>
                    <a:pt x="8947" y="14625"/>
                    <a:pt x="8947" y="14625"/>
                  </a:cubicBezTo>
                  <a:lnTo>
                    <a:pt x="8947" y="14625"/>
                  </a:lnTo>
                  <a:cubicBezTo>
                    <a:pt x="8947" y="14625"/>
                    <a:pt x="8602" y="15830"/>
                    <a:pt x="9634" y="16174"/>
                  </a:cubicBezTo>
                  <a:cubicBezTo>
                    <a:pt x="10255" y="16381"/>
                    <a:pt x="10887" y="16554"/>
                    <a:pt x="11528" y="16690"/>
                  </a:cubicBezTo>
                  <a:cubicBezTo>
                    <a:pt x="11528" y="16690"/>
                    <a:pt x="11369" y="18592"/>
                    <a:pt x="12726" y="18592"/>
                  </a:cubicBezTo>
                  <a:cubicBezTo>
                    <a:pt x="12783" y="18592"/>
                    <a:pt x="12842" y="18589"/>
                    <a:pt x="12904" y="18582"/>
                  </a:cubicBezTo>
                  <a:cubicBezTo>
                    <a:pt x="14189" y="18440"/>
                    <a:pt x="13459" y="16756"/>
                    <a:pt x="13174" y="16187"/>
                  </a:cubicBezTo>
                  <a:lnTo>
                    <a:pt x="13174" y="16187"/>
                  </a:lnTo>
                  <a:cubicBezTo>
                    <a:pt x="13701" y="17172"/>
                    <a:pt x="16243" y="21754"/>
                    <a:pt x="18237" y="22368"/>
                  </a:cubicBezTo>
                  <a:cubicBezTo>
                    <a:pt x="18456" y="22435"/>
                    <a:pt x="18685" y="22466"/>
                    <a:pt x="18920" y="22466"/>
                  </a:cubicBezTo>
                  <a:cubicBezTo>
                    <a:pt x="21091" y="22466"/>
                    <a:pt x="23827" y="19824"/>
                    <a:pt x="24604" y="18582"/>
                  </a:cubicBezTo>
                  <a:cubicBezTo>
                    <a:pt x="25464" y="17206"/>
                    <a:pt x="24775" y="7399"/>
                    <a:pt x="22883" y="3614"/>
                  </a:cubicBezTo>
                  <a:cubicBezTo>
                    <a:pt x="21149" y="145"/>
                    <a:pt x="16813" y="0"/>
                    <a:pt x="16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1"/>
            <p:cNvSpPr/>
            <p:nvPr/>
          </p:nvSpPr>
          <p:spPr>
            <a:xfrm>
              <a:off x="8134173" y="2418553"/>
              <a:ext cx="443167" cy="407701"/>
            </a:xfrm>
            <a:custGeom>
              <a:rect b="b" l="l" r="r" t="t"/>
              <a:pathLst>
                <a:path extrusionOk="0" h="23060" w="25066">
                  <a:moveTo>
                    <a:pt x="15368" y="591"/>
                  </a:moveTo>
                  <a:cubicBezTo>
                    <a:pt x="15984" y="591"/>
                    <a:pt x="20239" y="720"/>
                    <a:pt x="21901" y="4043"/>
                  </a:cubicBezTo>
                  <a:cubicBezTo>
                    <a:pt x="23803" y="7848"/>
                    <a:pt x="24361" y="17560"/>
                    <a:pt x="23634" y="18722"/>
                  </a:cubicBezTo>
                  <a:cubicBezTo>
                    <a:pt x="22875" y="19938"/>
                    <a:pt x="20213" y="22468"/>
                    <a:pt x="18208" y="22468"/>
                  </a:cubicBezTo>
                  <a:cubicBezTo>
                    <a:pt x="18000" y="22468"/>
                    <a:pt x="17799" y="22441"/>
                    <a:pt x="17607" y="22382"/>
                  </a:cubicBezTo>
                  <a:cubicBezTo>
                    <a:pt x="15753" y="21810"/>
                    <a:pt x="13291" y="17409"/>
                    <a:pt x="12736" y="16378"/>
                  </a:cubicBezTo>
                  <a:cubicBezTo>
                    <a:pt x="12678" y="16263"/>
                    <a:pt x="12633" y="16183"/>
                    <a:pt x="12614" y="16150"/>
                  </a:cubicBezTo>
                  <a:cubicBezTo>
                    <a:pt x="12560" y="16054"/>
                    <a:pt x="12461" y="16001"/>
                    <a:pt x="12358" y="16001"/>
                  </a:cubicBezTo>
                  <a:cubicBezTo>
                    <a:pt x="12310" y="16001"/>
                    <a:pt x="12261" y="16012"/>
                    <a:pt x="12216" y="16037"/>
                  </a:cubicBezTo>
                  <a:cubicBezTo>
                    <a:pt x="12075" y="16113"/>
                    <a:pt x="12021" y="16288"/>
                    <a:pt x="12095" y="16432"/>
                  </a:cubicBezTo>
                  <a:cubicBezTo>
                    <a:pt x="12108" y="16457"/>
                    <a:pt x="12155" y="16548"/>
                    <a:pt x="12230" y="16687"/>
                  </a:cubicBezTo>
                  <a:cubicBezTo>
                    <a:pt x="12492" y="17222"/>
                    <a:pt x="12750" y="17992"/>
                    <a:pt x="12565" y="18356"/>
                  </a:cubicBezTo>
                  <a:cubicBezTo>
                    <a:pt x="12522" y="18439"/>
                    <a:pt x="12434" y="18551"/>
                    <a:pt x="12153" y="18582"/>
                  </a:cubicBezTo>
                  <a:cubicBezTo>
                    <a:pt x="12101" y="18588"/>
                    <a:pt x="12052" y="18591"/>
                    <a:pt x="12004" y="18591"/>
                  </a:cubicBezTo>
                  <a:cubicBezTo>
                    <a:pt x="11782" y="18591"/>
                    <a:pt x="11607" y="18526"/>
                    <a:pt x="11471" y="18393"/>
                  </a:cubicBezTo>
                  <a:cubicBezTo>
                    <a:pt x="11107" y="18042"/>
                    <a:pt x="11082" y="17275"/>
                    <a:pt x="11103" y="17008"/>
                  </a:cubicBezTo>
                  <a:cubicBezTo>
                    <a:pt x="11116" y="16860"/>
                    <a:pt x="11015" y="16725"/>
                    <a:pt x="10868" y="16695"/>
                  </a:cubicBezTo>
                  <a:cubicBezTo>
                    <a:pt x="10240" y="16560"/>
                    <a:pt x="9620" y="16392"/>
                    <a:pt x="9011" y="16189"/>
                  </a:cubicBezTo>
                  <a:cubicBezTo>
                    <a:pt x="8276" y="15943"/>
                    <a:pt x="8487" y="15096"/>
                    <a:pt x="8513" y="15002"/>
                  </a:cubicBezTo>
                  <a:cubicBezTo>
                    <a:pt x="8571" y="14799"/>
                    <a:pt x="8411" y="14624"/>
                    <a:pt x="8228" y="14624"/>
                  </a:cubicBezTo>
                  <a:cubicBezTo>
                    <a:pt x="8179" y="14624"/>
                    <a:pt x="8128" y="14637"/>
                    <a:pt x="8079" y="14665"/>
                  </a:cubicBezTo>
                  <a:cubicBezTo>
                    <a:pt x="8052" y="14681"/>
                    <a:pt x="6140" y="15788"/>
                    <a:pt x="4179" y="15788"/>
                  </a:cubicBezTo>
                  <a:cubicBezTo>
                    <a:pt x="3436" y="15788"/>
                    <a:pt x="2685" y="15629"/>
                    <a:pt x="2027" y="15190"/>
                  </a:cubicBezTo>
                  <a:cubicBezTo>
                    <a:pt x="1075" y="14557"/>
                    <a:pt x="568" y="13108"/>
                    <a:pt x="633" y="11213"/>
                  </a:cubicBezTo>
                  <a:cubicBezTo>
                    <a:pt x="704" y="9152"/>
                    <a:pt x="1382" y="7524"/>
                    <a:pt x="1837" y="7264"/>
                  </a:cubicBezTo>
                  <a:cubicBezTo>
                    <a:pt x="1978" y="7183"/>
                    <a:pt x="2036" y="7183"/>
                    <a:pt x="2036" y="7181"/>
                  </a:cubicBezTo>
                  <a:cubicBezTo>
                    <a:pt x="2072" y="7208"/>
                    <a:pt x="2132" y="7349"/>
                    <a:pt x="2167" y="7435"/>
                  </a:cubicBezTo>
                  <a:cubicBezTo>
                    <a:pt x="2274" y="7692"/>
                    <a:pt x="2421" y="8047"/>
                    <a:pt x="2815" y="8180"/>
                  </a:cubicBezTo>
                  <a:cubicBezTo>
                    <a:pt x="2912" y="8213"/>
                    <a:pt x="3016" y="8229"/>
                    <a:pt x="3129" y="8229"/>
                  </a:cubicBezTo>
                  <a:cubicBezTo>
                    <a:pt x="3468" y="8229"/>
                    <a:pt x="3888" y="8083"/>
                    <a:pt x="4418" y="7780"/>
                  </a:cubicBezTo>
                  <a:cubicBezTo>
                    <a:pt x="5582" y="7114"/>
                    <a:pt x="6357" y="5914"/>
                    <a:pt x="7106" y="4754"/>
                  </a:cubicBezTo>
                  <a:cubicBezTo>
                    <a:pt x="7985" y="3391"/>
                    <a:pt x="8817" y="2103"/>
                    <a:pt x="10219" y="1608"/>
                  </a:cubicBezTo>
                  <a:cubicBezTo>
                    <a:pt x="13057" y="606"/>
                    <a:pt x="15261" y="592"/>
                    <a:pt x="15283" y="592"/>
                  </a:cubicBezTo>
                  <a:lnTo>
                    <a:pt x="15293" y="592"/>
                  </a:lnTo>
                  <a:cubicBezTo>
                    <a:pt x="15297" y="592"/>
                    <a:pt x="15322" y="591"/>
                    <a:pt x="15368" y="591"/>
                  </a:cubicBezTo>
                  <a:close/>
                  <a:moveTo>
                    <a:pt x="15405" y="0"/>
                  </a:moveTo>
                  <a:cubicBezTo>
                    <a:pt x="15342" y="0"/>
                    <a:pt x="15299" y="1"/>
                    <a:pt x="15279" y="2"/>
                  </a:cubicBezTo>
                  <a:cubicBezTo>
                    <a:pt x="15130" y="3"/>
                    <a:pt x="12923" y="28"/>
                    <a:pt x="10024" y="1052"/>
                  </a:cubicBezTo>
                  <a:cubicBezTo>
                    <a:pt x="8430" y="1613"/>
                    <a:pt x="7505" y="3047"/>
                    <a:pt x="6610" y="4435"/>
                  </a:cubicBezTo>
                  <a:cubicBezTo>
                    <a:pt x="5867" y="5587"/>
                    <a:pt x="5166" y="6673"/>
                    <a:pt x="4126" y="7267"/>
                  </a:cubicBezTo>
                  <a:cubicBezTo>
                    <a:pt x="3600" y="7568"/>
                    <a:pt x="3299" y="7639"/>
                    <a:pt x="3132" y="7639"/>
                  </a:cubicBezTo>
                  <a:cubicBezTo>
                    <a:pt x="3076" y="7639"/>
                    <a:pt x="3036" y="7631"/>
                    <a:pt x="3007" y="7621"/>
                  </a:cubicBezTo>
                  <a:cubicBezTo>
                    <a:pt x="2876" y="7577"/>
                    <a:pt x="2810" y="7437"/>
                    <a:pt x="2714" y="7208"/>
                  </a:cubicBezTo>
                  <a:cubicBezTo>
                    <a:pt x="2618" y="6979"/>
                    <a:pt x="2509" y="6718"/>
                    <a:pt x="2234" y="6624"/>
                  </a:cubicBezTo>
                  <a:cubicBezTo>
                    <a:pt x="2172" y="6604"/>
                    <a:pt x="2109" y="6593"/>
                    <a:pt x="2043" y="6593"/>
                  </a:cubicBezTo>
                  <a:cubicBezTo>
                    <a:pt x="1894" y="6593"/>
                    <a:pt x="1730" y="6646"/>
                    <a:pt x="1545" y="6751"/>
                  </a:cubicBezTo>
                  <a:cubicBezTo>
                    <a:pt x="787" y="7186"/>
                    <a:pt x="113" y="9179"/>
                    <a:pt x="44" y="11196"/>
                  </a:cubicBezTo>
                  <a:cubicBezTo>
                    <a:pt x="0" y="12431"/>
                    <a:pt x="160" y="14658"/>
                    <a:pt x="1700" y="15684"/>
                  </a:cubicBezTo>
                  <a:cubicBezTo>
                    <a:pt x="2477" y="16202"/>
                    <a:pt x="3346" y="16389"/>
                    <a:pt x="4194" y="16389"/>
                  </a:cubicBezTo>
                  <a:cubicBezTo>
                    <a:pt x="5702" y="16389"/>
                    <a:pt x="7142" y="15800"/>
                    <a:pt x="7878" y="15442"/>
                  </a:cubicBezTo>
                  <a:cubicBezTo>
                    <a:pt x="7899" y="15943"/>
                    <a:pt x="8118" y="16515"/>
                    <a:pt x="8824" y="16752"/>
                  </a:cubicBezTo>
                  <a:cubicBezTo>
                    <a:pt x="9547" y="16991"/>
                    <a:pt x="10179" y="17147"/>
                    <a:pt x="10510" y="17224"/>
                  </a:cubicBezTo>
                  <a:cubicBezTo>
                    <a:pt x="10518" y="17619"/>
                    <a:pt x="10596" y="18368"/>
                    <a:pt x="11059" y="18819"/>
                  </a:cubicBezTo>
                  <a:cubicBezTo>
                    <a:pt x="11310" y="19062"/>
                    <a:pt x="11628" y="19184"/>
                    <a:pt x="12009" y="19184"/>
                  </a:cubicBezTo>
                  <a:cubicBezTo>
                    <a:pt x="12077" y="19184"/>
                    <a:pt x="12148" y="19181"/>
                    <a:pt x="12220" y="19173"/>
                  </a:cubicBezTo>
                  <a:cubicBezTo>
                    <a:pt x="12741" y="19115"/>
                    <a:pt x="12983" y="18844"/>
                    <a:pt x="13093" y="18626"/>
                  </a:cubicBezTo>
                  <a:cubicBezTo>
                    <a:pt x="13137" y="18538"/>
                    <a:pt x="13168" y="18445"/>
                    <a:pt x="13187" y="18349"/>
                  </a:cubicBezTo>
                  <a:cubicBezTo>
                    <a:pt x="14266" y="20104"/>
                    <a:pt x="15961" y="22494"/>
                    <a:pt x="17434" y="22947"/>
                  </a:cubicBezTo>
                  <a:cubicBezTo>
                    <a:pt x="17681" y="23022"/>
                    <a:pt x="17939" y="23059"/>
                    <a:pt x="18198" y="23059"/>
                  </a:cubicBezTo>
                  <a:cubicBezTo>
                    <a:pt x="18202" y="23059"/>
                    <a:pt x="18206" y="23059"/>
                    <a:pt x="18210" y="23059"/>
                  </a:cubicBezTo>
                  <a:cubicBezTo>
                    <a:pt x="20565" y="23059"/>
                    <a:pt x="23362" y="20276"/>
                    <a:pt x="24138" y="19037"/>
                  </a:cubicBezTo>
                  <a:cubicBezTo>
                    <a:pt x="25066" y="17550"/>
                    <a:pt x="24362" y="7643"/>
                    <a:pt x="22431" y="3779"/>
                  </a:cubicBezTo>
                  <a:cubicBezTo>
                    <a:pt x="20626" y="170"/>
                    <a:pt x="16237" y="0"/>
                    <a:pt x="1540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31"/>
            <p:cNvSpPr/>
            <p:nvPr/>
          </p:nvSpPr>
          <p:spPr>
            <a:xfrm>
              <a:off x="8337457" y="2709636"/>
              <a:ext cx="73991" cy="90557"/>
            </a:xfrm>
            <a:custGeom>
              <a:rect b="b" l="l" r="r" t="t"/>
              <a:pathLst>
                <a:path extrusionOk="0" h="5122" w="4185">
                  <a:moveTo>
                    <a:pt x="1275" y="1"/>
                  </a:moveTo>
                  <a:cubicBezTo>
                    <a:pt x="1" y="1"/>
                    <a:pt x="926" y="3517"/>
                    <a:pt x="926" y="3517"/>
                  </a:cubicBezTo>
                  <a:lnTo>
                    <a:pt x="2713" y="5095"/>
                  </a:lnTo>
                  <a:cubicBezTo>
                    <a:pt x="2784" y="5112"/>
                    <a:pt x="2868" y="5121"/>
                    <a:pt x="2959" y="5121"/>
                  </a:cubicBezTo>
                  <a:cubicBezTo>
                    <a:pt x="3399" y="5121"/>
                    <a:pt x="3992" y="4917"/>
                    <a:pt x="4080" y="4568"/>
                  </a:cubicBezTo>
                  <a:cubicBezTo>
                    <a:pt x="4184" y="4148"/>
                    <a:pt x="3239" y="573"/>
                    <a:pt x="1557" y="48"/>
                  </a:cubicBezTo>
                  <a:cubicBezTo>
                    <a:pt x="1453" y="16"/>
                    <a:pt x="1359" y="1"/>
                    <a:pt x="12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31"/>
            <p:cNvSpPr/>
            <p:nvPr/>
          </p:nvSpPr>
          <p:spPr>
            <a:xfrm>
              <a:off x="8336043" y="2704403"/>
              <a:ext cx="80886" cy="100988"/>
            </a:xfrm>
            <a:custGeom>
              <a:rect b="b" l="l" r="r" t="t"/>
              <a:pathLst>
                <a:path extrusionOk="0" h="5712" w="4575">
                  <a:moveTo>
                    <a:pt x="1353" y="0"/>
                  </a:moveTo>
                  <a:cubicBezTo>
                    <a:pt x="1081" y="0"/>
                    <a:pt x="895" y="113"/>
                    <a:pt x="777" y="226"/>
                  </a:cubicBezTo>
                  <a:cubicBezTo>
                    <a:pt x="0" y="969"/>
                    <a:pt x="593" y="3406"/>
                    <a:pt x="720" y="3889"/>
                  </a:cubicBezTo>
                  <a:cubicBezTo>
                    <a:pt x="757" y="4019"/>
                    <a:pt x="876" y="4103"/>
                    <a:pt x="1005" y="4103"/>
                  </a:cubicBezTo>
                  <a:cubicBezTo>
                    <a:pt x="1029" y="4103"/>
                    <a:pt x="1054" y="4100"/>
                    <a:pt x="1079" y="4094"/>
                  </a:cubicBezTo>
                  <a:cubicBezTo>
                    <a:pt x="1235" y="4052"/>
                    <a:pt x="1330" y="3894"/>
                    <a:pt x="1291" y="3737"/>
                  </a:cubicBezTo>
                  <a:cubicBezTo>
                    <a:pt x="1014" y="2681"/>
                    <a:pt x="797" y="1026"/>
                    <a:pt x="1186" y="653"/>
                  </a:cubicBezTo>
                  <a:cubicBezTo>
                    <a:pt x="1207" y="633"/>
                    <a:pt x="1250" y="592"/>
                    <a:pt x="1354" y="592"/>
                  </a:cubicBezTo>
                  <a:cubicBezTo>
                    <a:pt x="1404" y="592"/>
                    <a:pt x="1467" y="601"/>
                    <a:pt x="1549" y="626"/>
                  </a:cubicBezTo>
                  <a:cubicBezTo>
                    <a:pt x="2985" y="1075"/>
                    <a:pt x="3932" y="4333"/>
                    <a:pt x="3873" y="4793"/>
                  </a:cubicBezTo>
                  <a:cubicBezTo>
                    <a:pt x="3830" y="4959"/>
                    <a:pt x="3377" y="5122"/>
                    <a:pt x="3040" y="5122"/>
                  </a:cubicBezTo>
                  <a:cubicBezTo>
                    <a:pt x="2976" y="5122"/>
                    <a:pt x="2916" y="5116"/>
                    <a:pt x="2864" y="5104"/>
                  </a:cubicBezTo>
                  <a:cubicBezTo>
                    <a:pt x="2839" y="5097"/>
                    <a:pt x="2814" y="5094"/>
                    <a:pt x="2790" y="5094"/>
                  </a:cubicBezTo>
                  <a:cubicBezTo>
                    <a:pt x="2658" y="5094"/>
                    <a:pt x="2537" y="5184"/>
                    <a:pt x="2503" y="5318"/>
                  </a:cubicBezTo>
                  <a:cubicBezTo>
                    <a:pt x="2464" y="5477"/>
                    <a:pt x="2561" y="5639"/>
                    <a:pt x="2721" y="5678"/>
                  </a:cubicBezTo>
                  <a:cubicBezTo>
                    <a:pt x="2820" y="5700"/>
                    <a:pt x="2922" y="5712"/>
                    <a:pt x="3023" y="5712"/>
                  </a:cubicBezTo>
                  <a:cubicBezTo>
                    <a:pt x="3029" y="5712"/>
                    <a:pt x="3034" y="5712"/>
                    <a:pt x="3039" y="5712"/>
                  </a:cubicBezTo>
                  <a:cubicBezTo>
                    <a:pt x="3579" y="5712"/>
                    <a:pt x="4313" y="5467"/>
                    <a:pt x="4446" y="4936"/>
                  </a:cubicBezTo>
                  <a:cubicBezTo>
                    <a:pt x="4574" y="4422"/>
                    <a:pt x="3578" y="642"/>
                    <a:pt x="1724" y="62"/>
                  </a:cubicBezTo>
                  <a:cubicBezTo>
                    <a:pt x="1585" y="19"/>
                    <a:pt x="1462" y="0"/>
                    <a:pt x="135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1"/>
            <p:cNvSpPr/>
            <p:nvPr/>
          </p:nvSpPr>
          <p:spPr>
            <a:xfrm>
              <a:off x="8410087" y="2793563"/>
              <a:ext cx="265819" cy="181485"/>
            </a:xfrm>
            <a:custGeom>
              <a:rect b="b" l="l" r="r" t="t"/>
              <a:pathLst>
                <a:path extrusionOk="0" h="10265" w="15035">
                  <a:moveTo>
                    <a:pt x="11296" y="1"/>
                  </a:moveTo>
                  <a:cubicBezTo>
                    <a:pt x="10457" y="1"/>
                    <a:pt x="9624" y="57"/>
                    <a:pt x="8970" y="220"/>
                  </a:cubicBezTo>
                  <a:cubicBezTo>
                    <a:pt x="8970" y="220"/>
                    <a:pt x="5153" y="2380"/>
                    <a:pt x="3365" y="3957"/>
                  </a:cubicBezTo>
                  <a:cubicBezTo>
                    <a:pt x="1578" y="5533"/>
                    <a:pt x="1" y="10265"/>
                    <a:pt x="1" y="10265"/>
                  </a:cubicBezTo>
                  <a:cubicBezTo>
                    <a:pt x="1" y="10265"/>
                    <a:pt x="10828" y="2906"/>
                    <a:pt x="12722" y="1855"/>
                  </a:cubicBezTo>
                  <a:cubicBezTo>
                    <a:pt x="14614" y="803"/>
                    <a:pt x="15035" y="277"/>
                    <a:pt x="15035" y="277"/>
                  </a:cubicBezTo>
                  <a:cubicBezTo>
                    <a:pt x="15035" y="277"/>
                    <a:pt x="13154" y="1"/>
                    <a:pt x="1129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31"/>
            <p:cNvSpPr/>
            <p:nvPr/>
          </p:nvSpPr>
          <p:spPr>
            <a:xfrm>
              <a:off x="8404022" y="2788330"/>
              <a:ext cx="278478" cy="191934"/>
            </a:xfrm>
            <a:custGeom>
              <a:rect b="b" l="l" r="r" t="t"/>
              <a:pathLst>
                <a:path extrusionOk="0" h="10856" w="15751">
                  <a:moveTo>
                    <a:pt x="11631" y="592"/>
                  </a:moveTo>
                  <a:cubicBezTo>
                    <a:pt x="12794" y="592"/>
                    <a:pt x="13976" y="703"/>
                    <a:pt x="14683" y="783"/>
                  </a:cubicBezTo>
                  <a:cubicBezTo>
                    <a:pt x="14348" y="1035"/>
                    <a:pt x="13795" y="1407"/>
                    <a:pt x="12920" y="1893"/>
                  </a:cubicBezTo>
                  <a:cubicBezTo>
                    <a:pt x="11310" y="2788"/>
                    <a:pt x="3440" y="8105"/>
                    <a:pt x="932" y="9804"/>
                  </a:cubicBezTo>
                  <a:cubicBezTo>
                    <a:pt x="1471" y="8387"/>
                    <a:pt x="2647" y="5584"/>
                    <a:pt x="3904" y="4475"/>
                  </a:cubicBezTo>
                  <a:cubicBezTo>
                    <a:pt x="5556" y="3016"/>
                    <a:pt x="9035" y="1015"/>
                    <a:pt x="9423" y="793"/>
                  </a:cubicBezTo>
                  <a:cubicBezTo>
                    <a:pt x="10044" y="644"/>
                    <a:pt x="10833" y="592"/>
                    <a:pt x="11631" y="592"/>
                  </a:cubicBezTo>
                  <a:close/>
                  <a:moveTo>
                    <a:pt x="11648" y="0"/>
                  </a:moveTo>
                  <a:cubicBezTo>
                    <a:pt x="10786" y="0"/>
                    <a:pt x="9925" y="59"/>
                    <a:pt x="9241" y="229"/>
                  </a:cubicBezTo>
                  <a:cubicBezTo>
                    <a:pt x="9216" y="236"/>
                    <a:pt x="9191" y="246"/>
                    <a:pt x="9168" y="260"/>
                  </a:cubicBezTo>
                  <a:cubicBezTo>
                    <a:pt x="9011" y="348"/>
                    <a:pt x="5303" y="2452"/>
                    <a:pt x="3513" y="4032"/>
                  </a:cubicBezTo>
                  <a:cubicBezTo>
                    <a:pt x="1687" y="5642"/>
                    <a:pt x="130" y="10271"/>
                    <a:pt x="64" y="10468"/>
                  </a:cubicBezTo>
                  <a:cubicBezTo>
                    <a:pt x="0" y="10658"/>
                    <a:pt x="142" y="10855"/>
                    <a:pt x="344" y="10855"/>
                  </a:cubicBezTo>
                  <a:cubicBezTo>
                    <a:pt x="403" y="10855"/>
                    <a:pt x="461" y="10838"/>
                    <a:pt x="511" y="10805"/>
                  </a:cubicBezTo>
                  <a:cubicBezTo>
                    <a:pt x="618" y="10732"/>
                    <a:pt x="11349" y="3441"/>
                    <a:pt x="13208" y="2409"/>
                  </a:cubicBezTo>
                  <a:cubicBezTo>
                    <a:pt x="15097" y="1360"/>
                    <a:pt x="15562" y="816"/>
                    <a:pt x="15608" y="758"/>
                  </a:cubicBezTo>
                  <a:cubicBezTo>
                    <a:pt x="15750" y="579"/>
                    <a:pt x="15646" y="314"/>
                    <a:pt x="15421" y="281"/>
                  </a:cubicBezTo>
                  <a:cubicBezTo>
                    <a:pt x="15309" y="265"/>
                    <a:pt x="13479" y="0"/>
                    <a:pt x="1164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31"/>
            <p:cNvSpPr/>
            <p:nvPr/>
          </p:nvSpPr>
          <p:spPr>
            <a:xfrm>
              <a:off x="8826415" y="2624719"/>
              <a:ext cx="218931" cy="175509"/>
            </a:xfrm>
            <a:custGeom>
              <a:rect b="b" l="l" r="r" t="t"/>
              <a:pathLst>
                <a:path extrusionOk="0" h="9927" w="12383">
                  <a:moveTo>
                    <a:pt x="5491" y="0"/>
                  </a:moveTo>
                  <a:cubicBezTo>
                    <a:pt x="5100" y="0"/>
                    <a:pt x="4714" y="38"/>
                    <a:pt x="4343" y="116"/>
                  </a:cubicBezTo>
                  <a:cubicBezTo>
                    <a:pt x="1286" y="760"/>
                    <a:pt x="0" y="3332"/>
                    <a:pt x="0" y="3332"/>
                  </a:cubicBezTo>
                  <a:cubicBezTo>
                    <a:pt x="0" y="5744"/>
                    <a:pt x="5146" y="7674"/>
                    <a:pt x="5146" y="7674"/>
                  </a:cubicBezTo>
                  <a:cubicBezTo>
                    <a:pt x="5146" y="7674"/>
                    <a:pt x="6595" y="9927"/>
                    <a:pt x="8203" y="9927"/>
                  </a:cubicBezTo>
                  <a:cubicBezTo>
                    <a:pt x="9810" y="9927"/>
                    <a:pt x="12383" y="8317"/>
                    <a:pt x="11900" y="4941"/>
                  </a:cubicBezTo>
                  <a:cubicBezTo>
                    <a:pt x="11477" y="1975"/>
                    <a:pt x="8323" y="0"/>
                    <a:pt x="54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1"/>
            <p:cNvSpPr/>
            <p:nvPr/>
          </p:nvSpPr>
          <p:spPr>
            <a:xfrm>
              <a:off x="8821164" y="2619504"/>
              <a:ext cx="225650" cy="185941"/>
            </a:xfrm>
            <a:custGeom>
              <a:rect b="b" l="l" r="r" t="t"/>
              <a:pathLst>
                <a:path extrusionOk="0" h="10517" w="12763">
                  <a:moveTo>
                    <a:pt x="5788" y="591"/>
                  </a:moveTo>
                  <a:cubicBezTo>
                    <a:pt x="7095" y="591"/>
                    <a:pt x="8493" y="1032"/>
                    <a:pt x="9639" y="1834"/>
                  </a:cubicBezTo>
                  <a:cubicBezTo>
                    <a:pt x="10909" y="2723"/>
                    <a:pt x="11714" y="3945"/>
                    <a:pt x="11904" y="5277"/>
                  </a:cubicBezTo>
                  <a:cubicBezTo>
                    <a:pt x="12146" y="6967"/>
                    <a:pt x="11563" y="8052"/>
                    <a:pt x="11032" y="8664"/>
                  </a:cubicBezTo>
                  <a:cubicBezTo>
                    <a:pt x="10226" y="9595"/>
                    <a:pt x="9163" y="9926"/>
                    <a:pt x="8498" y="9926"/>
                  </a:cubicBezTo>
                  <a:cubicBezTo>
                    <a:pt x="7071" y="9926"/>
                    <a:pt x="5705" y="7831"/>
                    <a:pt x="5691" y="7809"/>
                  </a:cubicBezTo>
                  <a:cubicBezTo>
                    <a:pt x="5657" y="7756"/>
                    <a:pt x="5606" y="7715"/>
                    <a:pt x="5546" y="7692"/>
                  </a:cubicBezTo>
                  <a:cubicBezTo>
                    <a:pt x="4186" y="7182"/>
                    <a:pt x="685" y="5481"/>
                    <a:pt x="593" y="3699"/>
                  </a:cubicBezTo>
                  <a:cubicBezTo>
                    <a:pt x="808" y="3316"/>
                    <a:pt x="2074" y="1252"/>
                    <a:pt x="4697" y="701"/>
                  </a:cubicBezTo>
                  <a:cubicBezTo>
                    <a:pt x="5048" y="627"/>
                    <a:pt x="5414" y="591"/>
                    <a:pt x="5788" y="591"/>
                  </a:cubicBezTo>
                  <a:close/>
                  <a:moveTo>
                    <a:pt x="5780" y="1"/>
                  </a:moveTo>
                  <a:cubicBezTo>
                    <a:pt x="5368" y="1"/>
                    <a:pt x="4964" y="40"/>
                    <a:pt x="4578" y="122"/>
                  </a:cubicBezTo>
                  <a:cubicBezTo>
                    <a:pt x="1419" y="786"/>
                    <a:pt x="88" y="3385"/>
                    <a:pt x="32" y="3495"/>
                  </a:cubicBezTo>
                  <a:cubicBezTo>
                    <a:pt x="11" y="3536"/>
                    <a:pt x="0" y="3581"/>
                    <a:pt x="0" y="3627"/>
                  </a:cubicBezTo>
                  <a:cubicBezTo>
                    <a:pt x="0" y="6059"/>
                    <a:pt x="4525" y="7929"/>
                    <a:pt x="5249" y="8212"/>
                  </a:cubicBezTo>
                  <a:cubicBezTo>
                    <a:pt x="5540" y="8639"/>
                    <a:pt x="6913" y="10516"/>
                    <a:pt x="8498" y="10516"/>
                  </a:cubicBezTo>
                  <a:cubicBezTo>
                    <a:pt x="9537" y="10516"/>
                    <a:pt x="10708" y="9942"/>
                    <a:pt x="11480" y="9052"/>
                  </a:cubicBezTo>
                  <a:cubicBezTo>
                    <a:pt x="12092" y="8347"/>
                    <a:pt x="12763" y="7104"/>
                    <a:pt x="12491" y="5194"/>
                  </a:cubicBezTo>
                  <a:cubicBezTo>
                    <a:pt x="12277" y="3699"/>
                    <a:pt x="11385" y="2333"/>
                    <a:pt x="9979" y="1349"/>
                  </a:cubicBezTo>
                  <a:cubicBezTo>
                    <a:pt x="8736" y="478"/>
                    <a:pt x="7209" y="1"/>
                    <a:pt x="5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31"/>
            <p:cNvSpPr/>
            <p:nvPr/>
          </p:nvSpPr>
          <p:spPr>
            <a:xfrm>
              <a:off x="8041582" y="2970805"/>
              <a:ext cx="199059" cy="388925"/>
            </a:xfrm>
            <a:custGeom>
              <a:rect b="b" l="l" r="r" t="t"/>
              <a:pathLst>
                <a:path extrusionOk="0" h="21998" w="11259">
                  <a:moveTo>
                    <a:pt x="8526" y="1"/>
                  </a:moveTo>
                  <a:cubicBezTo>
                    <a:pt x="7078" y="1"/>
                    <a:pt x="6273" y="644"/>
                    <a:pt x="4504" y="1287"/>
                  </a:cubicBezTo>
                  <a:cubicBezTo>
                    <a:pt x="2735" y="1931"/>
                    <a:pt x="1771" y="1770"/>
                    <a:pt x="1287" y="1931"/>
                  </a:cubicBezTo>
                  <a:cubicBezTo>
                    <a:pt x="805" y="2092"/>
                    <a:pt x="1128" y="2735"/>
                    <a:pt x="1771" y="3217"/>
                  </a:cubicBezTo>
                  <a:cubicBezTo>
                    <a:pt x="1985" y="3378"/>
                    <a:pt x="2378" y="3432"/>
                    <a:pt x="2807" y="3432"/>
                  </a:cubicBezTo>
                  <a:cubicBezTo>
                    <a:pt x="3665" y="3432"/>
                    <a:pt x="4665" y="3217"/>
                    <a:pt x="4665" y="3217"/>
                  </a:cubicBezTo>
                  <a:lnTo>
                    <a:pt x="4665" y="3217"/>
                  </a:lnTo>
                  <a:cubicBezTo>
                    <a:pt x="4665" y="3218"/>
                    <a:pt x="1610" y="5309"/>
                    <a:pt x="805" y="5791"/>
                  </a:cubicBezTo>
                  <a:cubicBezTo>
                    <a:pt x="1" y="6273"/>
                    <a:pt x="3056" y="6755"/>
                    <a:pt x="4343" y="6755"/>
                  </a:cubicBezTo>
                  <a:cubicBezTo>
                    <a:pt x="5630" y="6755"/>
                    <a:pt x="6434" y="5952"/>
                    <a:pt x="6434" y="5952"/>
                  </a:cubicBezTo>
                  <a:lnTo>
                    <a:pt x="6434" y="5952"/>
                  </a:lnTo>
                  <a:lnTo>
                    <a:pt x="1289" y="19622"/>
                  </a:lnTo>
                  <a:cubicBezTo>
                    <a:pt x="1156" y="21085"/>
                    <a:pt x="1572" y="21997"/>
                    <a:pt x="4083" y="21997"/>
                  </a:cubicBezTo>
                  <a:cubicBezTo>
                    <a:pt x="4609" y="21997"/>
                    <a:pt x="5227" y="21957"/>
                    <a:pt x="5952" y="21874"/>
                  </a:cubicBezTo>
                  <a:cubicBezTo>
                    <a:pt x="10133" y="21391"/>
                    <a:pt x="10133" y="20748"/>
                    <a:pt x="10133" y="20105"/>
                  </a:cubicBezTo>
                  <a:cubicBezTo>
                    <a:pt x="10133" y="19461"/>
                    <a:pt x="11259" y="4182"/>
                    <a:pt x="11259" y="3379"/>
                  </a:cubicBezTo>
                  <a:cubicBezTo>
                    <a:pt x="11259" y="2574"/>
                    <a:pt x="9972" y="1"/>
                    <a:pt x="85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31"/>
            <p:cNvSpPr/>
            <p:nvPr/>
          </p:nvSpPr>
          <p:spPr>
            <a:xfrm>
              <a:off x="8047576" y="2965607"/>
              <a:ext cx="198299" cy="399338"/>
            </a:xfrm>
            <a:custGeom>
              <a:rect b="b" l="l" r="r" t="t"/>
              <a:pathLst>
                <a:path extrusionOk="0" h="22587" w="11216">
                  <a:moveTo>
                    <a:pt x="8187" y="591"/>
                  </a:moveTo>
                  <a:cubicBezTo>
                    <a:pt x="9414" y="591"/>
                    <a:pt x="10625" y="3002"/>
                    <a:pt x="10625" y="3673"/>
                  </a:cubicBezTo>
                  <a:cubicBezTo>
                    <a:pt x="10625" y="4087"/>
                    <a:pt x="10300" y="8685"/>
                    <a:pt x="10016" y="12743"/>
                  </a:cubicBezTo>
                  <a:cubicBezTo>
                    <a:pt x="9739" y="16682"/>
                    <a:pt x="9498" y="20084"/>
                    <a:pt x="9498" y="20399"/>
                  </a:cubicBezTo>
                  <a:cubicBezTo>
                    <a:pt x="9498" y="20878"/>
                    <a:pt x="9498" y="21421"/>
                    <a:pt x="5579" y="21874"/>
                  </a:cubicBezTo>
                  <a:cubicBezTo>
                    <a:pt x="4885" y="21954"/>
                    <a:pt x="4278" y="21995"/>
                    <a:pt x="3757" y="21995"/>
                  </a:cubicBezTo>
                  <a:cubicBezTo>
                    <a:pt x="2665" y="21995"/>
                    <a:pt x="1948" y="21818"/>
                    <a:pt x="1584" y="21464"/>
                  </a:cubicBezTo>
                  <a:cubicBezTo>
                    <a:pt x="1282" y="21168"/>
                    <a:pt x="1178" y="20724"/>
                    <a:pt x="1241" y="19982"/>
                  </a:cubicBezTo>
                  <a:lnTo>
                    <a:pt x="6371" y="6351"/>
                  </a:lnTo>
                  <a:cubicBezTo>
                    <a:pt x="6420" y="6220"/>
                    <a:pt x="6372" y="6074"/>
                    <a:pt x="6255" y="5998"/>
                  </a:cubicBezTo>
                  <a:cubicBezTo>
                    <a:pt x="6206" y="5966"/>
                    <a:pt x="6150" y="5951"/>
                    <a:pt x="6095" y="5951"/>
                  </a:cubicBezTo>
                  <a:cubicBezTo>
                    <a:pt x="6019" y="5951"/>
                    <a:pt x="5943" y="5980"/>
                    <a:pt x="5886" y="6037"/>
                  </a:cubicBezTo>
                  <a:cubicBezTo>
                    <a:pt x="5879" y="6045"/>
                    <a:pt x="5156" y="6755"/>
                    <a:pt x="4004" y="6755"/>
                  </a:cubicBezTo>
                  <a:cubicBezTo>
                    <a:pt x="2987" y="6755"/>
                    <a:pt x="1327" y="6483"/>
                    <a:pt x="767" y="6247"/>
                  </a:cubicBezTo>
                  <a:cubicBezTo>
                    <a:pt x="1730" y="5644"/>
                    <a:pt x="4374" y="3838"/>
                    <a:pt x="4493" y="3756"/>
                  </a:cubicBezTo>
                  <a:cubicBezTo>
                    <a:pt x="4610" y="3676"/>
                    <a:pt x="4654" y="3525"/>
                    <a:pt x="4597" y="3396"/>
                  </a:cubicBezTo>
                  <a:cubicBezTo>
                    <a:pt x="4550" y="3285"/>
                    <a:pt x="4442" y="3217"/>
                    <a:pt x="4326" y="3217"/>
                  </a:cubicBezTo>
                  <a:cubicBezTo>
                    <a:pt x="4306" y="3217"/>
                    <a:pt x="4285" y="3219"/>
                    <a:pt x="4265" y="3223"/>
                  </a:cubicBezTo>
                  <a:cubicBezTo>
                    <a:pt x="3739" y="3336"/>
                    <a:pt x="3027" y="3431"/>
                    <a:pt x="2459" y="3431"/>
                  </a:cubicBezTo>
                  <a:cubicBezTo>
                    <a:pt x="2075" y="3431"/>
                    <a:pt x="1758" y="3388"/>
                    <a:pt x="1608" y="3276"/>
                  </a:cubicBezTo>
                  <a:cubicBezTo>
                    <a:pt x="1141" y="2925"/>
                    <a:pt x="993" y="2587"/>
                    <a:pt x="1042" y="2505"/>
                  </a:cubicBezTo>
                  <a:cubicBezTo>
                    <a:pt x="1168" y="2464"/>
                    <a:pt x="1368" y="2446"/>
                    <a:pt x="1621" y="2425"/>
                  </a:cubicBezTo>
                  <a:cubicBezTo>
                    <a:pt x="2189" y="2377"/>
                    <a:pt x="3045" y="2304"/>
                    <a:pt x="4266" y="1860"/>
                  </a:cubicBezTo>
                  <a:cubicBezTo>
                    <a:pt x="4831" y="1654"/>
                    <a:pt x="5301" y="1449"/>
                    <a:pt x="5714" y="1267"/>
                  </a:cubicBezTo>
                  <a:cubicBezTo>
                    <a:pt x="6609" y="874"/>
                    <a:pt x="7255" y="591"/>
                    <a:pt x="8187" y="591"/>
                  </a:cubicBezTo>
                  <a:close/>
                  <a:moveTo>
                    <a:pt x="8187" y="0"/>
                  </a:moveTo>
                  <a:cubicBezTo>
                    <a:pt x="7132" y="0"/>
                    <a:pt x="6401" y="320"/>
                    <a:pt x="5477" y="725"/>
                  </a:cubicBezTo>
                  <a:cubicBezTo>
                    <a:pt x="5072" y="903"/>
                    <a:pt x="4611" y="1105"/>
                    <a:pt x="4065" y="1304"/>
                  </a:cubicBezTo>
                  <a:cubicBezTo>
                    <a:pt x="2916" y="1721"/>
                    <a:pt x="2107" y="1790"/>
                    <a:pt x="1572" y="1836"/>
                  </a:cubicBezTo>
                  <a:cubicBezTo>
                    <a:pt x="1280" y="1861"/>
                    <a:pt x="1048" y="1880"/>
                    <a:pt x="855" y="1944"/>
                  </a:cubicBezTo>
                  <a:cubicBezTo>
                    <a:pt x="621" y="2023"/>
                    <a:pt x="466" y="2196"/>
                    <a:pt x="430" y="2419"/>
                  </a:cubicBezTo>
                  <a:cubicBezTo>
                    <a:pt x="354" y="2886"/>
                    <a:pt x="806" y="3412"/>
                    <a:pt x="1254" y="3748"/>
                  </a:cubicBezTo>
                  <a:cubicBezTo>
                    <a:pt x="1530" y="3955"/>
                    <a:pt x="2004" y="4023"/>
                    <a:pt x="2502" y="4023"/>
                  </a:cubicBezTo>
                  <a:cubicBezTo>
                    <a:pt x="2697" y="4023"/>
                    <a:pt x="2896" y="4012"/>
                    <a:pt x="3089" y="3996"/>
                  </a:cubicBezTo>
                  <a:lnTo>
                    <a:pt x="3089" y="3996"/>
                  </a:lnTo>
                  <a:cubicBezTo>
                    <a:pt x="2128" y="4647"/>
                    <a:pt x="799" y="5541"/>
                    <a:pt x="315" y="5831"/>
                  </a:cubicBezTo>
                  <a:cubicBezTo>
                    <a:pt x="0" y="6021"/>
                    <a:pt x="27" y="6262"/>
                    <a:pt x="53" y="6357"/>
                  </a:cubicBezTo>
                  <a:cubicBezTo>
                    <a:pt x="285" y="7194"/>
                    <a:pt x="3968" y="7345"/>
                    <a:pt x="4005" y="7345"/>
                  </a:cubicBezTo>
                  <a:cubicBezTo>
                    <a:pt x="4522" y="7344"/>
                    <a:pt x="5031" y="7227"/>
                    <a:pt x="5496" y="7000"/>
                  </a:cubicBezTo>
                  <a:lnTo>
                    <a:pt x="5496" y="7000"/>
                  </a:lnTo>
                  <a:lnTo>
                    <a:pt x="673" y="19812"/>
                  </a:lnTo>
                  <a:cubicBezTo>
                    <a:pt x="663" y="19837"/>
                    <a:pt x="658" y="19862"/>
                    <a:pt x="655" y="19889"/>
                  </a:cubicBezTo>
                  <a:cubicBezTo>
                    <a:pt x="597" y="20528"/>
                    <a:pt x="604" y="21332"/>
                    <a:pt x="1173" y="21887"/>
                  </a:cubicBezTo>
                  <a:cubicBezTo>
                    <a:pt x="1655" y="22359"/>
                    <a:pt x="2476" y="22587"/>
                    <a:pt x="3746" y="22587"/>
                  </a:cubicBezTo>
                  <a:cubicBezTo>
                    <a:pt x="4294" y="22587"/>
                    <a:pt x="4924" y="22544"/>
                    <a:pt x="5647" y="22461"/>
                  </a:cubicBezTo>
                  <a:cubicBezTo>
                    <a:pt x="9780" y="21984"/>
                    <a:pt x="10090" y="21335"/>
                    <a:pt x="10090" y="20399"/>
                  </a:cubicBezTo>
                  <a:cubicBezTo>
                    <a:pt x="10090" y="20105"/>
                    <a:pt x="10352" y="16384"/>
                    <a:pt x="10605" y="12784"/>
                  </a:cubicBezTo>
                  <a:cubicBezTo>
                    <a:pt x="10905" y="8519"/>
                    <a:pt x="11216" y="4107"/>
                    <a:pt x="11216" y="3673"/>
                  </a:cubicBezTo>
                  <a:cubicBezTo>
                    <a:pt x="11216" y="2772"/>
                    <a:pt x="9852" y="0"/>
                    <a:pt x="81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1"/>
            <p:cNvSpPr/>
            <p:nvPr/>
          </p:nvSpPr>
          <p:spPr>
            <a:xfrm>
              <a:off x="8155336" y="3022873"/>
              <a:ext cx="13508" cy="53146"/>
            </a:xfrm>
            <a:custGeom>
              <a:rect b="b" l="l" r="r" t="t"/>
              <a:pathLst>
                <a:path extrusionOk="0" h="3006" w="764">
                  <a:moveTo>
                    <a:pt x="0" y="3006"/>
                  </a:moveTo>
                  <a:lnTo>
                    <a:pt x="763"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1"/>
            <p:cNvSpPr/>
            <p:nvPr/>
          </p:nvSpPr>
          <p:spPr>
            <a:xfrm>
              <a:off x="8149430" y="3017551"/>
              <a:ext cx="25247" cy="63701"/>
            </a:xfrm>
            <a:custGeom>
              <a:rect b="b" l="l" r="r" t="t"/>
              <a:pathLst>
                <a:path extrusionOk="0" h="3603" w="1428">
                  <a:moveTo>
                    <a:pt x="1099" y="0"/>
                  </a:moveTo>
                  <a:cubicBezTo>
                    <a:pt x="964" y="0"/>
                    <a:pt x="842" y="92"/>
                    <a:pt x="810" y="228"/>
                  </a:cubicBezTo>
                  <a:lnTo>
                    <a:pt x="49" y="3235"/>
                  </a:lnTo>
                  <a:cubicBezTo>
                    <a:pt x="1" y="3421"/>
                    <a:pt x="142" y="3603"/>
                    <a:pt x="334" y="3603"/>
                  </a:cubicBezTo>
                  <a:cubicBezTo>
                    <a:pt x="470" y="3603"/>
                    <a:pt x="587" y="3511"/>
                    <a:pt x="621" y="3380"/>
                  </a:cubicBezTo>
                  <a:lnTo>
                    <a:pt x="1383" y="375"/>
                  </a:lnTo>
                  <a:cubicBezTo>
                    <a:pt x="1427" y="215"/>
                    <a:pt x="1331" y="51"/>
                    <a:pt x="1172" y="9"/>
                  </a:cubicBezTo>
                  <a:cubicBezTo>
                    <a:pt x="1147" y="3"/>
                    <a:pt x="1123" y="0"/>
                    <a:pt x="109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1"/>
            <p:cNvSpPr/>
            <p:nvPr/>
          </p:nvSpPr>
          <p:spPr>
            <a:xfrm>
              <a:off x="8027385" y="3257999"/>
              <a:ext cx="193366" cy="234066"/>
            </a:xfrm>
            <a:custGeom>
              <a:rect b="b" l="l" r="r" t="t"/>
              <a:pathLst>
                <a:path extrusionOk="0" h="13239" w="10937">
                  <a:moveTo>
                    <a:pt x="7077" y="1"/>
                  </a:moveTo>
                  <a:cubicBezTo>
                    <a:pt x="7077" y="1"/>
                    <a:pt x="1931" y="1448"/>
                    <a:pt x="965" y="3700"/>
                  </a:cubicBezTo>
                  <a:cubicBezTo>
                    <a:pt x="1" y="5949"/>
                    <a:pt x="162" y="9329"/>
                    <a:pt x="2092" y="11257"/>
                  </a:cubicBezTo>
                  <a:cubicBezTo>
                    <a:pt x="3430" y="12596"/>
                    <a:pt x="4227" y="13239"/>
                    <a:pt x="5287" y="13239"/>
                  </a:cubicBezTo>
                  <a:cubicBezTo>
                    <a:pt x="5755" y="13239"/>
                    <a:pt x="6275" y="13113"/>
                    <a:pt x="6916" y="12866"/>
                  </a:cubicBezTo>
                  <a:cubicBezTo>
                    <a:pt x="9006" y="12062"/>
                    <a:pt x="9490" y="10775"/>
                    <a:pt x="9650" y="9488"/>
                  </a:cubicBezTo>
                  <a:cubicBezTo>
                    <a:pt x="9811" y="8202"/>
                    <a:pt x="10936" y="3861"/>
                    <a:pt x="70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1"/>
            <p:cNvSpPr/>
            <p:nvPr/>
          </p:nvSpPr>
          <p:spPr>
            <a:xfrm>
              <a:off x="8022417" y="3252748"/>
              <a:ext cx="197804" cy="244497"/>
            </a:xfrm>
            <a:custGeom>
              <a:rect b="b" l="l" r="r" t="t"/>
              <a:pathLst>
                <a:path extrusionOk="0" h="13829" w="11188">
                  <a:moveTo>
                    <a:pt x="7272" y="631"/>
                  </a:moveTo>
                  <a:cubicBezTo>
                    <a:pt x="10543" y="4008"/>
                    <a:pt x="9955" y="7726"/>
                    <a:pt x="9700" y="9325"/>
                  </a:cubicBezTo>
                  <a:cubicBezTo>
                    <a:pt x="9675" y="9490"/>
                    <a:pt x="9652" y="9632"/>
                    <a:pt x="9637" y="9749"/>
                  </a:cubicBezTo>
                  <a:cubicBezTo>
                    <a:pt x="9490" y="10927"/>
                    <a:pt x="9080" y="12122"/>
                    <a:pt x="7090" y="12888"/>
                  </a:cubicBezTo>
                  <a:cubicBezTo>
                    <a:pt x="6489" y="13119"/>
                    <a:pt x="6008" y="13240"/>
                    <a:pt x="5574" y="13240"/>
                  </a:cubicBezTo>
                  <a:cubicBezTo>
                    <a:pt x="4613" y="13240"/>
                    <a:pt x="3881" y="12647"/>
                    <a:pt x="2580" y="11347"/>
                  </a:cubicBezTo>
                  <a:cubicBezTo>
                    <a:pt x="688" y="9453"/>
                    <a:pt x="620" y="6207"/>
                    <a:pt x="1518" y="4114"/>
                  </a:cubicBezTo>
                  <a:cubicBezTo>
                    <a:pt x="2322" y="2236"/>
                    <a:pt x="6394" y="901"/>
                    <a:pt x="7272" y="631"/>
                  </a:cubicBezTo>
                  <a:close/>
                  <a:moveTo>
                    <a:pt x="7357" y="1"/>
                  </a:moveTo>
                  <a:cubicBezTo>
                    <a:pt x="7330" y="1"/>
                    <a:pt x="7303" y="4"/>
                    <a:pt x="7277" y="12"/>
                  </a:cubicBezTo>
                  <a:cubicBezTo>
                    <a:pt x="7061" y="73"/>
                    <a:pt x="1984" y="1525"/>
                    <a:pt x="974" y="3879"/>
                  </a:cubicBezTo>
                  <a:cubicBezTo>
                    <a:pt x="1" y="6152"/>
                    <a:pt x="85" y="9689"/>
                    <a:pt x="2162" y="11765"/>
                  </a:cubicBezTo>
                  <a:cubicBezTo>
                    <a:pt x="3510" y="13111"/>
                    <a:pt x="4373" y="13828"/>
                    <a:pt x="5564" y="13828"/>
                  </a:cubicBezTo>
                  <a:cubicBezTo>
                    <a:pt x="6065" y="13828"/>
                    <a:pt x="6626" y="13700"/>
                    <a:pt x="7303" y="13439"/>
                  </a:cubicBezTo>
                  <a:cubicBezTo>
                    <a:pt x="9588" y="12560"/>
                    <a:pt x="10062" y="11118"/>
                    <a:pt x="10224" y="9822"/>
                  </a:cubicBezTo>
                  <a:cubicBezTo>
                    <a:pt x="10238" y="9710"/>
                    <a:pt x="10259" y="9574"/>
                    <a:pt x="10284" y="9417"/>
                  </a:cubicBezTo>
                  <a:cubicBezTo>
                    <a:pt x="10555" y="7708"/>
                    <a:pt x="11187" y="3709"/>
                    <a:pt x="7566" y="89"/>
                  </a:cubicBezTo>
                  <a:cubicBezTo>
                    <a:pt x="7510" y="31"/>
                    <a:pt x="7434" y="1"/>
                    <a:pt x="73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31"/>
            <p:cNvSpPr/>
            <p:nvPr/>
          </p:nvSpPr>
          <p:spPr>
            <a:xfrm>
              <a:off x="7973355" y="4437609"/>
              <a:ext cx="264457" cy="218949"/>
            </a:xfrm>
            <a:custGeom>
              <a:rect b="b" l="l" r="r" t="t"/>
              <a:pathLst>
                <a:path extrusionOk="0" h="12384" w="14958">
                  <a:moveTo>
                    <a:pt x="2809" y="1"/>
                  </a:moveTo>
                  <a:cubicBezTo>
                    <a:pt x="2412" y="1"/>
                    <a:pt x="2055" y="55"/>
                    <a:pt x="1770" y="185"/>
                  </a:cubicBezTo>
                  <a:cubicBezTo>
                    <a:pt x="1" y="989"/>
                    <a:pt x="1" y="1794"/>
                    <a:pt x="2252" y="5332"/>
                  </a:cubicBezTo>
                  <a:cubicBezTo>
                    <a:pt x="4288" y="8529"/>
                    <a:pt x="9607" y="12384"/>
                    <a:pt x="12155" y="12384"/>
                  </a:cubicBezTo>
                  <a:cubicBezTo>
                    <a:pt x="12426" y="12384"/>
                    <a:pt x="12666" y="12340"/>
                    <a:pt x="12867" y="12248"/>
                  </a:cubicBezTo>
                  <a:cubicBezTo>
                    <a:pt x="14958" y="11282"/>
                    <a:pt x="13028" y="4848"/>
                    <a:pt x="13028" y="4848"/>
                  </a:cubicBezTo>
                  <a:lnTo>
                    <a:pt x="8042" y="1472"/>
                  </a:lnTo>
                  <a:cubicBezTo>
                    <a:pt x="8042" y="1472"/>
                    <a:pt x="4875" y="1"/>
                    <a:pt x="28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31"/>
            <p:cNvSpPr/>
            <p:nvPr/>
          </p:nvSpPr>
          <p:spPr>
            <a:xfrm>
              <a:off x="7973744" y="4432464"/>
              <a:ext cx="269249" cy="229221"/>
            </a:xfrm>
            <a:custGeom>
              <a:rect b="b" l="l" r="r" t="t"/>
              <a:pathLst>
                <a:path extrusionOk="0" h="12965" w="15229">
                  <a:moveTo>
                    <a:pt x="2779" y="588"/>
                  </a:moveTo>
                  <a:cubicBezTo>
                    <a:pt x="4380" y="588"/>
                    <a:pt x="6861" y="1554"/>
                    <a:pt x="7873" y="2021"/>
                  </a:cubicBezTo>
                  <a:lnTo>
                    <a:pt x="12752" y="5326"/>
                  </a:lnTo>
                  <a:cubicBezTo>
                    <a:pt x="13275" y="7120"/>
                    <a:pt x="14216" y="11580"/>
                    <a:pt x="12720" y="12270"/>
                  </a:cubicBezTo>
                  <a:cubicBezTo>
                    <a:pt x="12554" y="12347"/>
                    <a:pt x="12353" y="12383"/>
                    <a:pt x="12122" y="12383"/>
                  </a:cubicBezTo>
                  <a:cubicBezTo>
                    <a:pt x="9808" y="12383"/>
                    <a:pt x="4553" y="8722"/>
                    <a:pt x="2479" y="5464"/>
                  </a:cubicBezTo>
                  <a:cubicBezTo>
                    <a:pt x="1296" y="3605"/>
                    <a:pt x="603" y="2313"/>
                    <a:pt x="807" y="1627"/>
                  </a:cubicBezTo>
                  <a:cubicBezTo>
                    <a:pt x="904" y="1299"/>
                    <a:pt x="1213" y="1044"/>
                    <a:pt x="1870" y="745"/>
                  </a:cubicBezTo>
                  <a:cubicBezTo>
                    <a:pt x="2113" y="634"/>
                    <a:pt x="2424" y="588"/>
                    <a:pt x="2779" y="588"/>
                  </a:cubicBezTo>
                  <a:close/>
                  <a:moveTo>
                    <a:pt x="2779" y="0"/>
                  </a:moveTo>
                  <a:cubicBezTo>
                    <a:pt x="2342" y="0"/>
                    <a:pt x="1946" y="61"/>
                    <a:pt x="1626" y="206"/>
                  </a:cubicBezTo>
                  <a:cubicBezTo>
                    <a:pt x="1016" y="483"/>
                    <a:pt x="428" y="826"/>
                    <a:pt x="241" y="1458"/>
                  </a:cubicBezTo>
                  <a:cubicBezTo>
                    <a:pt x="0" y="2269"/>
                    <a:pt x="438" y="3359"/>
                    <a:pt x="1981" y="5781"/>
                  </a:cubicBezTo>
                  <a:cubicBezTo>
                    <a:pt x="4044" y="9023"/>
                    <a:pt x="9425" y="12964"/>
                    <a:pt x="12155" y="12964"/>
                  </a:cubicBezTo>
                  <a:cubicBezTo>
                    <a:pt x="12462" y="12964"/>
                    <a:pt x="12736" y="12914"/>
                    <a:pt x="12969" y="12807"/>
                  </a:cubicBezTo>
                  <a:cubicBezTo>
                    <a:pt x="15228" y="11764"/>
                    <a:pt x="13494" y="5739"/>
                    <a:pt x="13289" y="5055"/>
                  </a:cubicBezTo>
                  <a:cubicBezTo>
                    <a:pt x="13270" y="4989"/>
                    <a:pt x="13229" y="4934"/>
                    <a:pt x="13172" y="4895"/>
                  </a:cubicBezTo>
                  <a:lnTo>
                    <a:pt x="8186" y="1518"/>
                  </a:lnTo>
                  <a:cubicBezTo>
                    <a:pt x="8173" y="1509"/>
                    <a:pt x="8159" y="1502"/>
                    <a:pt x="8145" y="1496"/>
                  </a:cubicBezTo>
                  <a:cubicBezTo>
                    <a:pt x="7987" y="1423"/>
                    <a:pt x="4897" y="0"/>
                    <a:pt x="277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31"/>
            <p:cNvSpPr/>
            <p:nvPr/>
          </p:nvSpPr>
          <p:spPr>
            <a:xfrm>
              <a:off x="7975035" y="4449843"/>
              <a:ext cx="241951" cy="206715"/>
            </a:xfrm>
            <a:custGeom>
              <a:rect b="b" l="l" r="r" t="t"/>
              <a:pathLst>
                <a:path extrusionOk="0" h="11692" w="13685">
                  <a:moveTo>
                    <a:pt x="831" y="0"/>
                  </a:moveTo>
                  <a:lnTo>
                    <a:pt x="831" y="0"/>
                  </a:lnTo>
                  <a:cubicBezTo>
                    <a:pt x="0" y="732"/>
                    <a:pt x="359" y="1812"/>
                    <a:pt x="2157" y="4640"/>
                  </a:cubicBezTo>
                  <a:cubicBezTo>
                    <a:pt x="4193" y="7837"/>
                    <a:pt x="9512" y="11692"/>
                    <a:pt x="12060" y="11692"/>
                  </a:cubicBezTo>
                  <a:cubicBezTo>
                    <a:pt x="12331" y="11692"/>
                    <a:pt x="12571" y="11648"/>
                    <a:pt x="12772" y="11556"/>
                  </a:cubicBezTo>
                  <a:cubicBezTo>
                    <a:pt x="13303" y="11310"/>
                    <a:pt x="13575" y="10711"/>
                    <a:pt x="13685" y="9954"/>
                  </a:cubicBezTo>
                  <a:lnTo>
                    <a:pt x="13685" y="9954"/>
                  </a:lnTo>
                  <a:cubicBezTo>
                    <a:pt x="13113" y="10196"/>
                    <a:pt x="12537" y="10308"/>
                    <a:pt x="11957" y="10308"/>
                  </a:cubicBezTo>
                  <a:cubicBezTo>
                    <a:pt x="9551" y="10308"/>
                    <a:pt x="7092" y="8376"/>
                    <a:pt x="4730" y="5765"/>
                  </a:cubicBezTo>
                  <a:cubicBezTo>
                    <a:pt x="2685" y="3504"/>
                    <a:pt x="1436" y="1249"/>
                    <a:pt x="83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1"/>
            <p:cNvSpPr/>
            <p:nvPr/>
          </p:nvSpPr>
          <p:spPr>
            <a:xfrm>
              <a:off x="7967627" y="4444610"/>
              <a:ext cx="254999" cy="217075"/>
            </a:xfrm>
            <a:custGeom>
              <a:rect b="b" l="l" r="r" t="t"/>
              <a:pathLst>
                <a:path extrusionOk="0" h="12278" w="14423">
                  <a:moveTo>
                    <a:pt x="1192" y="843"/>
                  </a:moveTo>
                  <a:lnTo>
                    <a:pt x="1192" y="843"/>
                  </a:lnTo>
                  <a:cubicBezTo>
                    <a:pt x="1841" y="2108"/>
                    <a:pt x="3058" y="4190"/>
                    <a:pt x="4930" y="6260"/>
                  </a:cubicBezTo>
                  <a:cubicBezTo>
                    <a:pt x="7761" y="9388"/>
                    <a:pt x="10168" y="10908"/>
                    <a:pt x="12354" y="10908"/>
                  </a:cubicBezTo>
                  <a:cubicBezTo>
                    <a:pt x="12813" y="10908"/>
                    <a:pt x="13262" y="10841"/>
                    <a:pt x="13703" y="10708"/>
                  </a:cubicBezTo>
                  <a:lnTo>
                    <a:pt x="13703" y="10708"/>
                  </a:lnTo>
                  <a:cubicBezTo>
                    <a:pt x="13570" y="11157"/>
                    <a:pt x="13357" y="11450"/>
                    <a:pt x="13066" y="11583"/>
                  </a:cubicBezTo>
                  <a:cubicBezTo>
                    <a:pt x="12900" y="11660"/>
                    <a:pt x="12699" y="11696"/>
                    <a:pt x="12469" y="11696"/>
                  </a:cubicBezTo>
                  <a:cubicBezTo>
                    <a:pt x="10154" y="11696"/>
                    <a:pt x="4899" y="8035"/>
                    <a:pt x="2825" y="4777"/>
                  </a:cubicBezTo>
                  <a:cubicBezTo>
                    <a:pt x="1270" y="2332"/>
                    <a:pt x="942" y="1389"/>
                    <a:pt x="1192" y="843"/>
                  </a:cubicBezTo>
                  <a:close/>
                  <a:moveTo>
                    <a:pt x="1249" y="1"/>
                  </a:moveTo>
                  <a:cubicBezTo>
                    <a:pt x="1177" y="1"/>
                    <a:pt x="1108" y="26"/>
                    <a:pt x="1054" y="75"/>
                  </a:cubicBezTo>
                  <a:cubicBezTo>
                    <a:pt x="0" y="1003"/>
                    <a:pt x="596" y="2374"/>
                    <a:pt x="2327" y="5094"/>
                  </a:cubicBezTo>
                  <a:cubicBezTo>
                    <a:pt x="4390" y="8336"/>
                    <a:pt x="9770" y="12277"/>
                    <a:pt x="12501" y="12277"/>
                  </a:cubicBezTo>
                  <a:cubicBezTo>
                    <a:pt x="12808" y="12276"/>
                    <a:pt x="13082" y="12227"/>
                    <a:pt x="13314" y="12118"/>
                  </a:cubicBezTo>
                  <a:cubicBezTo>
                    <a:pt x="13895" y="11852"/>
                    <a:pt x="14258" y="11237"/>
                    <a:pt x="14396" y="10290"/>
                  </a:cubicBezTo>
                  <a:cubicBezTo>
                    <a:pt x="14422" y="10104"/>
                    <a:pt x="14274" y="9952"/>
                    <a:pt x="14103" y="9952"/>
                  </a:cubicBezTo>
                  <a:cubicBezTo>
                    <a:pt x="14065" y="9952"/>
                    <a:pt x="14026" y="9959"/>
                    <a:pt x="13988" y="9976"/>
                  </a:cubicBezTo>
                  <a:cubicBezTo>
                    <a:pt x="13462" y="10199"/>
                    <a:pt x="12921" y="10311"/>
                    <a:pt x="12360" y="10311"/>
                  </a:cubicBezTo>
                  <a:cubicBezTo>
                    <a:pt x="10346" y="10311"/>
                    <a:pt x="8079" y="8858"/>
                    <a:pt x="5369" y="5862"/>
                  </a:cubicBezTo>
                  <a:cubicBezTo>
                    <a:pt x="3323" y="3601"/>
                    <a:pt x="2076" y="1324"/>
                    <a:pt x="1516" y="168"/>
                  </a:cubicBezTo>
                  <a:cubicBezTo>
                    <a:pt x="1476" y="85"/>
                    <a:pt x="1399" y="26"/>
                    <a:pt x="1308" y="7"/>
                  </a:cubicBezTo>
                  <a:cubicBezTo>
                    <a:pt x="1288" y="3"/>
                    <a:pt x="1268" y="1"/>
                    <a:pt x="12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31"/>
            <p:cNvSpPr/>
            <p:nvPr/>
          </p:nvSpPr>
          <p:spPr>
            <a:xfrm>
              <a:off x="8089920" y="3466464"/>
              <a:ext cx="1188591" cy="1193365"/>
            </a:xfrm>
            <a:custGeom>
              <a:rect b="b" l="l" r="r" t="t"/>
              <a:pathLst>
                <a:path extrusionOk="0" h="67498" w="67228">
                  <a:moveTo>
                    <a:pt x="45468" y="1"/>
                  </a:moveTo>
                  <a:cubicBezTo>
                    <a:pt x="42438" y="1"/>
                    <a:pt x="35390" y="859"/>
                    <a:pt x="24609" y="7187"/>
                  </a:cubicBezTo>
                  <a:lnTo>
                    <a:pt x="24769" y="12013"/>
                  </a:lnTo>
                  <a:cubicBezTo>
                    <a:pt x="24769" y="12013"/>
                    <a:pt x="14958" y="15710"/>
                    <a:pt x="10133" y="19088"/>
                  </a:cubicBezTo>
                  <a:cubicBezTo>
                    <a:pt x="5308" y="22466"/>
                    <a:pt x="2091" y="25040"/>
                    <a:pt x="1609" y="28255"/>
                  </a:cubicBezTo>
                  <a:cubicBezTo>
                    <a:pt x="1127" y="31472"/>
                    <a:pt x="1448" y="56401"/>
                    <a:pt x="1448" y="56401"/>
                  </a:cubicBezTo>
                  <a:cubicBezTo>
                    <a:pt x="1448" y="56401"/>
                    <a:pt x="0" y="56723"/>
                    <a:pt x="484" y="57687"/>
                  </a:cubicBezTo>
                  <a:cubicBezTo>
                    <a:pt x="967" y="58653"/>
                    <a:pt x="1931" y="62191"/>
                    <a:pt x="3218" y="62512"/>
                  </a:cubicBezTo>
                  <a:cubicBezTo>
                    <a:pt x="4048" y="62720"/>
                    <a:pt x="5012" y="63062"/>
                    <a:pt x="5678" y="63062"/>
                  </a:cubicBezTo>
                  <a:cubicBezTo>
                    <a:pt x="6044" y="63062"/>
                    <a:pt x="6320" y="62958"/>
                    <a:pt x="6434" y="62673"/>
                  </a:cubicBezTo>
                  <a:cubicBezTo>
                    <a:pt x="6756" y="61868"/>
                    <a:pt x="7720" y="57044"/>
                    <a:pt x="8364" y="55436"/>
                  </a:cubicBezTo>
                  <a:cubicBezTo>
                    <a:pt x="9007" y="53827"/>
                    <a:pt x="10133" y="46268"/>
                    <a:pt x="11098" y="40961"/>
                  </a:cubicBezTo>
                  <a:cubicBezTo>
                    <a:pt x="12063" y="35653"/>
                    <a:pt x="12063" y="31955"/>
                    <a:pt x="12063" y="31955"/>
                  </a:cubicBezTo>
                  <a:cubicBezTo>
                    <a:pt x="12063" y="31955"/>
                    <a:pt x="16405" y="31472"/>
                    <a:pt x="22034" y="29542"/>
                  </a:cubicBezTo>
                  <a:cubicBezTo>
                    <a:pt x="27663" y="27612"/>
                    <a:pt x="35866" y="24074"/>
                    <a:pt x="35866" y="24074"/>
                  </a:cubicBezTo>
                  <a:cubicBezTo>
                    <a:pt x="35866" y="24074"/>
                    <a:pt x="42459" y="40639"/>
                    <a:pt x="43907" y="43857"/>
                  </a:cubicBezTo>
                  <a:cubicBezTo>
                    <a:pt x="45355" y="47074"/>
                    <a:pt x="50984" y="54311"/>
                    <a:pt x="52110" y="56401"/>
                  </a:cubicBezTo>
                  <a:cubicBezTo>
                    <a:pt x="53235" y="58492"/>
                    <a:pt x="60312" y="67498"/>
                    <a:pt x="60312" y="67498"/>
                  </a:cubicBezTo>
                  <a:cubicBezTo>
                    <a:pt x="60312" y="67498"/>
                    <a:pt x="63047" y="65085"/>
                    <a:pt x="64816" y="65085"/>
                  </a:cubicBezTo>
                  <a:lnTo>
                    <a:pt x="67228" y="65085"/>
                  </a:lnTo>
                  <a:cubicBezTo>
                    <a:pt x="67228" y="65085"/>
                    <a:pt x="64332" y="57043"/>
                    <a:pt x="61921" y="52219"/>
                  </a:cubicBezTo>
                  <a:cubicBezTo>
                    <a:pt x="59509" y="47395"/>
                    <a:pt x="54522" y="39513"/>
                    <a:pt x="54522" y="39513"/>
                  </a:cubicBezTo>
                  <a:cubicBezTo>
                    <a:pt x="54522" y="39513"/>
                    <a:pt x="50021" y="11374"/>
                    <a:pt x="49858" y="9439"/>
                  </a:cubicBezTo>
                  <a:cubicBezTo>
                    <a:pt x="49547" y="5726"/>
                    <a:pt x="47168" y="120"/>
                    <a:pt x="47168" y="120"/>
                  </a:cubicBezTo>
                  <a:cubicBezTo>
                    <a:pt x="47168" y="120"/>
                    <a:pt x="46596" y="1"/>
                    <a:pt x="45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1"/>
            <p:cNvSpPr/>
            <p:nvPr/>
          </p:nvSpPr>
          <p:spPr>
            <a:xfrm>
              <a:off x="8090291" y="3461072"/>
              <a:ext cx="1194372" cy="1203990"/>
            </a:xfrm>
            <a:custGeom>
              <a:rect b="b" l="l" r="r" t="t"/>
              <a:pathLst>
                <a:path extrusionOk="0" h="68099" w="67555">
                  <a:moveTo>
                    <a:pt x="45500" y="609"/>
                  </a:moveTo>
                  <a:cubicBezTo>
                    <a:pt x="46230" y="609"/>
                    <a:pt x="46711" y="659"/>
                    <a:pt x="46938" y="691"/>
                  </a:cubicBezTo>
                  <a:cubicBezTo>
                    <a:pt x="47314" y="1606"/>
                    <a:pt x="49268" y="6482"/>
                    <a:pt x="49543" y="9769"/>
                  </a:cubicBezTo>
                  <a:cubicBezTo>
                    <a:pt x="49704" y="11694"/>
                    <a:pt x="54026" y="38717"/>
                    <a:pt x="54210" y="39865"/>
                  </a:cubicBezTo>
                  <a:cubicBezTo>
                    <a:pt x="54216" y="39905"/>
                    <a:pt x="54230" y="39943"/>
                    <a:pt x="54252" y="39977"/>
                  </a:cubicBezTo>
                  <a:cubicBezTo>
                    <a:pt x="54302" y="40055"/>
                    <a:pt x="59257" y="47900"/>
                    <a:pt x="61636" y="52657"/>
                  </a:cubicBezTo>
                  <a:cubicBezTo>
                    <a:pt x="63708" y="56803"/>
                    <a:pt x="66169" y="63417"/>
                    <a:pt x="66785" y="65094"/>
                  </a:cubicBezTo>
                  <a:lnTo>
                    <a:pt x="64795" y="65094"/>
                  </a:lnTo>
                  <a:cubicBezTo>
                    <a:pt x="63230" y="65094"/>
                    <a:pt x="61055" y="66781"/>
                    <a:pt x="60334" y="67378"/>
                  </a:cubicBezTo>
                  <a:cubicBezTo>
                    <a:pt x="59201" y="65930"/>
                    <a:pt x="53348" y="58420"/>
                    <a:pt x="52349" y="56566"/>
                  </a:cubicBezTo>
                  <a:cubicBezTo>
                    <a:pt x="51897" y="55725"/>
                    <a:pt x="50754" y="54102"/>
                    <a:pt x="49429" y="52222"/>
                  </a:cubicBezTo>
                  <a:cubicBezTo>
                    <a:pt x="47465" y="49432"/>
                    <a:pt x="45022" y="45961"/>
                    <a:pt x="44157" y="44040"/>
                  </a:cubicBezTo>
                  <a:cubicBezTo>
                    <a:pt x="42728" y="40866"/>
                    <a:pt x="36186" y="24434"/>
                    <a:pt x="36119" y="24269"/>
                  </a:cubicBezTo>
                  <a:cubicBezTo>
                    <a:pt x="36075" y="24157"/>
                    <a:pt x="35966" y="24083"/>
                    <a:pt x="35845" y="24083"/>
                  </a:cubicBezTo>
                  <a:cubicBezTo>
                    <a:pt x="35804" y="24083"/>
                    <a:pt x="35765" y="24092"/>
                    <a:pt x="35728" y="24107"/>
                  </a:cubicBezTo>
                  <a:cubicBezTo>
                    <a:pt x="35646" y="24142"/>
                    <a:pt x="27472" y="27662"/>
                    <a:pt x="21919" y="29567"/>
                  </a:cubicBezTo>
                  <a:cubicBezTo>
                    <a:pt x="16388" y="31463"/>
                    <a:pt x="12053" y="31961"/>
                    <a:pt x="12010" y="31966"/>
                  </a:cubicBezTo>
                  <a:cubicBezTo>
                    <a:pt x="11860" y="31982"/>
                    <a:pt x="11747" y="32109"/>
                    <a:pt x="11747" y="32259"/>
                  </a:cubicBezTo>
                  <a:cubicBezTo>
                    <a:pt x="11747" y="32297"/>
                    <a:pt x="11736" y="35997"/>
                    <a:pt x="10788" y="41212"/>
                  </a:cubicBezTo>
                  <a:cubicBezTo>
                    <a:pt x="10502" y="42782"/>
                    <a:pt x="10202" y="44547"/>
                    <a:pt x="9906" y="46298"/>
                  </a:cubicBezTo>
                  <a:cubicBezTo>
                    <a:pt x="9220" y="50344"/>
                    <a:pt x="8510" y="54527"/>
                    <a:pt x="8070" y="55630"/>
                  </a:cubicBezTo>
                  <a:cubicBezTo>
                    <a:pt x="7686" y="56594"/>
                    <a:pt x="7188" y="58680"/>
                    <a:pt x="6789" y="60355"/>
                  </a:cubicBezTo>
                  <a:cubicBezTo>
                    <a:pt x="6520" y="61487"/>
                    <a:pt x="6264" y="62555"/>
                    <a:pt x="6139" y="62868"/>
                  </a:cubicBezTo>
                  <a:cubicBezTo>
                    <a:pt x="6081" y="63015"/>
                    <a:pt x="5904" y="63071"/>
                    <a:pt x="5662" y="63071"/>
                  </a:cubicBezTo>
                  <a:cubicBezTo>
                    <a:pt x="5218" y="63071"/>
                    <a:pt x="4552" y="62884"/>
                    <a:pt x="3976" y="62721"/>
                  </a:cubicBezTo>
                  <a:cubicBezTo>
                    <a:pt x="3736" y="62654"/>
                    <a:pt x="3498" y="62588"/>
                    <a:pt x="3269" y="62530"/>
                  </a:cubicBezTo>
                  <a:cubicBezTo>
                    <a:pt x="2444" y="62323"/>
                    <a:pt x="1647" y="60214"/>
                    <a:pt x="1171" y="58955"/>
                  </a:cubicBezTo>
                  <a:cubicBezTo>
                    <a:pt x="1000" y="58500"/>
                    <a:pt x="852" y="58107"/>
                    <a:pt x="728" y="57860"/>
                  </a:cubicBezTo>
                  <a:cubicBezTo>
                    <a:pt x="629" y="57661"/>
                    <a:pt x="659" y="57547"/>
                    <a:pt x="692" y="57479"/>
                  </a:cubicBezTo>
                  <a:cubicBezTo>
                    <a:pt x="823" y="57202"/>
                    <a:pt x="1326" y="57032"/>
                    <a:pt x="1492" y="56994"/>
                  </a:cubicBezTo>
                  <a:cubicBezTo>
                    <a:pt x="1630" y="56964"/>
                    <a:pt x="1725" y="56842"/>
                    <a:pt x="1724" y="56702"/>
                  </a:cubicBezTo>
                  <a:cubicBezTo>
                    <a:pt x="1720" y="56452"/>
                    <a:pt x="1408" y="31761"/>
                    <a:pt x="1881" y="28604"/>
                  </a:cubicBezTo>
                  <a:cubicBezTo>
                    <a:pt x="2361" y="25408"/>
                    <a:pt x="5816" y="22762"/>
                    <a:pt x="10283" y="19636"/>
                  </a:cubicBezTo>
                  <a:cubicBezTo>
                    <a:pt x="15022" y="16319"/>
                    <a:pt x="24754" y="12631"/>
                    <a:pt x="24852" y="12593"/>
                  </a:cubicBezTo>
                  <a:cubicBezTo>
                    <a:pt x="24971" y="12549"/>
                    <a:pt x="25047" y="12433"/>
                    <a:pt x="25044" y="12307"/>
                  </a:cubicBezTo>
                  <a:lnTo>
                    <a:pt x="24889" y="7659"/>
                  </a:lnTo>
                  <a:cubicBezTo>
                    <a:pt x="35552" y="1431"/>
                    <a:pt x="42553" y="609"/>
                    <a:pt x="45500" y="609"/>
                  </a:cubicBezTo>
                  <a:close/>
                  <a:moveTo>
                    <a:pt x="45389" y="0"/>
                  </a:moveTo>
                  <a:cubicBezTo>
                    <a:pt x="42284" y="0"/>
                    <a:pt x="35248" y="893"/>
                    <a:pt x="24438" y="7237"/>
                  </a:cubicBezTo>
                  <a:cubicBezTo>
                    <a:pt x="24345" y="7293"/>
                    <a:pt x="24288" y="7395"/>
                    <a:pt x="24292" y="7503"/>
                  </a:cubicBezTo>
                  <a:lnTo>
                    <a:pt x="24446" y="12117"/>
                  </a:lnTo>
                  <a:cubicBezTo>
                    <a:pt x="23025" y="12663"/>
                    <a:pt x="14363" y="16057"/>
                    <a:pt x="9943" y="19152"/>
                  </a:cubicBezTo>
                  <a:cubicBezTo>
                    <a:pt x="5359" y="22359"/>
                    <a:pt x="1811" y="25087"/>
                    <a:pt x="1297" y="28517"/>
                  </a:cubicBezTo>
                  <a:cubicBezTo>
                    <a:pt x="835" y="31594"/>
                    <a:pt x="1097" y="53832"/>
                    <a:pt x="1130" y="56485"/>
                  </a:cubicBezTo>
                  <a:cubicBezTo>
                    <a:pt x="835" y="56586"/>
                    <a:pt x="357" y="56808"/>
                    <a:pt x="158" y="57224"/>
                  </a:cubicBezTo>
                  <a:cubicBezTo>
                    <a:pt x="67" y="57416"/>
                    <a:pt x="0" y="57727"/>
                    <a:pt x="198" y="58124"/>
                  </a:cubicBezTo>
                  <a:cubicBezTo>
                    <a:pt x="309" y="58344"/>
                    <a:pt x="452" y="58724"/>
                    <a:pt x="619" y="59164"/>
                  </a:cubicBezTo>
                  <a:cubicBezTo>
                    <a:pt x="1202" y="60709"/>
                    <a:pt x="2000" y="62822"/>
                    <a:pt x="3125" y="63104"/>
                  </a:cubicBezTo>
                  <a:cubicBezTo>
                    <a:pt x="3348" y="63159"/>
                    <a:pt x="3582" y="63225"/>
                    <a:pt x="3815" y="63291"/>
                  </a:cubicBezTo>
                  <a:cubicBezTo>
                    <a:pt x="4469" y="63476"/>
                    <a:pt x="5135" y="63663"/>
                    <a:pt x="5670" y="63663"/>
                  </a:cubicBezTo>
                  <a:cubicBezTo>
                    <a:pt x="6145" y="63663"/>
                    <a:pt x="6517" y="63515"/>
                    <a:pt x="6688" y="63088"/>
                  </a:cubicBezTo>
                  <a:cubicBezTo>
                    <a:pt x="6829" y="62735"/>
                    <a:pt x="7065" y="61745"/>
                    <a:pt x="7363" y="60493"/>
                  </a:cubicBezTo>
                  <a:cubicBezTo>
                    <a:pt x="7759" y="58835"/>
                    <a:pt x="8250" y="56772"/>
                    <a:pt x="8618" y="55851"/>
                  </a:cubicBezTo>
                  <a:cubicBezTo>
                    <a:pt x="9083" y="54687"/>
                    <a:pt x="9765" y="50661"/>
                    <a:pt x="10489" y="46397"/>
                  </a:cubicBezTo>
                  <a:cubicBezTo>
                    <a:pt x="10785" y="44649"/>
                    <a:pt x="11084" y="42885"/>
                    <a:pt x="11368" y="41319"/>
                  </a:cubicBezTo>
                  <a:cubicBezTo>
                    <a:pt x="12183" y="36839"/>
                    <a:pt x="12314" y="33459"/>
                    <a:pt x="12335" y="32521"/>
                  </a:cubicBezTo>
                  <a:cubicBezTo>
                    <a:pt x="13357" y="32383"/>
                    <a:pt x="17288" y="31781"/>
                    <a:pt x="22110" y="30126"/>
                  </a:cubicBezTo>
                  <a:cubicBezTo>
                    <a:pt x="27102" y="28415"/>
                    <a:pt x="34195" y="25406"/>
                    <a:pt x="35682" y="24771"/>
                  </a:cubicBezTo>
                  <a:cubicBezTo>
                    <a:pt x="36560" y="26971"/>
                    <a:pt x="42287" y="41328"/>
                    <a:pt x="43618" y="44283"/>
                  </a:cubicBezTo>
                  <a:cubicBezTo>
                    <a:pt x="44505" y="46257"/>
                    <a:pt x="46865" y="49607"/>
                    <a:pt x="48947" y="52563"/>
                  </a:cubicBezTo>
                  <a:cubicBezTo>
                    <a:pt x="50259" y="54427"/>
                    <a:pt x="51394" y="56037"/>
                    <a:pt x="51829" y="56847"/>
                  </a:cubicBezTo>
                  <a:cubicBezTo>
                    <a:pt x="52953" y="58935"/>
                    <a:pt x="59769" y="67617"/>
                    <a:pt x="60058" y="67985"/>
                  </a:cubicBezTo>
                  <a:cubicBezTo>
                    <a:pt x="60108" y="68049"/>
                    <a:pt x="60183" y="68090"/>
                    <a:pt x="60263" y="68097"/>
                  </a:cubicBezTo>
                  <a:cubicBezTo>
                    <a:pt x="60273" y="68098"/>
                    <a:pt x="60282" y="68098"/>
                    <a:pt x="60291" y="68098"/>
                  </a:cubicBezTo>
                  <a:cubicBezTo>
                    <a:pt x="60363" y="68098"/>
                    <a:pt x="60432" y="68073"/>
                    <a:pt x="60486" y="68025"/>
                  </a:cubicBezTo>
                  <a:cubicBezTo>
                    <a:pt x="60514" y="68001"/>
                    <a:pt x="63158" y="65686"/>
                    <a:pt x="64795" y="65686"/>
                  </a:cubicBezTo>
                  <a:lnTo>
                    <a:pt x="67207" y="65686"/>
                  </a:lnTo>
                  <a:cubicBezTo>
                    <a:pt x="67411" y="65686"/>
                    <a:pt x="67554" y="65483"/>
                    <a:pt x="67485" y="65291"/>
                  </a:cubicBezTo>
                  <a:cubicBezTo>
                    <a:pt x="67456" y="65210"/>
                    <a:pt x="64557" y="57176"/>
                    <a:pt x="62164" y="52392"/>
                  </a:cubicBezTo>
                  <a:cubicBezTo>
                    <a:pt x="59874" y="47813"/>
                    <a:pt x="55220" y="40404"/>
                    <a:pt x="54784" y="39713"/>
                  </a:cubicBezTo>
                  <a:cubicBezTo>
                    <a:pt x="54551" y="38256"/>
                    <a:pt x="50288" y="11581"/>
                    <a:pt x="50132" y="9720"/>
                  </a:cubicBezTo>
                  <a:cubicBezTo>
                    <a:pt x="49821" y="6004"/>
                    <a:pt x="47517" y="541"/>
                    <a:pt x="47419" y="310"/>
                  </a:cubicBezTo>
                  <a:cubicBezTo>
                    <a:pt x="47381" y="221"/>
                    <a:pt x="47302" y="155"/>
                    <a:pt x="47207" y="135"/>
                  </a:cubicBezTo>
                  <a:cubicBezTo>
                    <a:pt x="47122" y="118"/>
                    <a:pt x="46513" y="0"/>
                    <a:pt x="453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1"/>
            <p:cNvSpPr/>
            <p:nvPr/>
          </p:nvSpPr>
          <p:spPr>
            <a:xfrm>
              <a:off x="9070930" y="4590488"/>
              <a:ext cx="235727" cy="205972"/>
            </a:xfrm>
            <a:custGeom>
              <a:rect b="b" l="l" r="r" t="t"/>
              <a:pathLst>
                <a:path extrusionOk="0" h="11650" w="13333">
                  <a:moveTo>
                    <a:pt x="9191" y="1"/>
                  </a:moveTo>
                  <a:cubicBezTo>
                    <a:pt x="8006" y="1"/>
                    <a:pt x="6490" y="869"/>
                    <a:pt x="4825" y="3922"/>
                  </a:cubicBezTo>
                  <a:cubicBezTo>
                    <a:pt x="4825" y="3922"/>
                    <a:pt x="3861" y="5529"/>
                    <a:pt x="3699" y="6013"/>
                  </a:cubicBezTo>
                  <a:cubicBezTo>
                    <a:pt x="3538" y="6495"/>
                    <a:pt x="0" y="6977"/>
                    <a:pt x="483" y="8586"/>
                  </a:cubicBezTo>
                  <a:cubicBezTo>
                    <a:pt x="965" y="10194"/>
                    <a:pt x="4664" y="11481"/>
                    <a:pt x="6434" y="11642"/>
                  </a:cubicBezTo>
                  <a:cubicBezTo>
                    <a:pt x="6491" y="11647"/>
                    <a:pt x="6549" y="11649"/>
                    <a:pt x="6609" y="11649"/>
                  </a:cubicBezTo>
                  <a:cubicBezTo>
                    <a:pt x="8426" y="11649"/>
                    <a:pt x="11761" y="9369"/>
                    <a:pt x="12384" y="8746"/>
                  </a:cubicBezTo>
                  <a:cubicBezTo>
                    <a:pt x="12764" y="8366"/>
                    <a:pt x="13332" y="5869"/>
                    <a:pt x="13028" y="3920"/>
                  </a:cubicBezTo>
                  <a:cubicBezTo>
                    <a:pt x="12817" y="2576"/>
                    <a:pt x="11741" y="1508"/>
                    <a:pt x="11741" y="1508"/>
                  </a:cubicBezTo>
                  <a:cubicBezTo>
                    <a:pt x="11741" y="1508"/>
                    <a:pt x="10753" y="1"/>
                    <a:pt x="9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31"/>
            <p:cNvSpPr/>
            <p:nvPr/>
          </p:nvSpPr>
          <p:spPr>
            <a:xfrm>
              <a:off x="9067305" y="4585254"/>
              <a:ext cx="244497" cy="216421"/>
            </a:xfrm>
            <a:custGeom>
              <a:rect b="b" l="l" r="r" t="t"/>
              <a:pathLst>
                <a:path extrusionOk="0" h="12241" w="13829">
                  <a:moveTo>
                    <a:pt x="9394" y="593"/>
                  </a:moveTo>
                  <a:cubicBezTo>
                    <a:pt x="10775" y="593"/>
                    <a:pt x="11689" y="1954"/>
                    <a:pt x="11699" y="1968"/>
                  </a:cubicBezTo>
                  <a:cubicBezTo>
                    <a:pt x="11710" y="1984"/>
                    <a:pt x="11723" y="2000"/>
                    <a:pt x="11738" y="2014"/>
                  </a:cubicBezTo>
                  <a:cubicBezTo>
                    <a:pt x="11748" y="2024"/>
                    <a:pt x="12748" y="3028"/>
                    <a:pt x="12940" y="4263"/>
                  </a:cubicBezTo>
                  <a:cubicBezTo>
                    <a:pt x="13238" y="6172"/>
                    <a:pt x="12651" y="8564"/>
                    <a:pt x="12380" y="8833"/>
                  </a:cubicBezTo>
                  <a:cubicBezTo>
                    <a:pt x="11788" y="9425"/>
                    <a:pt x="8535" y="11650"/>
                    <a:pt x="6824" y="11650"/>
                  </a:cubicBezTo>
                  <a:cubicBezTo>
                    <a:pt x="6769" y="11650"/>
                    <a:pt x="6717" y="11648"/>
                    <a:pt x="6665" y="11643"/>
                  </a:cubicBezTo>
                  <a:cubicBezTo>
                    <a:pt x="4917" y="11483"/>
                    <a:pt x="1393" y="10203"/>
                    <a:pt x="971" y="8797"/>
                  </a:cubicBezTo>
                  <a:cubicBezTo>
                    <a:pt x="744" y="8040"/>
                    <a:pt x="1814" y="7560"/>
                    <a:pt x="3029" y="7097"/>
                  </a:cubicBezTo>
                  <a:cubicBezTo>
                    <a:pt x="3689" y="6844"/>
                    <a:pt x="4088" y="6693"/>
                    <a:pt x="4185" y="6402"/>
                  </a:cubicBezTo>
                  <a:cubicBezTo>
                    <a:pt x="4307" y="6032"/>
                    <a:pt x="5020" y="4811"/>
                    <a:pt x="5283" y="4370"/>
                  </a:cubicBezTo>
                  <a:cubicBezTo>
                    <a:pt x="5286" y="4366"/>
                    <a:pt x="5287" y="4362"/>
                    <a:pt x="5289" y="4360"/>
                  </a:cubicBezTo>
                  <a:cubicBezTo>
                    <a:pt x="6603" y="1953"/>
                    <a:pt x="7991" y="651"/>
                    <a:pt x="9306" y="595"/>
                  </a:cubicBezTo>
                  <a:cubicBezTo>
                    <a:pt x="9335" y="593"/>
                    <a:pt x="9365" y="593"/>
                    <a:pt x="9394" y="593"/>
                  </a:cubicBezTo>
                  <a:close/>
                  <a:moveTo>
                    <a:pt x="9421" y="0"/>
                  </a:moveTo>
                  <a:cubicBezTo>
                    <a:pt x="9376" y="0"/>
                    <a:pt x="9331" y="1"/>
                    <a:pt x="9285" y="4"/>
                  </a:cubicBezTo>
                  <a:cubicBezTo>
                    <a:pt x="7731" y="67"/>
                    <a:pt x="6212" y="1435"/>
                    <a:pt x="4773" y="4070"/>
                  </a:cubicBezTo>
                  <a:cubicBezTo>
                    <a:pt x="4659" y="4262"/>
                    <a:pt x="3789" y="5721"/>
                    <a:pt x="3646" y="6173"/>
                  </a:cubicBezTo>
                  <a:cubicBezTo>
                    <a:pt x="3567" y="6258"/>
                    <a:pt x="3134" y="6423"/>
                    <a:pt x="2819" y="6544"/>
                  </a:cubicBezTo>
                  <a:cubicBezTo>
                    <a:pt x="1696" y="6972"/>
                    <a:pt x="0" y="7621"/>
                    <a:pt x="404" y="8967"/>
                  </a:cubicBezTo>
                  <a:cubicBezTo>
                    <a:pt x="943" y="10763"/>
                    <a:pt x="4787" y="12066"/>
                    <a:pt x="6611" y="12232"/>
                  </a:cubicBezTo>
                  <a:cubicBezTo>
                    <a:pt x="6673" y="12238"/>
                    <a:pt x="6737" y="12240"/>
                    <a:pt x="6804" y="12240"/>
                  </a:cubicBezTo>
                  <a:cubicBezTo>
                    <a:pt x="8719" y="12240"/>
                    <a:pt x="12126" y="9923"/>
                    <a:pt x="12798" y="9252"/>
                  </a:cubicBezTo>
                  <a:cubicBezTo>
                    <a:pt x="13292" y="8758"/>
                    <a:pt x="13828" y="6114"/>
                    <a:pt x="13525" y="4172"/>
                  </a:cubicBezTo>
                  <a:cubicBezTo>
                    <a:pt x="13316" y="2839"/>
                    <a:pt x="12339" y="1785"/>
                    <a:pt x="12175" y="1618"/>
                  </a:cubicBezTo>
                  <a:cubicBezTo>
                    <a:pt x="12026" y="1401"/>
                    <a:pt x="11011" y="0"/>
                    <a:pt x="9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31"/>
            <p:cNvSpPr/>
            <p:nvPr/>
          </p:nvSpPr>
          <p:spPr>
            <a:xfrm>
              <a:off x="9078355" y="4620950"/>
              <a:ext cx="228302" cy="175509"/>
            </a:xfrm>
            <a:custGeom>
              <a:rect b="b" l="l" r="r" t="t"/>
              <a:pathLst>
                <a:path extrusionOk="0" h="9927" w="12913">
                  <a:moveTo>
                    <a:pt x="11513" y="0"/>
                  </a:moveTo>
                  <a:cubicBezTo>
                    <a:pt x="10297" y="76"/>
                    <a:pt x="8877" y="435"/>
                    <a:pt x="7943" y="1555"/>
                  </a:cubicBezTo>
                  <a:cubicBezTo>
                    <a:pt x="6335" y="3485"/>
                    <a:pt x="7140" y="7828"/>
                    <a:pt x="5210" y="8471"/>
                  </a:cubicBezTo>
                  <a:cubicBezTo>
                    <a:pt x="5042" y="8527"/>
                    <a:pt x="4859" y="8552"/>
                    <a:pt x="4666" y="8552"/>
                  </a:cubicBezTo>
                  <a:cubicBezTo>
                    <a:pt x="3202" y="8552"/>
                    <a:pt x="1121" y="7087"/>
                    <a:pt x="74" y="6270"/>
                  </a:cubicBezTo>
                  <a:cubicBezTo>
                    <a:pt x="6" y="6462"/>
                    <a:pt x="1" y="6669"/>
                    <a:pt x="63" y="6863"/>
                  </a:cubicBezTo>
                  <a:cubicBezTo>
                    <a:pt x="545" y="8471"/>
                    <a:pt x="4244" y="9758"/>
                    <a:pt x="6014" y="9919"/>
                  </a:cubicBezTo>
                  <a:cubicBezTo>
                    <a:pt x="6071" y="9924"/>
                    <a:pt x="6129" y="9926"/>
                    <a:pt x="6189" y="9926"/>
                  </a:cubicBezTo>
                  <a:cubicBezTo>
                    <a:pt x="8006" y="9926"/>
                    <a:pt x="11341" y="7646"/>
                    <a:pt x="11964" y="7023"/>
                  </a:cubicBezTo>
                  <a:cubicBezTo>
                    <a:pt x="12344" y="6643"/>
                    <a:pt x="12912" y="4148"/>
                    <a:pt x="12608" y="2199"/>
                  </a:cubicBezTo>
                  <a:cubicBezTo>
                    <a:pt x="12453" y="1210"/>
                    <a:pt x="11833" y="375"/>
                    <a:pt x="1151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1"/>
            <p:cNvSpPr/>
            <p:nvPr/>
          </p:nvSpPr>
          <p:spPr>
            <a:xfrm>
              <a:off x="9073069" y="4615717"/>
              <a:ext cx="238733" cy="185958"/>
            </a:xfrm>
            <a:custGeom>
              <a:rect b="b" l="l" r="r" t="t"/>
              <a:pathLst>
                <a:path extrusionOk="0" h="10518" w="13503">
                  <a:moveTo>
                    <a:pt x="11683" y="602"/>
                  </a:moveTo>
                  <a:cubicBezTo>
                    <a:pt x="12011" y="1010"/>
                    <a:pt x="12486" y="1722"/>
                    <a:pt x="12614" y="2540"/>
                  </a:cubicBezTo>
                  <a:cubicBezTo>
                    <a:pt x="12912" y="4449"/>
                    <a:pt x="12325" y="6841"/>
                    <a:pt x="12054" y="7110"/>
                  </a:cubicBezTo>
                  <a:cubicBezTo>
                    <a:pt x="11462" y="7702"/>
                    <a:pt x="8209" y="9927"/>
                    <a:pt x="6498" y="9927"/>
                  </a:cubicBezTo>
                  <a:cubicBezTo>
                    <a:pt x="6443" y="9927"/>
                    <a:pt x="6391" y="9925"/>
                    <a:pt x="6339" y="9920"/>
                  </a:cubicBezTo>
                  <a:cubicBezTo>
                    <a:pt x="4631" y="9764"/>
                    <a:pt x="1225" y="8537"/>
                    <a:pt x="678" y="7169"/>
                  </a:cubicBezTo>
                  <a:lnTo>
                    <a:pt x="678" y="7169"/>
                  </a:lnTo>
                  <a:cubicBezTo>
                    <a:pt x="1890" y="8061"/>
                    <a:pt x="3638" y="9142"/>
                    <a:pt x="4977" y="9142"/>
                  </a:cubicBezTo>
                  <a:cubicBezTo>
                    <a:pt x="5198" y="9142"/>
                    <a:pt x="5407" y="9112"/>
                    <a:pt x="5602" y="9048"/>
                  </a:cubicBezTo>
                  <a:cubicBezTo>
                    <a:pt x="6819" y="8641"/>
                    <a:pt x="7077" y="7100"/>
                    <a:pt x="7350" y="5470"/>
                  </a:cubicBezTo>
                  <a:cubicBezTo>
                    <a:pt x="7565" y="4187"/>
                    <a:pt x="7786" y="2860"/>
                    <a:pt x="8470" y="2040"/>
                  </a:cubicBezTo>
                  <a:cubicBezTo>
                    <a:pt x="9170" y="1200"/>
                    <a:pt x="10250" y="717"/>
                    <a:pt x="11683" y="602"/>
                  </a:cubicBezTo>
                  <a:close/>
                  <a:moveTo>
                    <a:pt x="11822" y="0"/>
                  </a:moveTo>
                  <a:cubicBezTo>
                    <a:pt x="11814" y="0"/>
                    <a:pt x="11805" y="1"/>
                    <a:pt x="11796" y="2"/>
                  </a:cubicBezTo>
                  <a:cubicBezTo>
                    <a:pt x="10120" y="105"/>
                    <a:pt x="8849" y="663"/>
                    <a:pt x="8016" y="1662"/>
                  </a:cubicBezTo>
                  <a:cubicBezTo>
                    <a:pt x="7231" y="2604"/>
                    <a:pt x="6995" y="4012"/>
                    <a:pt x="6768" y="5373"/>
                  </a:cubicBezTo>
                  <a:cubicBezTo>
                    <a:pt x="6525" y="6823"/>
                    <a:pt x="6295" y="8193"/>
                    <a:pt x="5415" y="8486"/>
                  </a:cubicBezTo>
                  <a:cubicBezTo>
                    <a:pt x="5281" y="8531"/>
                    <a:pt x="5129" y="8553"/>
                    <a:pt x="4961" y="8553"/>
                  </a:cubicBezTo>
                  <a:cubicBezTo>
                    <a:pt x="3963" y="8553"/>
                    <a:pt x="2399" y="7772"/>
                    <a:pt x="556" y="6333"/>
                  </a:cubicBezTo>
                  <a:cubicBezTo>
                    <a:pt x="501" y="6291"/>
                    <a:pt x="437" y="6271"/>
                    <a:pt x="374" y="6271"/>
                  </a:cubicBezTo>
                  <a:cubicBezTo>
                    <a:pt x="254" y="6271"/>
                    <a:pt x="139" y="6343"/>
                    <a:pt x="95" y="6468"/>
                  </a:cubicBezTo>
                  <a:cubicBezTo>
                    <a:pt x="5" y="6719"/>
                    <a:pt x="0" y="6991"/>
                    <a:pt x="78" y="7244"/>
                  </a:cubicBezTo>
                  <a:cubicBezTo>
                    <a:pt x="617" y="9040"/>
                    <a:pt x="4461" y="10343"/>
                    <a:pt x="6285" y="10509"/>
                  </a:cubicBezTo>
                  <a:cubicBezTo>
                    <a:pt x="6347" y="10515"/>
                    <a:pt x="6411" y="10517"/>
                    <a:pt x="6478" y="10517"/>
                  </a:cubicBezTo>
                  <a:cubicBezTo>
                    <a:pt x="8393" y="10517"/>
                    <a:pt x="11800" y="8200"/>
                    <a:pt x="12472" y="7529"/>
                  </a:cubicBezTo>
                  <a:cubicBezTo>
                    <a:pt x="12967" y="7035"/>
                    <a:pt x="13502" y="4391"/>
                    <a:pt x="13199" y="2449"/>
                  </a:cubicBezTo>
                  <a:cubicBezTo>
                    <a:pt x="13036" y="1404"/>
                    <a:pt x="12402" y="533"/>
                    <a:pt x="12039" y="105"/>
                  </a:cubicBezTo>
                  <a:cubicBezTo>
                    <a:pt x="11984" y="42"/>
                    <a:pt x="11905" y="0"/>
                    <a:pt x="118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31"/>
            <p:cNvSpPr/>
            <p:nvPr/>
          </p:nvSpPr>
          <p:spPr>
            <a:xfrm>
              <a:off x="9184647" y="4638825"/>
              <a:ext cx="121974" cy="157635"/>
            </a:xfrm>
            <a:custGeom>
              <a:rect b="b" l="l" r="r" t="t"/>
              <a:pathLst>
                <a:path extrusionOk="0" h="8916" w="6899">
                  <a:moveTo>
                    <a:pt x="5281" y="0"/>
                  </a:moveTo>
                  <a:cubicBezTo>
                    <a:pt x="4386" y="0"/>
                    <a:pt x="2860" y="308"/>
                    <a:pt x="2414" y="2313"/>
                  </a:cubicBezTo>
                  <a:cubicBezTo>
                    <a:pt x="1771" y="5209"/>
                    <a:pt x="2574" y="7139"/>
                    <a:pt x="1" y="8908"/>
                  </a:cubicBezTo>
                  <a:cubicBezTo>
                    <a:pt x="58" y="8913"/>
                    <a:pt x="117" y="8916"/>
                    <a:pt x="177" y="8916"/>
                  </a:cubicBezTo>
                  <a:cubicBezTo>
                    <a:pt x="1996" y="8916"/>
                    <a:pt x="5330" y="6636"/>
                    <a:pt x="5952" y="6012"/>
                  </a:cubicBezTo>
                  <a:cubicBezTo>
                    <a:pt x="6332" y="5632"/>
                    <a:pt x="6899" y="3135"/>
                    <a:pt x="6596" y="1188"/>
                  </a:cubicBezTo>
                  <a:cubicBezTo>
                    <a:pt x="6530" y="766"/>
                    <a:pt x="6376" y="378"/>
                    <a:pt x="6200" y="36"/>
                  </a:cubicBezTo>
                  <a:lnTo>
                    <a:pt x="5952" y="61"/>
                  </a:lnTo>
                  <a:cubicBezTo>
                    <a:pt x="5952" y="61"/>
                    <a:pt x="5679" y="0"/>
                    <a:pt x="5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1"/>
            <p:cNvSpPr/>
            <p:nvPr/>
          </p:nvSpPr>
          <p:spPr>
            <a:xfrm>
              <a:off x="9177664" y="4633609"/>
              <a:ext cx="134138" cy="168066"/>
            </a:xfrm>
            <a:custGeom>
              <a:rect b="b" l="l" r="r" t="t"/>
              <a:pathLst>
                <a:path extrusionOk="0" h="9506" w="7587">
                  <a:moveTo>
                    <a:pt x="5664" y="589"/>
                  </a:moveTo>
                  <a:cubicBezTo>
                    <a:pt x="6007" y="589"/>
                    <a:pt x="6251" y="639"/>
                    <a:pt x="6283" y="647"/>
                  </a:cubicBezTo>
                  <a:cubicBezTo>
                    <a:pt x="6303" y="651"/>
                    <a:pt x="6325" y="653"/>
                    <a:pt x="6347" y="653"/>
                  </a:cubicBezTo>
                  <a:cubicBezTo>
                    <a:pt x="6357" y="653"/>
                    <a:pt x="6367" y="653"/>
                    <a:pt x="6377" y="652"/>
                  </a:cubicBezTo>
                  <a:lnTo>
                    <a:pt x="6420" y="648"/>
                  </a:lnTo>
                  <a:cubicBezTo>
                    <a:pt x="6562" y="955"/>
                    <a:pt x="6654" y="1246"/>
                    <a:pt x="6698" y="1529"/>
                  </a:cubicBezTo>
                  <a:cubicBezTo>
                    <a:pt x="6996" y="3437"/>
                    <a:pt x="6409" y="5829"/>
                    <a:pt x="6138" y="6099"/>
                  </a:cubicBezTo>
                  <a:cubicBezTo>
                    <a:pt x="5628" y="6609"/>
                    <a:pt x="3125" y="8328"/>
                    <a:pt x="1363" y="8796"/>
                  </a:cubicBezTo>
                  <a:cubicBezTo>
                    <a:pt x="2556" y="7628"/>
                    <a:pt x="2667" y="6350"/>
                    <a:pt x="2793" y="4906"/>
                  </a:cubicBezTo>
                  <a:cubicBezTo>
                    <a:pt x="2855" y="4207"/>
                    <a:pt x="2918" y="3484"/>
                    <a:pt x="3098" y="2672"/>
                  </a:cubicBezTo>
                  <a:lnTo>
                    <a:pt x="3098" y="2672"/>
                  </a:lnTo>
                  <a:lnTo>
                    <a:pt x="3096" y="2674"/>
                  </a:lnTo>
                  <a:cubicBezTo>
                    <a:pt x="3497" y="871"/>
                    <a:pt x="4855" y="589"/>
                    <a:pt x="5664" y="589"/>
                  </a:cubicBezTo>
                  <a:close/>
                  <a:moveTo>
                    <a:pt x="5671" y="0"/>
                  </a:moveTo>
                  <a:cubicBezTo>
                    <a:pt x="5402" y="0"/>
                    <a:pt x="5082" y="26"/>
                    <a:pt x="4747" y="110"/>
                  </a:cubicBezTo>
                  <a:cubicBezTo>
                    <a:pt x="3932" y="314"/>
                    <a:pt x="2885" y="902"/>
                    <a:pt x="2520" y="2545"/>
                  </a:cubicBezTo>
                  <a:cubicBezTo>
                    <a:pt x="2331" y="3394"/>
                    <a:pt x="2263" y="4169"/>
                    <a:pt x="2204" y="4854"/>
                  </a:cubicBezTo>
                  <a:cubicBezTo>
                    <a:pt x="2055" y="6551"/>
                    <a:pt x="1949" y="7776"/>
                    <a:pt x="228" y="8959"/>
                  </a:cubicBezTo>
                  <a:cubicBezTo>
                    <a:pt x="0" y="9116"/>
                    <a:pt x="94" y="9472"/>
                    <a:pt x="369" y="9497"/>
                  </a:cubicBezTo>
                  <a:cubicBezTo>
                    <a:pt x="431" y="9503"/>
                    <a:pt x="495" y="9505"/>
                    <a:pt x="562" y="9505"/>
                  </a:cubicBezTo>
                  <a:cubicBezTo>
                    <a:pt x="2477" y="9505"/>
                    <a:pt x="5884" y="7188"/>
                    <a:pt x="6556" y="6517"/>
                  </a:cubicBezTo>
                  <a:cubicBezTo>
                    <a:pt x="7051" y="6023"/>
                    <a:pt x="7586" y="3379"/>
                    <a:pt x="7283" y="1437"/>
                  </a:cubicBezTo>
                  <a:cubicBezTo>
                    <a:pt x="7220" y="1036"/>
                    <a:pt x="7081" y="630"/>
                    <a:pt x="6857" y="197"/>
                  </a:cubicBezTo>
                  <a:cubicBezTo>
                    <a:pt x="6807" y="99"/>
                    <a:pt x="6706" y="37"/>
                    <a:pt x="6598" y="37"/>
                  </a:cubicBezTo>
                  <a:cubicBezTo>
                    <a:pt x="6587" y="37"/>
                    <a:pt x="6576" y="37"/>
                    <a:pt x="6565" y="38"/>
                  </a:cubicBezTo>
                  <a:lnTo>
                    <a:pt x="6360" y="59"/>
                  </a:lnTo>
                  <a:cubicBezTo>
                    <a:pt x="6256" y="40"/>
                    <a:pt x="600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1"/>
            <p:cNvSpPr/>
            <p:nvPr/>
          </p:nvSpPr>
          <p:spPr>
            <a:xfrm>
              <a:off x="8746838" y="3798671"/>
              <a:ext cx="179487" cy="92979"/>
            </a:xfrm>
            <a:custGeom>
              <a:rect b="b" l="l" r="r" t="t"/>
              <a:pathLst>
                <a:path extrusionOk="0" h="5259" w="10152">
                  <a:moveTo>
                    <a:pt x="9814" y="0"/>
                  </a:moveTo>
                  <a:cubicBezTo>
                    <a:pt x="9768" y="0"/>
                    <a:pt x="9721" y="11"/>
                    <a:pt x="9677" y="34"/>
                  </a:cubicBezTo>
                  <a:lnTo>
                    <a:pt x="188" y="4697"/>
                  </a:lnTo>
                  <a:cubicBezTo>
                    <a:pt x="64" y="4759"/>
                    <a:pt x="0" y="4896"/>
                    <a:pt x="30" y="5030"/>
                  </a:cubicBezTo>
                  <a:cubicBezTo>
                    <a:pt x="62" y="5163"/>
                    <a:pt x="181" y="5258"/>
                    <a:pt x="319" y="5259"/>
                  </a:cubicBezTo>
                  <a:cubicBezTo>
                    <a:pt x="364" y="5259"/>
                    <a:pt x="408" y="5247"/>
                    <a:pt x="448" y="5227"/>
                  </a:cubicBezTo>
                  <a:lnTo>
                    <a:pt x="9938" y="564"/>
                  </a:lnTo>
                  <a:cubicBezTo>
                    <a:pt x="10087" y="493"/>
                    <a:pt x="10152" y="315"/>
                    <a:pt x="10079" y="165"/>
                  </a:cubicBezTo>
                  <a:cubicBezTo>
                    <a:pt x="10026" y="60"/>
                    <a:pt x="9922" y="0"/>
                    <a:pt x="981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31"/>
            <p:cNvSpPr/>
            <p:nvPr/>
          </p:nvSpPr>
          <p:spPr>
            <a:xfrm>
              <a:off x="8823852" y="3824325"/>
              <a:ext cx="155991" cy="30357"/>
            </a:xfrm>
            <a:custGeom>
              <a:rect b="b" l="l" r="r" t="t"/>
              <a:pathLst>
                <a:path extrusionOk="0" h="1717" w="8823">
                  <a:moveTo>
                    <a:pt x="8505" y="0"/>
                  </a:moveTo>
                  <a:cubicBezTo>
                    <a:pt x="8492" y="0"/>
                    <a:pt x="8479" y="1"/>
                    <a:pt x="8466" y="3"/>
                  </a:cubicBezTo>
                  <a:lnTo>
                    <a:pt x="265" y="1127"/>
                  </a:lnTo>
                  <a:cubicBezTo>
                    <a:pt x="111" y="1149"/>
                    <a:pt x="0" y="1286"/>
                    <a:pt x="10" y="1441"/>
                  </a:cubicBezTo>
                  <a:cubicBezTo>
                    <a:pt x="21" y="1596"/>
                    <a:pt x="149" y="1715"/>
                    <a:pt x="304" y="1717"/>
                  </a:cubicBezTo>
                  <a:cubicBezTo>
                    <a:pt x="318" y="1715"/>
                    <a:pt x="332" y="1714"/>
                    <a:pt x="345" y="1713"/>
                  </a:cubicBezTo>
                  <a:lnTo>
                    <a:pt x="8548" y="587"/>
                  </a:lnTo>
                  <a:cubicBezTo>
                    <a:pt x="8709" y="566"/>
                    <a:pt x="8822" y="416"/>
                    <a:pt x="8800" y="255"/>
                  </a:cubicBezTo>
                  <a:cubicBezTo>
                    <a:pt x="8778" y="107"/>
                    <a:pt x="8651" y="0"/>
                    <a:pt x="850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31"/>
            <p:cNvSpPr/>
            <p:nvPr/>
          </p:nvSpPr>
          <p:spPr>
            <a:xfrm>
              <a:off x="8058661" y="2663173"/>
              <a:ext cx="943670" cy="967644"/>
            </a:xfrm>
            <a:custGeom>
              <a:rect b="b" l="l" r="r" t="t"/>
              <a:pathLst>
                <a:path extrusionOk="0" h="54731" w="53375">
                  <a:moveTo>
                    <a:pt x="47339" y="1"/>
                  </a:moveTo>
                  <a:cubicBezTo>
                    <a:pt x="47156" y="1"/>
                    <a:pt x="46977" y="11"/>
                    <a:pt x="46802" y="31"/>
                  </a:cubicBezTo>
                  <a:cubicBezTo>
                    <a:pt x="44067" y="354"/>
                    <a:pt x="36992" y="5178"/>
                    <a:pt x="36509" y="5660"/>
                  </a:cubicBezTo>
                  <a:cubicBezTo>
                    <a:pt x="36027" y="6144"/>
                    <a:pt x="34097" y="7269"/>
                    <a:pt x="33293" y="7913"/>
                  </a:cubicBezTo>
                  <a:cubicBezTo>
                    <a:pt x="33293" y="7913"/>
                    <a:pt x="16728" y="18205"/>
                    <a:pt x="15280" y="19170"/>
                  </a:cubicBezTo>
                  <a:cubicBezTo>
                    <a:pt x="13832" y="20135"/>
                    <a:pt x="10938" y="22065"/>
                    <a:pt x="11099" y="22709"/>
                  </a:cubicBezTo>
                  <a:cubicBezTo>
                    <a:pt x="11259" y="23352"/>
                    <a:pt x="2574" y="37505"/>
                    <a:pt x="2574" y="37505"/>
                  </a:cubicBezTo>
                  <a:cubicBezTo>
                    <a:pt x="2574" y="37505"/>
                    <a:pt x="0" y="40881"/>
                    <a:pt x="2414" y="43937"/>
                  </a:cubicBezTo>
                  <a:cubicBezTo>
                    <a:pt x="3376" y="45156"/>
                    <a:pt x="4312" y="45556"/>
                    <a:pt x="5162" y="45556"/>
                  </a:cubicBezTo>
                  <a:cubicBezTo>
                    <a:pt x="6443" y="45556"/>
                    <a:pt x="7526" y="44646"/>
                    <a:pt x="8203" y="44259"/>
                  </a:cubicBezTo>
                  <a:cubicBezTo>
                    <a:pt x="9328" y="43616"/>
                    <a:pt x="18174" y="35252"/>
                    <a:pt x="18174" y="35252"/>
                  </a:cubicBezTo>
                  <a:lnTo>
                    <a:pt x="26337" y="54731"/>
                  </a:lnTo>
                  <a:cubicBezTo>
                    <a:pt x="26337" y="54731"/>
                    <a:pt x="36949" y="47614"/>
                    <a:pt x="48583" y="47614"/>
                  </a:cubicBezTo>
                  <a:cubicBezTo>
                    <a:pt x="48953" y="47614"/>
                    <a:pt x="49324" y="47621"/>
                    <a:pt x="49696" y="47636"/>
                  </a:cubicBezTo>
                  <a:lnTo>
                    <a:pt x="41655" y="16114"/>
                  </a:lnTo>
                  <a:cubicBezTo>
                    <a:pt x="41655" y="16114"/>
                    <a:pt x="52752" y="7750"/>
                    <a:pt x="53073" y="4856"/>
                  </a:cubicBezTo>
                  <a:cubicBezTo>
                    <a:pt x="53375" y="2146"/>
                    <a:pt x="50012" y="1"/>
                    <a:pt x="473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1"/>
            <p:cNvSpPr/>
            <p:nvPr/>
          </p:nvSpPr>
          <p:spPr>
            <a:xfrm>
              <a:off x="8052579" y="2657975"/>
              <a:ext cx="951874" cy="978075"/>
            </a:xfrm>
            <a:custGeom>
              <a:rect b="b" l="l" r="r" t="t"/>
              <a:pathLst>
                <a:path extrusionOk="0" h="55321" w="53839">
                  <a:moveTo>
                    <a:pt x="47695" y="590"/>
                  </a:moveTo>
                  <a:cubicBezTo>
                    <a:pt x="49186" y="590"/>
                    <a:pt x="50898" y="1292"/>
                    <a:pt x="52011" y="2399"/>
                  </a:cubicBezTo>
                  <a:cubicBezTo>
                    <a:pt x="52592" y="2977"/>
                    <a:pt x="53257" y="3917"/>
                    <a:pt x="53124" y="5118"/>
                  </a:cubicBezTo>
                  <a:cubicBezTo>
                    <a:pt x="52872" y="7388"/>
                    <a:pt x="44880" y="13868"/>
                    <a:pt x="41821" y="16172"/>
                  </a:cubicBezTo>
                  <a:cubicBezTo>
                    <a:pt x="41726" y="16244"/>
                    <a:pt x="41683" y="16366"/>
                    <a:pt x="41713" y="16482"/>
                  </a:cubicBezTo>
                  <a:lnTo>
                    <a:pt x="49656" y="47623"/>
                  </a:lnTo>
                  <a:cubicBezTo>
                    <a:pt x="49418" y="47617"/>
                    <a:pt x="49179" y="47614"/>
                    <a:pt x="48941" y="47614"/>
                  </a:cubicBezTo>
                  <a:cubicBezTo>
                    <a:pt x="38425" y="47614"/>
                    <a:pt x="28637" y="53441"/>
                    <a:pt x="26817" y="54585"/>
                  </a:cubicBezTo>
                  <a:lnTo>
                    <a:pt x="18790" y="35433"/>
                  </a:lnTo>
                  <a:cubicBezTo>
                    <a:pt x="18753" y="35344"/>
                    <a:pt x="18674" y="35278"/>
                    <a:pt x="18579" y="35258"/>
                  </a:cubicBezTo>
                  <a:cubicBezTo>
                    <a:pt x="18562" y="35254"/>
                    <a:pt x="18545" y="35251"/>
                    <a:pt x="18529" y="35251"/>
                  </a:cubicBezTo>
                  <a:cubicBezTo>
                    <a:pt x="18525" y="35251"/>
                    <a:pt x="18522" y="35251"/>
                    <a:pt x="18518" y="35252"/>
                  </a:cubicBezTo>
                  <a:cubicBezTo>
                    <a:pt x="18443" y="35252"/>
                    <a:pt x="18370" y="35281"/>
                    <a:pt x="18314" y="35332"/>
                  </a:cubicBezTo>
                  <a:cubicBezTo>
                    <a:pt x="15264" y="38217"/>
                    <a:pt x="9266" y="43802"/>
                    <a:pt x="8400" y="44296"/>
                  </a:cubicBezTo>
                  <a:cubicBezTo>
                    <a:pt x="8260" y="44377"/>
                    <a:pt x="8104" y="44478"/>
                    <a:pt x="7933" y="44590"/>
                  </a:cubicBezTo>
                  <a:cubicBezTo>
                    <a:pt x="7249" y="45032"/>
                    <a:pt x="6429" y="45563"/>
                    <a:pt x="5510" y="45563"/>
                  </a:cubicBezTo>
                  <a:cubicBezTo>
                    <a:pt x="4733" y="45563"/>
                    <a:pt x="3885" y="45183"/>
                    <a:pt x="2990" y="44048"/>
                  </a:cubicBezTo>
                  <a:cubicBezTo>
                    <a:pt x="750" y="41213"/>
                    <a:pt x="3054" y="38108"/>
                    <a:pt x="3170" y="37954"/>
                  </a:cubicBezTo>
                  <a:cubicBezTo>
                    <a:pt x="7161" y="31448"/>
                    <a:pt x="11886" y="23562"/>
                    <a:pt x="11731" y="22950"/>
                  </a:cubicBezTo>
                  <a:cubicBezTo>
                    <a:pt x="11762" y="22573"/>
                    <a:pt x="13127" y="21484"/>
                    <a:pt x="15788" y="19710"/>
                  </a:cubicBezTo>
                  <a:cubicBezTo>
                    <a:pt x="17214" y="18759"/>
                    <a:pt x="33625" y="8560"/>
                    <a:pt x="33820" y="8437"/>
                  </a:cubicBezTo>
                  <a:cubicBezTo>
                    <a:pt x="34175" y="8153"/>
                    <a:pt x="34775" y="7761"/>
                    <a:pt x="35354" y="7381"/>
                  </a:cubicBezTo>
                  <a:cubicBezTo>
                    <a:pt x="36085" y="6901"/>
                    <a:pt x="36778" y="6448"/>
                    <a:pt x="37061" y="6165"/>
                  </a:cubicBezTo>
                  <a:cubicBezTo>
                    <a:pt x="37445" y="5781"/>
                    <a:pt x="44533" y="931"/>
                    <a:pt x="47180" y="620"/>
                  </a:cubicBezTo>
                  <a:cubicBezTo>
                    <a:pt x="47348" y="600"/>
                    <a:pt x="47520" y="590"/>
                    <a:pt x="47695" y="590"/>
                  </a:cubicBezTo>
                  <a:close/>
                  <a:moveTo>
                    <a:pt x="47681" y="1"/>
                  </a:moveTo>
                  <a:cubicBezTo>
                    <a:pt x="47488" y="1"/>
                    <a:pt x="47297" y="11"/>
                    <a:pt x="47112" y="33"/>
                  </a:cubicBezTo>
                  <a:cubicBezTo>
                    <a:pt x="44277" y="365"/>
                    <a:pt x="37183" y="5206"/>
                    <a:pt x="36644" y="5745"/>
                  </a:cubicBezTo>
                  <a:cubicBezTo>
                    <a:pt x="36403" y="5987"/>
                    <a:pt x="35705" y="6444"/>
                    <a:pt x="35030" y="6886"/>
                  </a:cubicBezTo>
                  <a:cubicBezTo>
                    <a:pt x="34440" y="7274"/>
                    <a:pt x="33829" y="7674"/>
                    <a:pt x="33480" y="7955"/>
                  </a:cubicBezTo>
                  <a:cubicBezTo>
                    <a:pt x="33316" y="8058"/>
                    <a:pt x="16895" y="18262"/>
                    <a:pt x="15459" y="19219"/>
                  </a:cubicBezTo>
                  <a:cubicBezTo>
                    <a:pt x="12164" y="21416"/>
                    <a:pt x="11050" y="22395"/>
                    <a:pt x="11147" y="23028"/>
                  </a:cubicBezTo>
                  <a:cubicBezTo>
                    <a:pt x="10965" y="23902"/>
                    <a:pt x="5865" y="32430"/>
                    <a:pt x="2682" y="37619"/>
                  </a:cubicBezTo>
                  <a:cubicBezTo>
                    <a:pt x="2656" y="37655"/>
                    <a:pt x="1" y="41216"/>
                    <a:pt x="2525" y="44415"/>
                  </a:cubicBezTo>
                  <a:cubicBezTo>
                    <a:pt x="3556" y="45721"/>
                    <a:pt x="4576" y="46145"/>
                    <a:pt x="5496" y="46145"/>
                  </a:cubicBezTo>
                  <a:cubicBezTo>
                    <a:pt x="6619" y="46145"/>
                    <a:pt x="7593" y="45513"/>
                    <a:pt x="8254" y="45085"/>
                  </a:cubicBezTo>
                  <a:cubicBezTo>
                    <a:pt x="8415" y="44980"/>
                    <a:pt x="8562" y="44884"/>
                    <a:pt x="8693" y="44810"/>
                  </a:cubicBezTo>
                  <a:cubicBezTo>
                    <a:pt x="9728" y="44218"/>
                    <a:pt x="16807" y="37567"/>
                    <a:pt x="18411" y="36055"/>
                  </a:cubicBezTo>
                  <a:lnTo>
                    <a:pt x="26407" y="55139"/>
                  </a:lnTo>
                  <a:cubicBezTo>
                    <a:pt x="26441" y="55220"/>
                    <a:pt x="26511" y="55281"/>
                    <a:pt x="26595" y="55308"/>
                  </a:cubicBezTo>
                  <a:cubicBezTo>
                    <a:pt x="26623" y="55315"/>
                    <a:pt x="26652" y="55320"/>
                    <a:pt x="26681" y="55320"/>
                  </a:cubicBezTo>
                  <a:cubicBezTo>
                    <a:pt x="26738" y="55320"/>
                    <a:pt x="26795" y="55303"/>
                    <a:pt x="26844" y="55271"/>
                  </a:cubicBezTo>
                  <a:cubicBezTo>
                    <a:pt x="26954" y="55198"/>
                    <a:pt x="37514" y="48204"/>
                    <a:pt x="48915" y="48204"/>
                  </a:cubicBezTo>
                  <a:cubicBezTo>
                    <a:pt x="49285" y="48204"/>
                    <a:pt x="49657" y="48212"/>
                    <a:pt x="50029" y="48227"/>
                  </a:cubicBezTo>
                  <a:cubicBezTo>
                    <a:pt x="50030" y="48227"/>
                    <a:pt x="50032" y="48227"/>
                    <a:pt x="50033" y="48227"/>
                  </a:cubicBezTo>
                  <a:cubicBezTo>
                    <a:pt x="50125" y="48227"/>
                    <a:pt x="50211" y="48187"/>
                    <a:pt x="50271" y="48118"/>
                  </a:cubicBezTo>
                  <a:cubicBezTo>
                    <a:pt x="50329" y="48045"/>
                    <a:pt x="50350" y="47949"/>
                    <a:pt x="50327" y="47858"/>
                  </a:cubicBezTo>
                  <a:lnTo>
                    <a:pt x="42334" y="16526"/>
                  </a:lnTo>
                  <a:cubicBezTo>
                    <a:pt x="43748" y="15451"/>
                    <a:pt x="53398" y="8013"/>
                    <a:pt x="53713" y="5184"/>
                  </a:cubicBezTo>
                  <a:cubicBezTo>
                    <a:pt x="53839" y="4048"/>
                    <a:pt x="53394" y="2940"/>
                    <a:pt x="52427" y="1981"/>
                  </a:cubicBezTo>
                  <a:cubicBezTo>
                    <a:pt x="51208" y="768"/>
                    <a:pt x="49328" y="1"/>
                    <a:pt x="4768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31"/>
            <p:cNvSpPr/>
            <p:nvPr/>
          </p:nvSpPr>
          <p:spPr>
            <a:xfrm>
              <a:off x="8087869" y="2663173"/>
              <a:ext cx="914445" cy="967644"/>
            </a:xfrm>
            <a:custGeom>
              <a:rect b="b" l="l" r="r" t="t"/>
              <a:pathLst>
                <a:path extrusionOk="0" h="54731" w="51722">
                  <a:moveTo>
                    <a:pt x="45687" y="1"/>
                  </a:moveTo>
                  <a:cubicBezTo>
                    <a:pt x="45504" y="1"/>
                    <a:pt x="45325" y="11"/>
                    <a:pt x="45150" y="31"/>
                  </a:cubicBezTo>
                  <a:cubicBezTo>
                    <a:pt x="44055" y="161"/>
                    <a:pt x="42262" y="1012"/>
                    <a:pt x="40475" y="2018"/>
                  </a:cubicBezTo>
                  <a:cubicBezTo>
                    <a:pt x="40602" y="1995"/>
                    <a:pt x="40739" y="1980"/>
                    <a:pt x="40882" y="1980"/>
                  </a:cubicBezTo>
                  <a:cubicBezTo>
                    <a:pt x="41425" y="1980"/>
                    <a:pt x="42063" y="2189"/>
                    <a:pt x="42632" y="2919"/>
                  </a:cubicBezTo>
                  <a:cubicBezTo>
                    <a:pt x="43960" y="4627"/>
                    <a:pt x="41113" y="10129"/>
                    <a:pt x="41113" y="10129"/>
                  </a:cubicBezTo>
                  <a:cubicBezTo>
                    <a:pt x="41113" y="10129"/>
                    <a:pt x="40233" y="4386"/>
                    <a:pt x="40021" y="4386"/>
                  </a:cubicBezTo>
                  <a:cubicBezTo>
                    <a:pt x="39989" y="4386"/>
                    <a:pt x="39972" y="4517"/>
                    <a:pt x="39975" y="4817"/>
                  </a:cubicBezTo>
                  <a:cubicBezTo>
                    <a:pt x="40003" y="7108"/>
                    <a:pt x="39406" y="14113"/>
                    <a:pt x="39406" y="14113"/>
                  </a:cubicBezTo>
                  <a:cubicBezTo>
                    <a:pt x="39406" y="14113"/>
                    <a:pt x="36408" y="10515"/>
                    <a:pt x="35876" y="10515"/>
                  </a:cubicBezTo>
                  <a:cubicBezTo>
                    <a:pt x="35810" y="10515"/>
                    <a:pt x="35782" y="10571"/>
                    <a:pt x="35803" y="10698"/>
                  </a:cubicBezTo>
                  <a:cubicBezTo>
                    <a:pt x="35993" y="11836"/>
                    <a:pt x="38458" y="22461"/>
                    <a:pt x="39977" y="26444"/>
                  </a:cubicBezTo>
                  <a:cubicBezTo>
                    <a:pt x="41494" y="30428"/>
                    <a:pt x="38837" y="41622"/>
                    <a:pt x="37320" y="44847"/>
                  </a:cubicBezTo>
                  <a:cubicBezTo>
                    <a:pt x="37186" y="45131"/>
                    <a:pt x="37072" y="45259"/>
                    <a:pt x="36973" y="45259"/>
                  </a:cubicBezTo>
                  <a:cubicBezTo>
                    <a:pt x="36073" y="45259"/>
                    <a:pt x="36466" y="34693"/>
                    <a:pt x="35522" y="34693"/>
                  </a:cubicBezTo>
                  <a:cubicBezTo>
                    <a:pt x="35391" y="34693"/>
                    <a:pt x="35234" y="34897"/>
                    <a:pt x="35044" y="35361"/>
                  </a:cubicBezTo>
                  <a:cubicBezTo>
                    <a:pt x="33335" y="39534"/>
                    <a:pt x="27644" y="51107"/>
                    <a:pt x="26316" y="52245"/>
                  </a:cubicBezTo>
                  <a:cubicBezTo>
                    <a:pt x="26276" y="52280"/>
                    <a:pt x="26238" y="52297"/>
                    <a:pt x="26203" y="52297"/>
                  </a:cubicBezTo>
                  <a:cubicBezTo>
                    <a:pt x="25149" y="52297"/>
                    <a:pt x="26753" y="36708"/>
                    <a:pt x="27211" y="34614"/>
                  </a:cubicBezTo>
                  <a:lnTo>
                    <a:pt x="27211" y="34614"/>
                  </a:lnTo>
                  <a:cubicBezTo>
                    <a:pt x="26633" y="36419"/>
                    <a:pt x="22712" y="47883"/>
                    <a:pt x="22712" y="47883"/>
                  </a:cubicBezTo>
                  <a:lnTo>
                    <a:pt x="17400" y="34222"/>
                  </a:lnTo>
                  <a:cubicBezTo>
                    <a:pt x="17400" y="34222"/>
                    <a:pt x="9732" y="27992"/>
                    <a:pt x="9201" y="27992"/>
                  </a:cubicBezTo>
                  <a:cubicBezTo>
                    <a:pt x="9153" y="27992"/>
                    <a:pt x="9163" y="28042"/>
                    <a:pt x="9241" y="28151"/>
                  </a:cubicBezTo>
                  <a:cubicBezTo>
                    <a:pt x="10191" y="29478"/>
                    <a:pt x="12467" y="33653"/>
                    <a:pt x="12467" y="33653"/>
                  </a:cubicBezTo>
                  <a:cubicBezTo>
                    <a:pt x="12467" y="33653"/>
                    <a:pt x="8426" y="32816"/>
                    <a:pt x="7867" y="32816"/>
                  </a:cubicBezTo>
                  <a:cubicBezTo>
                    <a:pt x="7774" y="32816"/>
                    <a:pt x="7778" y="32840"/>
                    <a:pt x="7913" y="32894"/>
                  </a:cubicBezTo>
                  <a:cubicBezTo>
                    <a:pt x="8862" y="33273"/>
                    <a:pt x="13036" y="35362"/>
                    <a:pt x="13036" y="35362"/>
                  </a:cubicBezTo>
                  <a:cubicBezTo>
                    <a:pt x="13036" y="35362"/>
                    <a:pt x="4499" y="41433"/>
                    <a:pt x="2032" y="42192"/>
                  </a:cubicBezTo>
                  <a:cubicBezTo>
                    <a:pt x="1363" y="42397"/>
                    <a:pt x="665" y="42504"/>
                    <a:pt x="0" y="42563"/>
                  </a:cubicBezTo>
                  <a:cubicBezTo>
                    <a:pt x="177" y="43061"/>
                    <a:pt x="433" y="43525"/>
                    <a:pt x="761" y="43938"/>
                  </a:cubicBezTo>
                  <a:cubicBezTo>
                    <a:pt x="1722" y="45156"/>
                    <a:pt x="2659" y="45557"/>
                    <a:pt x="3508" y="45557"/>
                  </a:cubicBezTo>
                  <a:cubicBezTo>
                    <a:pt x="4790" y="45557"/>
                    <a:pt x="5874" y="44646"/>
                    <a:pt x="6551" y="44259"/>
                  </a:cubicBezTo>
                  <a:cubicBezTo>
                    <a:pt x="7676" y="43616"/>
                    <a:pt x="16522" y="35254"/>
                    <a:pt x="16522" y="35254"/>
                  </a:cubicBezTo>
                  <a:lnTo>
                    <a:pt x="24685" y="54731"/>
                  </a:lnTo>
                  <a:cubicBezTo>
                    <a:pt x="24685" y="54731"/>
                    <a:pt x="35295" y="47615"/>
                    <a:pt x="46928" y="47615"/>
                  </a:cubicBezTo>
                  <a:cubicBezTo>
                    <a:pt x="47299" y="47615"/>
                    <a:pt x="47671" y="47622"/>
                    <a:pt x="48044" y="47637"/>
                  </a:cubicBezTo>
                  <a:lnTo>
                    <a:pt x="40003" y="16114"/>
                  </a:lnTo>
                  <a:cubicBezTo>
                    <a:pt x="40003" y="16114"/>
                    <a:pt x="51100" y="7752"/>
                    <a:pt x="51421" y="4856"/>
                  </a:cubicBezTo>
                  <a:cubicBezTo>
                    <a:pt x="51722" y="2146"/>
                    <a:pt x="48360" y="1"/>
                    <a:pt x="45687" y="1"/>
                  </a:cubicBezTo>
                  <a:close/>
                </a:path>
              </a:pathLst>
            </a:custGeom>
            <a:solidFill>
              <a:srgbClr val="C6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1"/>
            <p:cNvSpPr/>
            <p:nvPr/>
          </p:nvSpPr>
          <p:spPr>
            <a:xfrm>
              <a:off x="8087869" y="2663173"/>
              <a:ext cx="914445" cy="967644"/>
            </a:xfrm>
            <a:custGeom>
              <a:rect b="b" l="l" r="r" t="t"/>
              <a:pathLst>
                <a:path extrusionOk="0" h="54731" w="51722">
                  <a:moveTo>
                    <a:pt x="45687" y="1"/>
                  </a:moveTo>
                  <a:cubicBezTo>
                    <a:pt x="45504" y="1"/>
                    <a:pt x="45325" y="11"/>
                    <a:pt x="45150" y="31"/>
                  </a:cubicBezTo>
                  <a:cubicBezTo>
                    <a:pt x="44055" y="161"/>
                    <a:pt x="42262" y="1012"/>
                    <a:pt x="40475" y="2018"/>
                  </a:cubicBezTo>
                  <a:cubicBezTo>
                    <a:pt x="40602" y="1995"/>
                    <a:pt x="40739" y="1980"/>
                    <a:pt x="40882" y="1980"/>
                  </a:cubicBezTo>
                  <a:cubicBezTo>
                    <a:pt x="41425" y="1980"/>
                    <a:pt x="42063" y="2189"/>
                    <a:pt x="42632" y="2919"/>
                  </a:cubicBezTo>
                  <a:cubicBezTo>
                    <a:pt x="43960" y="4627"/>
                    <a:pt x="41113" y="10129"/>
                    <a:pt x="41113" y="10129"/>
                  </a:cubicBezTo>
                  <a:cubicBezTo>
                    <a:pt x="41113" y="10129"/>
                    <a:pt x="40233" y="4386"/>
                    <a:pt x="40021" y="4386"/>
                  </a:cubicBezTo>
                  <a:cubicBezTo>
                    <a:pt x="39989" y="4386"/>
                    <a:pt x="39972" y="4517"/>
                    <a:pt x="39975" y="4817"/>
                  </a:cubicBezTo>
                  <a:cubicBezTo>
                    <a:pt x="40003" y="7108"/>
                    <a:pt x="39406" y="14113"/>
                    <a:pt x="39406" y="14113"/>
                  </a:cubicBezTo>
                  <a:cubicBezTo>
                    <a:pt x="39406" y="14113"/>
                    <a:pt x="36408" y="10515"/>
                    <a:pt x="35876" y="10515"/>
                  </a:cubicBezTo>
                  <a:cubicBezTo>
                    <a:pt x="35810" y="10515"/>
                    <a:pt x="35782" y="10571"/>
                    <a:pt x="35803" y="10698"/>
                  </a:cubicBezTo>
                  <a:cubicBezTo>
                    <a:pt x="35993" y="11836"/>
                    <a:pt x="38458" y="22461"/>
                    <a:pt x="39977" y="26444"/>
                  </a:cubicBezTo>
                  <a:cubicBezTo>
                    <a:pt x="41494" y="30428"/>
                    <a:pt x="38837" y="41622"/>
                    <a:pt x="37320" y="44847"/>
                  </a:cubicBezTo>
                  <a:cubicBezTo>
                    <a:pt x="37186" y="45131"/>
                    <a:pt x="37072" y="45259"/>
                    <a:pt x="36973" y="45259"/>
                  </a:cubicBezTo>
                  <a:cubicBezTo>
                    <a:pt x="36073" y="45259"/>
                    <a:pt x="36466" y="34693"/>
                    <a:pt x="35522" y="34693"/>
                  </a:cubicBezTo>
                  <a:cubicBezTo>
                    <a:pt x="35391" y="34693"/>
                    <a:pt x="35234" y="34897"/>
                    <a:pt x="35044" y="35361"/>
                  </a:cubicBezTo>
                  <a:cubicBezTo>
                    <a:pt x="33335" y="39534"/>
                    <a:pt x="27644" y="51107"/>
                    <a:pt x="26316" y="52245"/>
                  </a:cubicBezTo>
                  <a:cubicBezTo>
                    <a:pt x="26276" y="52280"/>
                    <a:pt x="26238" y="52297"/>
                    <a:pt x="26203" y="52297"/>
                  </a:cubicBezTo>
                  <a:cubicBezTo>
                    <a:pt x="25149" y="52297"/>
                    <a:pt x="26753" y="36708"/>
                    <a:pt x="27211" y="34614"/>
                  </a:cubicBezTo>
                  <a:lnTo>
                    <a:pt x="27211" y="34614"/>
                  </a:lnTo>
                  <a:cubicBezTo>
                    <a:pt x="26633" y="36419"/>
                    <a:pt x="22712" y="47883"/>
                    <a:pt x="22712" y="47883"/>
                  </a:cubicBezTo>
                  <a:lnTo>
                    <a:pt x="17400" y="34222"/>
                  </a:lnTo>
                  <a:cubicBezTo>
                    <a:pt x="17400" y="34222"/>
                    <a:pt x="9732" y="27992"/>
                    <a:pt x="9201" y="27992"/>
                  </a:cubicBezTo>
                  <a:cubicBezTo>
                    <a:pt x="9153" y="27992"/>
                    <a:pt x="9163" y="28042"/>
                    <a:pt x="9241" y="28151"/>
                  </a:cubicBezTo>
                  <a:cubicBezTo>
                    <a:pt x="10191" y="29478"/>
                    <a:pt x="12467" y="33653"/>
                    <a:pt x="12467" y="33653"/>
                  </a:cubicBezTo>
                  <a:cubicBezTo>
                    <a:pt x="12467" y="33653"/>
                    <a:pt x="8426" y="32816"/>
                    <a:pt x="7867" y="32816"/>
                  </a:cubicBezTo>
                  <a:cubicBezTo>
                    <a:pt x="7774" y="32816"/>
                    <a:pt x="7778" y="32840"/>
                    <a:pt x="7913" y="32894"/>
                  </a:cubicBezTo>
                  <a:cubicBezTo>
                    <a:pt x="8862" y="33273"/>
                    <a:pt x="13036" y="35362"/>
                    <a:pt x="13036" y="35362"/>
                  </a:cubicBezTo>
                  <a:cubicBezTo>
                    <a:pt x="13036" y="35362"/>
                    <a:pt x="4499" y="41433"/>
                    <a:pt x="2032" y="42192"/>
                  </a:cubicBezTo>
                  <a:cubicBezTo>
                    <a:pt x="1363" y="42397"/>
                    <a:pt x="665" y="42504"/>
                    <a:pt x="0" y="42563"/>
                  </a:cubicBezTo>
                  <a:cubicBezTo>
                    <a:pt x="177" y="43061"/>
                    <a:pt x="433" y="43525"/>
                    <a:pt x="761" y="43938"/>
                  </a:cubicBezTo>
                  <a:cubicBezTo>
                    <a:pt x="1722" y="45156"/>
                    <a:pt x="2659" y="45557"/>
                    <a:pt x="3508" y="45557"/>
                  </a:cubicBezTo>
                  <a:cubicBezTo>
                    <a:pt x="4790" y="45557"/>
                    <a:pt x="5874" y="44646"/>
                    <a:pt x="6551" y="44259"/>
                  </a:cubicBezTo>
                  <a:cubicBezTo>
                    <a:pt x="7676" y="43616"/>
                    <a:pt x="16522" y="35254"/>
                    <a:pt x="16522" y="35254"/>
                  </a:cubicBezTo>
                  <a:lnTo>
                    <a:pt x="24685" y="54731"/>
                  </a:lnTo>
                  <a:cubicBezTo>
                    <a:pt x="24685" y="54731"/>
                    <a:pt x="35295" y="47615"/>
                    <a:pt x="46928" y="47615"/>
                  </a:cubicBezTo>
                  <a:cubicBezTo>
                    <a:pt x="47299" y="47615"/>
                    <a:pt x="47671" y="47622"/>
                    <a:pt x="48044" y="47637"/>
                  </a:cubicBezTo>
                  <a:lnTo>
                    <a:pt x="40003" y="16114"/>
                  </a:lnTo>
                  <a:cubicBezTo>
                    <a:pt x="40003" y="16114"/>
                    <a:pt x="51100" y="7752"/>
                    <a:pt x="51421" y="4856"/>
                  </a:cubicBezTo>
                  <a:cubicBezTo>
                    <a:pt x="51722" y="2146"/>
                    <a:pt x="48360" y="1"/>
                    <a:pt x="45687" y="1"/>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31"/>
            <p:cNvSpPr/>
            <p:nvPr/>
          </p:nvSpPr>
          <p:spPr>
            <a:xfrm>
              <a:off x="8509254" y="3396469"/>
              <a:ext cx="27068" cy="234348"/>
            </a:xfrm>
            <a:custGeom>
              <a:rect b="b" l="l" r="r" t="t"/>
              <a:pathLst>
                <a:path extrusionOk="0" h="13255" w="1531">
                  <a:moveTo>
                    <a:pt x="1530" y="1"/>
                  </a:moveTo>
                  <a:lnTo>
                    <a:pt x="1530" y="1"/>
                  </a:lnTo>
                  <a:cubicBezTo>
                    <a:pt x="1" y="7647"/>
                    <a:pt x="851" y="13255"/>
                    <a:pt x="851" y="13255"/>
                  </a:cubicBezTo>
                  <a:lnTo>
                    <a:pt x="153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31"/>
            <p:cNvSpPr/>
            <p:nvPr/>
          </p:nvSpPr>
          <p:spPr>
            <a:xfrm>
              <a:off x="8504250" y="3391236"/>
              <a:ext cx="37747" cy="244815"/>
            </a:xfrm>
            <a:custGeom>
              <a:rect b="b" l="l" r="r" t="t"/>
              <a:pathLst>
                <a:path extrusionOk="0" h="13847" w="2135">
                  <a:moveTo>
                    <a:pt x="1814" y="1"/>
                  </a:moveTo>
                  <a:cubicBezTo>
                    <a:pt x="1676" y="1"/>
                    <a:pt x="1551" y="98"/>
                    <a:pt x="1523" y="238"/>
                  </a:cubicBezTo>
                  <a:cubicBezTo>
                    <a:pt x="0" y="7847"/>
                    <a:pt x="833" y="13538"/>
                    <a:pt x="840" y="13595"/>
                  </a:cubicBezTo>
                  <a:cubicBezTo>
                    <a:pt x="863" y="13738"/>
                    <a:pt x="986" y="13845"/>
                    <a:pt x="1132" y="13846"/>
                  </a:cubicBezTo>
                  <a:cubicBezTo>
                    <a:pt x="1147" y="13845"/>
                    <a:pt x="1162" y="13844"/>
                    <a:pt x="1178" y="13841"/>
                  </a:cubicBezTo>
                  <a:cubicBezTo>
                    <a:pt x="1339" y="13817"/>
                    <a:pt x="1450" y="13666"/>
                    <a:pt x="1426" y="13505"/>
                  </a:cubicBezTo>
                  <a:cubicBezTo>
                    <a:pt x="1417" y="13450"/>
                    <a:pt x="602" y="7855"/>
                    <a:pt x="2102" y="354"/>
                  </a:cubicBezTo>
                  <a:cubicBezTo>
                    <a:pt x="2134" y="194"/>
                    <a:pt x="2030" y="38"/>
                    <a:pt x="1870" y="6"/>
                  </a:cubicBezTo>
                  <a:cubicBezTo>
                    <a:pt x="1851" y="3"/>
                    <a:pt x="1833" y="1"/>
                    <a:pt x="18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31"/>
            <p:cNvSpPr/>
            <p:nvPr/>
          </p:nvSpPr>
          <p:spPr>
            <a:xfrm>
              <a:off x="8497231" y="3258264"/>
              <a:ext cx="54083" cy="198299"/>
            </a:xfrm>
            <a:custGeom>
              <a:rect b="b" l="l" r="r" t="t"/>
              <a:pathLst>
                <a:path extrusionOk="0" h="11216" w="3059">
                  <a:moveTo>
                    <a:pt x="3059" y="1"/>
                  </a:moveTo>
                  <a:lnTo>
                    <a:pt x="3059" y="1"/>
                  </a:lnTo>
                  <a:cubicBezTo>
                    <a:pt x="1" y="8496"/>
                    <a:pt x="1" y="11216"/>
                    <a:pt x="1" y="11216"/>
                  </a:cubicBezTo>
                  <a:lnTo>
                    <a:pt x="305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1"/>
            <p:cNvSpPr/>
            <p:nvPr/>
          </p:nvSpPr>
          <p:spPr>
            <a:xfrm>
              <a:off x="8492033" y="3253137"/>
              <a:ext cx="65151" cy="208642"/>
            </a:xfrm>
            <a:custGeom>
              <a:rect b="b" l="l" r="r" t="t"/>
              <a:pathLst>
                <a:path extrusionOk="0" h="11801" w="3685">
                  <a:moveTo>
                    <a:pt x="3352" y="1"/>
                  </a:moveTo>
                  <a:cubicBezTo>
                    <a:pt x="3233" y="1"/>
                    <a:pt x="3121" y="73"/>
                    <a:pt x="3076" y="191"/>
                  </a:cubicBezTo>
                  <a:cubicBezTo>
                    <a:pt x="35" y="8638"/>
                    <a:pt x="0" y="11393"/>
                    <a:pt x="0" y="11506"/>
                  </a:cubicBezTo>
                  <a:cubicBezTo>
                    <a:pt x="0" y="11668"/>
                    <a:pt x="132" y="11801"/>
                    <a:pt x="295" y="11801"/>
                  </a:cubicBezTo>
                  <a:cubicBezTo>
                    <a:pt x="457" y="11801"/>
                    <a:pt x="589" y="11670"/>
                    <a:pt x="591" y="11507"/>
                  </a:cubicBezTo>
                  <a:cubicBezTo>
                    <a:pt x="591" y="11480"/>
                    <a:pt x="641" y="8701"/>
                    <a:pt x="3632" y="391"/>
                  </a:cubicBezTo>
                  <a:cubicBezTo>
                    <a:pt x="3684" y="238"/>
                    <a:pt x="3604" y="73"/>
                    <a:pt x="3452" y="19"/>
                  </a:cubicBezTo>
                  <a:cubicBezTo>
                    <a:pt x="3419" y="6"/>
                    <a:pt x="3385" y="1"/>
                    <a:pt x="33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31"/>
            <p:cNvSpPr/>
            <p:nvPr/>
          </p:nvSpPr>
          <p:spPr>
            <a:xfrm>
              <a:off x="8266225" y="3161325"/>
              <a:ext cx="113771" cy="125121"/>
            </a:xfrm>
            <a:custGeom>
              <a:rect b="b" l="l" r="r" t="t"/>
              <a:pathLst>
                <a:path extrusionOk="0" h="7077" w="6435">
                  <a:moveTo>
                    <a:pt x="162" y="1"/>
                  </a:moveTo>
                  <a:lnTo>
                    <a:pt x="1" y="2413"/>
                  </a:lnTo>
                  <a:lnTo>
                    <a:pt x="6434" y="7076"/>
                  </a:lnTo>
                  <a:lnTo>
                    <a:pt x="16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1"/>
            <p:cNvSpPr/>
            <p:nvPr/>
          </p:nvSpPr>
          <p:spPr>
            <a:xfrm>
              <a:off x="8260302" y="3155950"/>
              <a:ext cx="126571" cy="135729"/>
            </a:xfrm>
            <a:custGeom>
              <a:rect b="b" l="l" r="r" t="t"/>
              <a:pathLst>
                <a:path extrusionOk="0" h="7677" w="7159">
                  <a:moveTo>
                    <a:pt x="489" y="0"/>
                  </a:moveTo>
                  <a:cubicBezTo>
                    <a:pt x="419" y="0"/>
                    <a:pt x="349" y="25"/>
                    <a:pt x="293" y="75"/>
                  </a:cubicBezTo>
                  <a:cubicBezTo>
                    <a:pt x="167" y="188"/>
                    <a:pt x="160" y="380"/>
                    <a:pt x="277" y="501"/>
                  </a:cubicBezTo>
                  <a:lnTo>
                    <a:pt x="4759" y="5558"/>
                  </a:lnTo>
                  <a:lnTo>
                    <a:pt x="510" y="2478"/>
                  </a:lnTo>
                  <a:cubicBezTo>
                    <a:pt x="457" y="2440"/>
                    <a:pt x="396" y="2421"/>
                    <a:pt x="336" y="2421"/>
                  </a:cubicBezTo>
                  <a:cubicBezTo>
                    <a:pt x="244" y="2421"/>
                    <a:pt x="154" y="2463"/>
                    <a:pt x="97" y="2543"/>
                  </a:cubicBezTo>
                  <a:cubicBezTo>
                    <a:pt x="1" y="2675"/>
                    <a:pt x="30" y="2860"/>
                    <a:pt x="162" y="2957"/>
                  </a:cubicBezTo>
                  <a:lnTo>
                    <a:pt x="6596" y="7620"/>
                  </a:lnTo>
                  <a:cubicBezTo>
                    <a:pt x="6646" y="7656"/>
                    <a:pt x="6706" y="7676"/>
                    <a:pt x="6769" y="7676"/>
                  </a:cubicBezTo>
                  <a:cubicBezTo>
                    <a:pt x="7024" y="7676"/>
                    <a:pt x="7158" y="7375"/>
                    <a:pt x="6990" y="7185"/>
                  </a:cubicBezTo>
                  <a:lnTo>
                    <a:pt x="717" y="108"/>
                  </a:lnTo>
                  <a:cubicBezTo>
                    <a:pt x="658" y="37"/>
                    <a:pt x="574" y="0"/>
                    <a:pt x="4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1"/>
            <p:cNvSpPr/>
            <p:nvPr/>
          </p:nvSpPr>
          <p:spPr>
            <a:xfrm>
              <a:off x="8795104" y="2743334"/>
              <a:ext cx="37004" cy="204734"/>
            </a:xfrm>
            <a:custGeom>
              <a:rect b="b" l="l" r="r" t="t"/>
              <a:pathLst>
                <a:path extrusionOk="0" h="11580" w="2093">
                  <a:moveTo>
                    <a:pt x="2092" y="1"/>
                  </a:moveTo>
                  <a:lnTo>
                    <a:pt x="1" y="2574"/>
                  </a:lnTo>
                  <a:lnTo>
                    <a:pt x="1" y="11580"/>
                  </a:lnTo>
                  <a:lnTo>
                    <a:pt x="209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1"/>
            <p:cNvSpPr/>
            <p:nvPr/>
          </p:nvSpPr>
          <p:spPr>
            <a:xfrm>
              <a:off x="8789888" y="2738119"/>
              <a:ext cx="47860" cy="215183"/>
            </a:xfrm>
            <a:custGeom>
              <a:rect b="b" l="l" r="r" t="t"/>
              <a:pathLst>
                <a:path extrusionOk="0" h="12171" w="2707">
                  <a:moveTo>
                    <a:pt x="2386" y="0"/>
                  </a:moveTo>
                  <a:cubicBezTo>
                    <a:pt x="2246" y="0"/>
                    <a:pt x="2122" y="100"/>
                    <a:pt x="2095" y="243"/>
                  </a:cubicBezTo>
                  <a:lnTo>
                    <a:pt x="592" y="8574"/>
                  </a:lnTo>
                  <a:lnTo>
                    <a:pt x="592" y="2869"/>
                  </a:lnTo>
                  <a:cubicBezTo>
                    <a:pt x="592" y="2705"/>
                    <a:pt x="460" y="2573"/>
                    <a:pt x="296" y="2573"/>
                  </a:cubicBezTo>
                  <a:cubicBezTo>
                    <a:pt x="132" y="2573"/>
                    <a:pt x="0" y="2705"/>
                    <a:pt x="0" y="2869"/>
                  </a:cubicBezTo>
                  <a:lnTo>
                    <a:pt x="0" y="11875"/>
                  </a:lnTo>
                  <a:cubicBezTo>
                    <a:pt x="0" y="12029"/>
                    <a:pt x="117" y="12156"/>
                    <a:pt x="270" y="12170"/>
                  </a:cubicBezTo>
                  <a:cubicBezTo>
                    <a:pt x="278" y="12171"/>
                    <a:pt x="287" y="12171"/>
                    <a:pt x="296" y="12171"/>
                  </a:cubicBezTo>
                  <a:cubicBezTo>
                    <a:pt x="440" y="12171"/>
                    <a:pt x="562" y="12069"/>
                    <a:pt x="587" y="11928"/>
                  </a:cubicBezTo>
                  <a:lnTo>
                    <a:pt x="2678" y="349"/>
                  </a:lnTo>
                  <a:cubicBezTo>
                    <a:pt x="2707" y="187"/>
                    <a:pt x="2600" y="34"/>
                    <a:pt x="2439" y="5"/>
                  </a:cubicBezTo>
                  <a:cubicBezTo>
                    <a:pt x="2421" y="2"/>
                    <a:pt x="2403" y="0"/>
                    <a:pt x="23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9" name="Google Shape;789;p31"/>
          <p:cNvSpPr txBox="1"/>
          <p:nvPr>
            <p:ph idx="17" type="ctrTitle"/>
          </p:nvPr>
        </p:nvSpPr>
        <p:spPr>
          <a:xfrm>
            <a:off x="5167703" y="692963"/>
            <a:ext cx="2729100" cy="45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High Risk Evaluation</a:t>
            </a:r>
            <a:endParaRPr>
              <a:solidFill>
                <a:schemeClr val="lt2"/>
              </a:solidFill>
            </a:endParaRPr>
          </a:p>
        </p:txBody>
      </p:sp>
      <p:sp>
        <p:nvSpPr>
          <p:cNvPr id="790" name="Google Shape;790;p31"/>
          <p:cNvSpPr txBox="1"/>
          <p:nvPr>
            <p:ph idx="3" type="subTitle"/>
          </p:nvPr>
        </p:nvSpPr>
        <p:spPr>
          <a:xfrm>
            <a:off x="5167700" y="1077925"/>
            <a:ext cx="3641400" cy="79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2"/>
                </a:solidFill>
              </a:rPr>
              <a:t>The credit scoring system can also be utilized by SPV vehicles selling ABS to investors, ensuring that risky underlying assets are allocated to customers with a greater risk tolerance.</a:t>
            </a:r>
            <a:endParaRPr sz="1200">
              <a:solidFill>
                <a:schemeClr val="lt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32"/>
          <p:cNvSpPr txBox="1"/>
          <p:nvPr>
            <p:ph idx="6" type="title"/>
          </p:nvPr>
        </p:nvSpPr>
        <p:spPr>
          <a:xfrm>
            <a:off x="333650" y="192800"/>
            <a:ext cx="6084000" cy="53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600"/>
              <a:t>Business Problem</a:t>
            </a:r>
            <a:endParaRPr sz="3600"/>
          </a:p>
        </p:txBody>
      </p:sp>
      <p:sp>
        <p:nvSpPr>
          <p:cNvPr id="796" name="Google Shape;796;p32"/>
          <p:cNvSpPr txBox="1"/>
          <p:nvPr/>
        </p:nvSpPr>
        <p:spPr>
          <a:xfrm>
            <a:off x="390650" y="989625"/>
            <a:ext cx="81516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1"/>
                </a:solidFill>
                <a:latin typeface="DM Sans"/>
                <a:ea typeface="DM Sans"/>
                <a:cs typeface="DM Sans"/>
                <a:sym typeface="DM Sans"/>
              </a:rPr>
              <a:t>A reliable credit scorecard system can solve various challenges for companies, including:</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317500" lvl="0" marL="457200" rtl="0" algn="l">
              <a:spcBef>
                <a:spcPts val="0"/>
              </a:spcBef>
              <a:spcAft>
                <a:spcPts val="0"/>
              </a:spcAft>
              <a:buClr>
                <a:schemeClr val="dk1"/>
              </a:buClr>
              <a:buSzPts val="1400"/>
              <a:buFont typeface="Viga"/>
              <a:buAutoNum type="arabicPeriod"/>
            </a:pPr>
            <a:r>
              <a:rPr lang="en">
                <a:solidFill>
                  <a:schemeClr val="dk1"/>
                </a:solidFill>
                <a:latin typeface="Viga"/>
                <a:ea typeface="Viga"/>
                <a:cs typeface="Viga"/>
                <a:sym typeface="Viga"/>
              </a:rPr>
              <a:t>Evaluating existing customers' eligibility: Determine if current customers qualify for balance transfer offers or lifetime no annual fee credit cards based on their credit scores.</a:t>
            </a:r>
            <a:endParaRPr>
              <a:solidFill>
                <a:schemeClr val="dk1"/>
              </a:solidFill>
              <a:latin typeface="Viga"/>
              <a:ea typeface="Viga"/>
              <a:cs typeface="Viga"/>
              <a:sym typeface="Viga"/>
            </a:endParaRPr>
          </a:p>
          <a:p>
            <a:pPr indent="-317500" lvl="0" marL="457200" rtl="0" algn="l">
              <a:spcBef>
                <a:spcPts val="0"/>
              </a:spcBef>
              <a:spcAft>
                <a:spcPts val="0"/>
              </a:spcAft>
              <a:buClr>
                <a:schemeClr val="dk1"/>
              </a:buClr>
              <a:buSzPts val="1400"/>
              <a:buFont typeface="Viga"/>
              <a:buAutoNum type="arabicPeriod"/>
            </a:pPr>
            <a:r>
              <a:rPr lang="en">
                <a:solidFill>
                  <a:schemeClr val="dk1"/>
                </a:solidFill>
                <a:latin typeface="Viga"/>
                <a:ea typeface="Viga"/>
                <a:cs typeface="Viga"/>
                <a:sym typeface="Viga"/>
              </a:rPr>
              <a:t>Offering benefits to high-value customers: Determine if customers with credible credit histories or stable high incomes are eligible for premium benefits or discounts on selected brands and products.</a:t>
            </a:r>
            <a:endParaRPr>
              <a:solidFill>
                <a:schemeClr val="dk1"/>
              </a:solidFill>
              <a:latin typeface="Viga"/>
              <a:ea typeface="Viga"/>
              <a:cs typeface="Viga"/>
              <a:sym typeface="Viga"/>
            </a:endParaRPr>
          </a:p>
          <a:p>
            <a:pPr indent="-317500" lvl="0" marL="457200" rtl="0" algn="l">
              <a:spcBef>
                <a:spcPts val="0"/>
              </a:spcBef>
              <a:spcAft>
                <a:spcPts val="0"/>
              </a:spcAft>
              <a:buClr>
                <a:schemeClr val="dk1"/>
              </a:buClr>
              <a:buSzPts val="1400"/>
              <a:buFont typeface="Viga"/>
              <a:buAutoNum type="arabicPeriod"/>
            </a:pPr>
            <a:r>
              <a:rPr lang="en">
                <a:solidFill>
                  <a:schemeClr val="dk1"/>
                </a:solidFill>
                <a:latin typeface="Viga"/>
                <a:ea typeface="Viga"/>
                <a:cs typeface="Viga"/>
                <a:sym typeface="Viga"/>
              </a:rPr>
              <a:t>Managing risk: Predict and address the likelihood of existing customers defaulting within specific timeframes (e.g., 30, 60, or 90 days).</a:t>
            </a:r>
            <a:endParaRPr>
              <a:solidFill>
                <a:schemeClr val="dk1"/>
              </a:solidFill>
              <a:latin typeface="Viga"/>
              <a:ea typeface="Viga"/>
              <a:cs typeface="Viga"/>
              <a:sym typeface="Viga"/>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a:solidFill>
                  <a:schemeClr val="dk1"/>
                </a:solidFill>
                <a:latin typeface="DM Sans"/>
                <a:ea typeface="DM Sans"/>
                <a:cs typeface="DM Sans"/>
                <a:sym typeface="DM Sans"/>
              </a:rPr>
              <a:t>By building a reliable scorecard, companies can effectively assess the creditworthiness of their customers. Our project specifically focuses on evaluating whether existing customers should receive transfer offers, which involve transferring their credit balance to a loan or a new credit card with lower fees or enhanced benefits. Offering these deals to good customers can be perceived as a great opportunity, while extending them to bad customers may lead to non-payment of both old and new balances, loss of potential interest payments, additional costs and even ruining the company’s image. </a:t>
            </a:r>
            <a:endParaRPr>
              <a:solidFill>
                <a:schemeClr val="dk1"/>
              </a:solidFill>
              <a:latin typeface="DM Sans"/>
              <a:ea typeface="DM Sans"/>
              <a:cs typeface="DM Sans"/>
              <a:sym typeface="DM Sans"/>
            </a:endParaRPr>
          </a:p>
          <a:p>
            <a:pPr indent="0" lvl="0" marL="0" rtl="0" algn="l">
              <a:spcBef>
                <a:spcPts val="0"/>
              </a:spcBef>
              <a:spcAft>
                <a:spcPts val="0"/>
              </a:spcAft>
              <a:buNone/>
            </a:pPr>
            <a:r>
              <a:t/>
            </a:r>
            <a:endParaRPr>
              <a:latin typeface="DM Sans"/>
              <a:ea typeface="DM Sans"/>
              <a:cs typeface="DM Sans"/>
              <a:sym typeface="DM Sans"/>
            </a:endParaRPr>
          </a:p>
        </p:txBody>
      </p:sp>
      <p:grpSp>
        <p:nvGrpSpPr>
          <p:cNvPr id="797" name="Google Shape;797;p32"/>
          <p:cNvGrpSpPr/>
          <p:nvPr/>
        </p:nvGrpSpPr>
        <p:grpSpPr>
          <a:xfrm>
            <a:off x="7877242" y="68377"/>
            <a:ext cx="1027598" cy="1089222"/>
            <a:chOff x="5906263" y="1914018"/>
            <a:chExt cx="3526417" cy="3305683"/>
          </a:xfrm>
        </p:grpSpPr>
        <p:sp>
          <p:nvSpPr>
            <p:cNvPr id="798" name="Google Shape;798;p32"/>
            <p:cNvSpPr/>
            <p:nvPr/>
          </p:nvSpPr>
          <p:spPr>
            <a:xfrm>
              <a:off x="7913703" y="4201404"/>
              <a:ext cx="1452695" cy="1018297"/>
            </a:xfrm>
            <a:custGeom>
              <a:rect b="b" l="l" r="r" t="t"/>
              <a:pathLst>
                <a:path extrusionOk="0" h="57596" w="82166">
                  <a:moveTo>
                    <a:pt x="30743" y="0"/>
                  </a:moveTo>
                  <a:lnTo>
                    <a:pt x="26015" y="1773"/>
                  </a:lnTo>
                  <a:cubicBezTo>
                    <a:pt x="26015" y="1773"/>
                    <a:pt x="38809" y="17350"/>
                    <a:pt x="50793" y="31679"/>
                  </a:cubicBezTo>
                  <a:cubicBezTo>
                    <a:pt x="48987" y="31838"/>
                    <a:pt x="47177" y="31941"/>
                    <a:pt x="45406" y="31941"/>
                  </a:cubicBezTo>
                  <a:cubicBezTo>
                    <a:pt x="42293" y="31941"/>
                    <a:pt x="39300" y="31624"/>
                    <a:pt x="36656" y="30742"/>
                  </a:cubicBezTo>
                  <a:cubicBezTo>
                    <a:pt x="24241" y="26603"/>
                    <a:pt x="14190" y="17736"/>
                    <a:pt x="14190" y="17736"/>
                  </a:cubicBezTo>
                  <a:lnTo>
                    <a:pt x="14190" y="17736"/>
                  </a:lnTo>
                  <a:cubicBezTo>
                    <a:pt x="1" y="18918"/>
                    <a:pt x="21284" y="41975"/>
                    <a:pt x="29561" y="48479"/>
                  </a:cubicBezTo>
                  <a:cubicBezTo>
                    <a:pt x="37757" y="54918"/>
                    <a:pt x="44046" y="57596"/>
                    <a:pt x="49730" y="57596"/>
                  </a:cubicBezTo>
                  <a:cubicBezTo>
                    <a:pt x="55542" y="57596"/>
                    <a:pt x="60722" y="54797"/>
                    <a:pt x="66662" y="50359"/>
                  </a:cubicBezTo>
                  <a:cubicBezTo>
                    <a:pt x="68778" y="52771"/>
                    <a:pt x="70303" y="54432"/>
                    <a:pt x="70945" y="54982"/>
                  </a:cubicBezTo>
                  <a:cubicBezTo>
                    <a:pt x="70987" y="55017"/>
                    <a:pt x="71028" y="55052"/>
                    <a:pt x="71070" y="55087"/>
                  </a:cubicBezTo>
                  <a:cubicBezTo>
                    <a:pt x="72181" y="56010"/>
                    <a:pt x="73360" y="56403"/>
                    <a:pt x="74484" y="56403"/>
                  </a:cubicBezTo>
                  <a:cubicBezTo>
                    <a:pt x="78714" y="56403"/>
                    <a:pt x="82165" y="50837"/>
                    <a:pt x="78299" y="47015"/>
                  </a:cubicBezTo>
                  <a:lnTo>
                    <a:pt x="74280" y="43041"/>
                  </a:lnTo>
                  <a:cubicBezTo>
                    <a:pt x="77629" y="38193"/>
                    <a:pt x="76186" y="34620"/>
                    <a:pt x="73311" y="31334"/>
                  </a:cubicBezTo>
                  <a:cubicBezTo>
                    <a:pt x="72333" y="30216"/>
                    <a:pt x="70462" y="29825"/>
                    <a:pt x="68013" y="29825"/>
                  </a:cubicBezTo>
                  <a:cubicBezTo>
                    <a:pt x="66125" y="29825"/>
                    <a:pt x="63893" y="30057"/>
                    <a:pt x="61461" y="30368"/>
                  </a:cubicBezTo>
                  <a:lnTo>
                    <a:pt x="3074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2"/>
            <p:cNvSpPr/>
            <p:nvPr/>
          </p:nvSpPr>
          <p:spPr>
            <a:xfrm>
              <a:off x="5906263" y="1956875"/>
              <a:ext cx="2881239" cy="2667664"/>
            </a:xfrm>
            <a:custGeom>
              <a:rect b="b" l="l" r="r" t="t"/>
              <a:pathLst>
                <a:path extrusionOk="0" h="150886" w="162966">
                  <a:moveTo>
                    <a:pt x="91496" y="1"/>
                  </a:moveTo>
                  <a:cubicBezTo>
                    <a:pt x="91131" y="1"/>
                    <a:pt x="90769" y="47"/>
                    <a:pt x="90421" y="145"/>
                  </a:cubicBezTo>
                  <a:lnTo>
                    <a:pt x="2597" y="24864"/>
                  </a:lnTo>
                  <a:cubicBezTo>
                    <a:pt x="750" y="25384"/>
                    <a:pt x="1" y="27153"/>
                    <a:pt x="925" y="28815"/>
                  </a:cubicBezTo>
                  <a:lnTo>
                    <a:pt x="67528" y="148674"/>
                  </a:lnTo>
                  <a:cubicBezTo>
                    <a:pt x="68278" y="150022"/>
                    <a:pt x="69897" y="150886"/>
                    <a:pt x="71469" y="150886"/>
                  </a:cubicBezTo>
                  <a:cubicBezTo>
                    <a:pt x="71834" y="150886"/>
                    <a:pt x="72197" y="150839"/>
                    <a:pt x="72545" y="150741"/>
                  </a:cubicBezTo>
                  <a:lnTo>
                    <a:pt x="160369" y="126022"/>
                  </a:lnTo>
                  <a:cubicBezTo>
                    <a:pt x="162216" y="125502"/>
                    <a:pt x="162965" y="123734"/>
                    <a:pt x="162041" y="122072"/>
                  </a:cubicBezTo>
                  <a:lnTo>
                    <a:pt x="95438" y="2212"/>
                  </a:lnTo>
                  <a:cubicBezTo>
                    <a:pt x="94688" y="863"/>
                    <a:pt x="93068" y="1"/>
                    <a:pt x="914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32"/>
            <p:cNvSpPr/>
            <p:nvPr/>
          </p:nvSpPr>
          <p:spPr>
            <a:xfrm>
              <a:off x="5907995" y="1951677"/>
              <a:ext cx="2877756" cy="2678078"/>
            </a:xfrm>
            <a:custGeom>
              <a:rect b="b" l="l" r="r" t="t"/>
              <a:pathLst>
                <a:path extrusionOk="0" h="151475" w="162769">
                  <a:moveTo>
                    <a:pt x="91392" y="589"/>
                  </a:moveTo>
                  <a:cubicBezTo>
                    <a:pt x="91396" y="589"/>
                    <a:pt x="91401" y="589"/>
                    <a:pt x="91405" y="589"/>
                  </a:cubicBezTo>
                  <a:cubicBezTo>
                    <a:pt x="92871" y="589"/>
                    <a:pt x="94384" y="1394"/>
                    <a:pt x="95080" y="2650"/>
                  </a:cubicBezTo>
                  <a:lnTo>
                    <a:pt x="161685" y="122510"/>
                  </a:lnTo>
                  <a:cubicBezTo>
                    <a:pt x="162083" y="123227"/>
                    <a:pt x="162152" y="123984"/>
                    <a:pt x="161879" y="124642"/>
                  </a:cubicBezTo>
                  <a:cubicBezTo>
                    <a:pt x="161601" y="125310"/>
                    <a:pt x="161000" y="125803"/>
                    <a:pt x="160190" y="126031"/>
                  </a:cubicBezTo>
                  <a:lnTo>
                    <a:pt x="72367" y="150751"/>
                  </a:lnTo>
                  <a:cubicBezTo>
                    <a:pt x="72043" y="150842"/>
                    <a:pt x="71705" y="150885"/>
                    <a:pt x="71365" y="150885"/>
                  </a:cubicBezTo>
                  <a:cubicBezTo>
                    <a:pt x="69900" y="150885"/>
                    <a:pt x="68386" y="150081"/>
                    <a:pt x="67688" y="148826"/>
                  </a:cubicBezTo>
                  <a:lnTo>
                    <a:pt x="1085" y="28964"/>
                  </a:lnTo>
                  <a:cubicBezTo>
                    <a:pt x="687" y="28247"/>
                    <a:pt x="616" y="27490"/>
                    <a:pt x="891" y="26833"/>
                  </a:cubicBezTo>
                  <a:cubicBezTo>
                    <a:pt x="1169" y="26164"/>
                    <a:pt x="1768" y="25671"/>
                    <a:pt x="2579" y="25443"/>
                  </a:cubicBezTo>
                  <a:lnTo>
                    <a:pt x="90403" y="723"/>
                  </a:lnTo>
                  <a:cubicBezTo>
                    <a:pt x="90725" y="634"/>
                    <a:pt x="91058" y="589"/>
                    <a:pt x="91392" y="589"/>
                  </a:cubicBezTo>
                  <a:close/>
                  <a:moveTo>
                    <a:pt x="91389" y="0"/>
                  </a:moveTo>
                  <a:cubicBezTo>
                    <a:pt x="91000" y="0"/>
                    <a:pt x="90614" y="50"/>
                    <a:pt x="90243" y="154"/>
                  </a:cubicBezTo>
                  <a:lnTo>
                    <a:pt x="2419" y="24874"/>
                  </a:lnTo>
                  <a:cubicBezTo>
                    <a:pt x="1431" y="25152"/>
                    <a:pt x="694" y="25767"/>
                    <a:pt x="344" y="26605"/>
                  </a:cubicBezTo>
                  <a:cubicBezTo>
                    <a:pt x="1" y="27433"/>
                    <a:pt x="80" y="28373"/>
                    <a:pt x="567" y="29251"/>
                  </a:cubicBezTo>
                  <a:lnTo>
                    <a:pt x="67172" y="149114"/>
                  </a:lnTo>
                  <a:cubicBezTo>
                    <a:pt x="67971" y="150551"/>
                    <a:pt x="69705" y="151475"/>
                    <a:pt x="71382" y="151475"/>
                  </a:cubicBezTo>
                  <a:cubicBezTo>
                    <a:pt x="71768" y="151475"/>
                    <a:pt x="72154" y="151423"/>
                    <a:pt x="72526" y="151320"/>
                  </a:cubicBezTo>
                  <a:lnTo>
                    <a:pt x="160350" y="126600"/>
                  </a:lnTo>
                  <a:cubicBezTo>
                    <a:pt x="161339" y="126323"/>
                    <a:pt x="162075" y="125708"/>
                    <a:pt x="162424" y="124869"/>
                  </a:cubicBezTo>
                  <a:cubicBezTo>
                    <a:pt x="162769" y="124042"/>
                    <a:pt x="162690" y="123101"/>
                    <a:pt x="162202" y="122223"/>
                  </a:cubicBezTo>
                  <a:lnTo>
                    <a:pt x="95598" y="2363"/>
                  </a:lnTo>
                  <a:cubicBezTo>
                    <a:pt x="94799" y="925"/>
                    <a:pt x="93066" y="0"/>
                    <a:pt x="913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2"/>
            <p:cNvSpPr/>
            <p:nvPr/>
          </p:nvSpPr>
          <p:spPr>
            <a:xfrm>
              <a:off x="6005854" y="2016916"/>
              <a:ext cx="2662360" cy="2512134"/>
            </a:xfrm>
            <a:custGeom>
              <a:rect b="b" l="l" r="r" t="t"/>
              <a:pathLst>
                <a:path extrusionOk="0" h="142089" w="150586">
                  <a:moveTo>
                    <a:pt x="84908" y="1"/>
                  </a:moveTo>
                  <a:lnTo>
                    <a:pt x="0" y="23900"/>
                  </a:lnTo>
                  <a:lnTo>
                    <a:pt x="65677" y="142089"/>
                  </a:lnTo>
                  <a:lnTo>
                    <a:pt x="150585" y="118190"/>
                  </a:lnTo>
                  <a:lnTo>
                    <a:pt x="8490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32"/>
            <p:cNvSpPr/>
            <p:nvPr/>
          </p:nvSpPr>
          <p:spPr>
            <a:xfrm>
              <a:off x="5998093" y="2010781"/>
              <a:ext cx="2677884" cy="2524439"/>
            </a:xfrm>
            <a:custGeom>
              <a:rect b="b" l="l" r="r" t="t"/>
              <a:pathLst>
                <a:path extrusionOk="0" h="142785" w="151464">
                  <a:moveTo>
                    <a:pt x="85203" y="695"/>
                  </a:moveTo>
                  <a:lnTo>
                    <a:pt x="150583" y="118353"/>
                  </a:lnTo>
                  <a:lnTo>
                    <a:pt x="66261" y="142088"/>
                  </a:lnTo>
                  <a:lnTo>
                    <a:pt x="880" y="24430"/>
                  </a:lnTo>
                  <a:lnTo>
                    <a:pt x="85203" y="695"/>
                  </a:lnTo>
                  <a:close/>
                  <a:moveTo>
                    <a:pt x="85492" y="0"/>
                  </a:moveTo>
                  <a:lnTo>
                    <a:pt x="0" y="24064"/>
                  </a:lnTo>
                  <a:lnTo>
                    <a:pt x="65858" y="142579"/>
                  </a:lnTo>
                  <a:lnTo>
                    <a:pt x="65971" y="142785"/>
                  </a:lnTo>
                  <a:lnTo>
                    <a:pt x="151103" y="118823"/>
                  </a:lnTo>
                  <a:lnTo>
                    <a:pt x="151463" y="118721"/>
                  </a:lnTo>
                  <a:lnTo>
                    <a:pt x="85607" y="206"/>
                  </a:lnTo>
                  <a:lnTo>
                    <a:pt x="85492"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2"/>
            <p:cNvSpPr/>
            <p:nvPr/>
          </p:nvSpPr>
          <p:spPr>
            <a:xfrm>
              <a:off x="7062393" y="2426650"/>
              <a:ext cx="116600" cy="32832"/>
            </a:xfrm>
            <a:custGeom>
              <a:rect b="b" l="l" r="r" t="t"/>
              <a:pathLst>
                <a:path extrusionOk="0" h="1857" w="6595">
                  <a:moveTo>
                    <a:pt x="1" y="1856"/>
                  </a:moveTo>
                  <a:lnTo>
                    <a:pt x="6594"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32"/>
            <p:cNvSpPr/>
            <p:nvPr/>
          </p:nvSpPr>
          <p:spPr>
            <a:xfrm>
              <a:off x="7060944" y="2421717"/>
              <a:ext cx="119446" cy="42821"/>
            </a:xfrm>
            <a:custGeom>
              <a:rect b="b" l="l" r="r" t="t"/>
              <a:pathLst>
                <a:path extrusionOk="0" h="2422" w="6756">
                  <a:moveTo>
                    <a:pt x="6596" y="0"/>
                  </a:moveTo>
                  <a:lnTo>
                    <a:pt x="1" y="1852"/>
                  </a:lnTo>
                  <a:lnTo>
                    <a:pt x="161" y="2421"/>
                  </a:lnTo>
                  <a:lnTo>
                    <a:pt x="6755" y="569"/>
                  </a:lnTo>
                  <a:lnTo>
                    <a:pt x="659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2"/>
            <p:cNvSpPr/>
            <p:nvPr/>
          </p:nvSpPr>
          <p:spPr>
            <a:xfrm>
              <a:off x="6253958" y="2484853"/>
              <a:ext cx="718215" cy="202171"/>
            </a:xfrm>
            <a:custGeom>
              <a:rect b="b" l="l" r="r" t="t"/>
              <a:pathLst>
                <a:path extrusionOk="0" h="11435" w="40623">
                  <a:moveTo>
                    <a:pt x="0" y="11434"/>
                  </a:moveTo>
                  <a:lnTo>
                    <a:pt x="40623"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2"/>
            <p:cNvSpPr/>
            <p:nvPr/>
          </p:nvSpPr>
          <p:spPr>
            <a:xfrm>
              <a:off x="6252473" y="2480061"/>
              <a:ext cx="721132" cy="211859"/>
            </a:xfrm>
            <a:custGeom>
              <a:rect b="b" l="l" r="r" t="t"/>
              <a:pathLst>
                <a:path extrusionOk="0" h="11983" w="40788">
                  <a:moveTo>
                    <a:pt x="40627" y="0"/>
                  </a:moveTo>
                  <a:lnTo>
                    <a:pt x="0" y="11413"/>
                  </a:lnTo>
                  <a:lnTo>
                    <a:pt x="160" y="11982"/>
                  </a:lnTo>
                  <a:lnTo>
                    <a:pt x="40787" y="570"/>
                  </a:lnTo>
                  <a:lnTo>
                    <a:pt x="4062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2"/>
            <p:cNvSpPr/>
            <p:nvPr/>
          </p:nvSpPr>
          <p:spPr>
            <a:xfrm>
              <a:off x="6934532" y="2507819"/>
              <a:ext cx="289545" cy="81522"/>
            </a:xfrm>
            <a:custGeom>
              <a:rect b="b" l="l" r="r" t="t"/>
              <a:pathLst>
                <a:path extrusionOk="0" h="4611" w="16377">
                  <a:moveTo>
                    <a:pt x="1" y="4611"/>
                  </a:moveTo>
                  <a:lnTo>
                    <a:pt x="16377"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32"/>
            <p:cNvSpPr/>
            <p:nvPr/>
          </p:nvSpPr>
          <p:spPr>
            <a:xfrm>
              <a:off x="6933064" y="2502922"/>
              <a:ext cx="292445" cy="91423"/>
            </a:xfrm>
            <a:custGeom>
              <a:rect b="b" l="l" r="r" t="t"/>
              <a:pathLst>
                <a:path extrusionOk="0" h="5171" w="16541">
                  <a:moveTo>
                    <a:pt x="16381" y="0"/>
                  </a:moveTo>
                  <a:lnTo>
                    <a:pt x="1" y="4602"/>
                  </a:lnTo>
                  <a:lnTo>
                    <a:pt x="161" y="5171"/>
                  </a:lnTo>
                  <a:lnTo>
                    <a:pt x="16540" y="570"/>
                  </a:lnTo>
                  <a:lnTo>
                    <a:pt x="1638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2"/>
            <p:cNvSpPr/>
            <p:nvPr/>
          </p:nvSpPr>
          <p:spPr>
            <a:xfrm>
              <a:off x="6490817" y="2611548"/>
              <a:ext cx="364756" cy="102668"/>
            </a:xfrm>
            <a:custGeom>
              <a:rect b="b" l="l" r="r" t="t"/>
              <a:pathLst>
                <a:path extrusionOk="0" h="5807" w="20631">
                  <a:moveTo>
                    <a:pt x="1" y="5807"/>
                  </a:moveTo>
                  <a:lnTo>
                    <a:pt x="20631"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2"/>
            <p:cNvSpPr/>
            <p:nvPr/>
          </p:nvSpPr>
          <p:spPr>
            <a:xfrm>
              <a:off x="6489367" y="2606650"/>
              <a:ext cx="367638" cy="112551"/>
            </a:xfrm>
            <a:custGeom>
              <a:rect b="b" l="l" r="r" t="t"/>
              <a:pathLst>
                <a:path extrusionOk="0" h="6366" w="20794">
                  <a:moveTo>
                    <a:pt x="20634" y="0"/>
                  </a:moveTo>
                  <a:lnTo>
                    <a:pt x="1" y="5797"/>
                  </a:lnTo>
                  <a:lnTo>
                    <a:pt x="161" y="6366"/>
                  </a:lnTo>
                  <a:lnTo>
                    <a:pt x="20793" y="570"/>
                  </a:lnTo>
                  <a:lnTo>
                    <a:pt x="20634"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2"/>
            <p:cNvSpPr/>
            <p:nvPr/>
          </p:nvSpPr>
          <p:spPr>
            <a:xfrm>
              <a:off x="6299059" y="2733257"/>
              <a:ext cx="124114" cy="34936"/>
            </a:xfrm>
            <a:custGeom>
              <a:rect b="b" l="l" r="r" t="t"/>
              <a:pathLst>
                <a:path extrusionOk="0" h="1976" w="7020">
                  <a:moveTo>
                    <a:pt x="0" y="1976"/>
                  </a:moveTo>
                  <a:lnTo>
                    <a:pt x="7019"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32"/>
            <p:cNvSpPr/>
            <p:nvPr/>
          </p:nvSpPr>
          <p:spPr>
            <a:xfrm>
              <a:off x="6297610" y="2728289"/>
              <a:ext cx="126942" cy="44960"/>
            </a:xfrm>
            <a:custGeom>
              <a:rect b="b" l="l" r="r" t="t"/>
              <a:pathLst>
                <a:path extrusionOk="0" h="2543" w="7180">
                  <a:moveTo>
                    <a:pt x="7019" y="1"/>
                  </a:moveTo>
                  <a:lnTo>
                    <a:pt x="0" y="1972"/>
                  </a:lnTo>
                  <a:lnTo>
                    <a:pt x="160" y="2543"/>
                  </a:lnTo>
                  <a:lnTo>
                    <a:pt x="7179" y="570"/>
                  </a:lnTo>
                  <a:lnTo>
                    <a:pt x="701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2"/>
            <p:cNvSpPr/>
            <p:nvPr/>
          </p:nvSpPr>
          <p:spPr>
            <a:xfrm>
              <a:off x="6705151" y="2588988"/>
              <a:ext cx="564027" cy="158784"/>
            </a:xfrm>
            <a:custGeom>
              <a:rect b="b" l="l" r="r" t="t"/>
              <a:pathLst>
                <a:path extrusionOk="0" h="8981" w="31902">
                  <a:moveTo>
                    <a:pt x="1" y="8980"/>
                  </a:moveTo>
                  <a:lnTo>
                    <a:pt x="31902"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2"/>
            <p:cNvSpPr/>
            <p:nvPr/>
          </p:nvSpPr>
          <p:spPr>
            <a:xfrm>
              <a:off x="6703666" y="2584161"/>
              <a:ext cx="566962" cy="168543"/>
            </a:xfrm>
            <a:custGeom>
              <a:rect b="b" l="l" r="r" t="t"/>
              <a:pathLst>
                <a:path extrusionOk="0" h="9533" w="32068">
                  <a:moveTo>
                    <a:pt x="31908" y="0"/>
                  </a:moveTo>
                  <a:lnTo>
                    <a:pt x="0" y="8963"/>
                  </a:lnTo>
                  <a:lnTo>
                    <a:pt x="160" y="9533"/>
                  </a:lnTo>
                  <a:lnTo>
                    <a:pt x="32067" y="570"/>
                  </a:lnTo>
                  <a:lnTo>
                    <a:pt x="31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2"/>
            <p:cNvSpPr/>
            <p:nvPr/>
          </p:nvSpPr>
          <p:spPr>
            <a:xfrm>
              <a:off x="6344143" y="2782672"/>
              <a:ext cx="236930" cy="66707"/>
            </a:xfrm>
            <a:custGeom>
              <a:rect b="b" l="l" r="r" t="t"/>
              <a:pathLst>
                <a:path extrusionOk="0" h="3773" w="13401">
                  <a:moveTo>
                    <a:pt x="1" y="3772"/>
                  </a:moveTo>
                  <a:lnTo>
                    <a:pt x="13401"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32"/>
            <p:cNvSpPr/>
            <p:nvPr/>
          </p:nvSpPr>
          <p:spPr>
            <a:xfrm>
              <a:off x="6342711" y="2777757"/>
              <a:ext cx="239741" cy="76625"/>
            </a:xfrm>
            <a:custGeom>
              <a:rect b="b" l="l" r="r" t="t"/>
              <a:pathLst>
                <a:path extrusionOk="0" h="4334" w="13560">
                  <a:moveTo>
                    <a:pt x="13400" y="0"/>
                  </a:moveTo>
                  <a:lnTo>
                    <a:pt x="0" y="3765"/>
                  </a:lnTo>
                  <a:lnTo>
                    <a:pt x="160" y="4334"/>
                  </a:lnTo>
                  <a:lnTo>
                    <a:pt x="13560" y="569"/>
                  </a:lnTo>
                  <a:lnTo>
                    <a:pt x="13400"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2"/>
            <p:cNvSpPr/>
            <p:nvPr/>
          </p:nvSpPr>
          <p:spPr>
            <a:xfrm>
              <a:off x="7362511" y="2333742"/>
              <a:ext cx="249536" cy="184349"/>
            </a:xfrm>
            <a:custGeom>
              <a:rect b="b" l="l" r="r" t="t"/>
              <a:pathLst>
                <a:path extrusionOk="0" h="10427" w="14114">
                  <a:moveTo>
                    <a:pt x="6072" y="0"/>
                  </a:moveTo>
                  <a:cubicBezTo>
                    <a:pt x="5468" y="0"/>
                    <a:pt x="4869" y="78"/>
                    <a:pt x="4293" y="240"/>
                  </a:cubicBezTo>
                  <a:cubicBezTo>
                    <a:pt x="1240" y="1100"/>
                    <a:pt x="1" y="4023"/>
                    <a:pt x="1528" y="6770"/>
                  </a:cubicBezTo>
                  <a:cubicBezTo>
                    <a:pt x="2766" y="8999"/>
                    <a:pt x="5444" y="10427"/>
                    <a:pt x="8041" y="10427"/>
                  </a:cubicBezTo>
                  <a:cubicBezTo>
                    <a:pt x="8645" y="10427"/>
                    <a:pt x="9245" y="10349"/>
                    <a:pt x="9821" y="10187"/>
                  </a:cubicBezTo>
                  <a:cubicBezTo>
                    <a:pt x="12876" y="9329"/>
                    <a:pt x="14113" y="6404"/>
                    <a:pt x="12587" y="3657"/>
                  </a:cubicBezTo>
                  <a:cubicBezTo>
                    <a:pt x="11348" y="1429"/>
                    <a:pt x="8670" y="0"/>
                    <a:pt x="60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2"/>
            <p:cNvSpPr/>
            <p:nvPr/>
          </p:nvSpPr>
          <p:spPr>
            <a:xfrm>
              <a:off x="7368947" y="2328544"/>
              <a:ext cx="236700" cy="194728"/>
            </a:xfrm>
            <a:custGeom>
              <a:rect b="b" l="l" r="r" t="t"/>
              <a:pathLst>
                <a:path extrusionOk="0" h="11014" w="13388">
                  <a:moveTo>
                    <a:pt x="5698" y="589"/>
                  </a:moveTo>
                  <a:cubicBezTo>
                    <a:pt x="5702" y="589"/>
                    <a:pt x="5707" y="589"/>
                    <a:pt x="5712" y="589"/>
                  </a:cubicBezTo>
                  <a:cubicBezTo>
                    <a:pt x="8205" y="589"/>
                    <a:pt x="10779" y="1960"/>
                    <a:pt x="11965" y="4095"/>
                  </a:cubicBezTo>
                  <a:cubicBezTo>
                    <a:pt x="12654" y="5333"/>
                    <a:pt x="12771" y="6646"/>
                    <a:pt x="12294" y="7788"/>
                  </a:cubicBezTo>
                  <a:cubicBezTo>
                    <a:pt x="11812" y="8948"/>
                    <a:pt x="10775" y="9803"/>
                    <a:pt x="9377" y="10197"/>
                  </a:cubicBezTo>
                  <a:cubicBezTo>
                    <a:pt x="8827" y="10351"/>
                    <a:pt x="8254" y="10425"/>
                    <a:pt x="7676" y="10425"/>
                  </a:cubicBezTo>
                  <a:cubicBezTo>
                    <a:pt x="5185" y="10425"/>
                    <a:pt x="2609" y="9056"/>
                    <a:pt x="1422" y="6921"/>
                  </a:cubicBezTo>
                  <a:cubicBezTo>
                    <a:pt x="734" y="5682"/>
                    <a:pt x="616" y="4369"/>
                    <a:pt x="1092" y="3227"/>
                  </a:cubicBezTo>
                  <a:cubicBezTo>
                    <a:pt x="1576" y="2067"/>
                    <a:pt x="2612" y="1212"/>
                    <a:pt x="4010" y="818"/>
                  </a:cubicBezTo>
                  <a:cubicBezTo>
                    <a:pt x="4560" y="666"/>
                    <a:pt x="5127" y="589"/>
                    <a:pt x="5698" y="589"/>
                  </a:cubicBezTo>
                  <a:close/>
                  <a:moveTo>
                    <a:pt x="5696" y="1"/>
                  </a:moveTo>
                  <a:cubicBezTo>
                    <a:pt x="5069" y="1"/>
                    <a:pt x="4447" y="81"/>
                    <a:pt x="3850" y="249"/>
                  </a:cubicBezTo>
                  <a:cubicBezTo>
                    <a:pt x="2275" y="692"/>
                    <a:pt x="1101" y="1669"/>
                    <a:pt x="547" y="3000"/>
                  </a:cubicBezTo>
                  <a:cubicBezTo>
                    <a:pt x="1" y="4313"/>
                    <a:pt x="128" y="5806"/>
                    <a:pt x="906" y="7208"/>
                  </a:cubicBezTo>
                  <a:cubicBezTo>
                    <a:pt x="2194" y="9526"/>
                    <a:pt x="4988" y="11014"/>
                    <a:pt x="7692" y="11014"/>
                  </a:cubicBezTo>
                  <a:cubicBezTo>
                    <a:pt x="7701" y="11014"/>
                    <a:pt x="7710" y="11014"/>
                    <a:pt x="7720" y="11014"/>
                  </a:cubicBezTo>
                  <a:cubicBezTo>
                    <a:pt x="8334" y="11014"/>
                    <a:pt x="8945" y="10931"/>
                    <a:pt x="9538" y="10766"/>
                  </a:cubicBezTo>
                  <a:cubicBezTo>
                    <a:pt x="11113" y="10323"/>
                    <a:pt x="12286" y="9346"/>
                    <a:pt x="12840" y="8016"/>
                  </a:cubicBezTo>
                  <a:cubicBezTo>
                    <a:pt x="13388" y="6703"/>
                    <a:pt x="13260" y="5208"/>
                    <a:pt x="12483" y="3808"/>
                  </a:cubicBezTo>
                  <a:cubicBezTo>
                    <a:pt x="11193" y="1489"/>
                    <a:pt x="8399" y="1"/>
                    <a:pt x="56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32"/>
            <p:cNvSpPr/>
            <p:nvPr/>
          </p:nvSpPr>
          <p:spPr>
            <a:xfrm>
              <a:off x="6455050" y="3016101"/>
              <a:ext cx="116582" cy="32832"/>
            </a:xfrm>
            <a:custGeom>
              <a:rect b="b" l="l" r="r" t="t"/>
              <a:pathLst>
                <a:path extrusionOk="0" h="1857" w="6594">
                  <a:moveTo>
                    <a:pt x="6594" y="1"/>
                  </a:moveTo>
                  <a:lnTo>
                    <a:pt x="0" y="1857"/>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32"/>
            <p:cNvSpPr/>
            <p:nvPr/>
          </p:nvSpPr>
          <p:spPr>
            <a:xfrm>
              <a:off x="6453600" y="3011133"/>
              <a:ext cx="119411" cy="42839"/>
            </a:xfrm>
            <a:custGeom>
              <a:rect b="b" l="l" r="r" t="t"/>
              <a:pathLst>
                <a:path extrusionOk="0" h="2423" w="6754">
                  <a:moveTo>
                    <a:pt x="6594" y="1"/>
                  </a:moveTo>
                  <a:lnTo>
                    <a:pt x="1" y="1853"/>
                  </a:lnTo>
                  <a:lnTo>
                    <a:pt x="160" y="2422"/>
                  </a:lnTo>
                  <a:lnTo>
                    <a:pt x="6754" y="570"/>
                  </a:lnTo>
                  <a:lnTo>
                    <a:pt x="659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32"/>
            <p:cNvSpPr/>
            <p:nvPr/>
          </p:nvSpPr>
          <p:spPr>
            <a:xfrm>
              <a:off x="6661853" y="2788542"/>
              <a:ext cx="718232" cy="202188"/>
            </a:xfrm>
            <a:custGeom>
              <a:rect b="b" l="l" r="r" t="t"/>
              <a:pathLst>
                <a:path extrusionOk="0" h="11436" w="40624">
                  <a:moveTo>
                    <a:pt x="40623" y="1"/>
                  </a:moveTo>
                  <a:lnTo>
                    <a:pt x="1" y="11435"/>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32"/>
            <p:cNvSpPr/>
            <p:nvPr/>
          </p:nvSpPr>
          <p:spPr>
            <a:xfrm>
              <a:off x="6656407" y="2780869"/>
              <a:ext cx="719099" cy="211506"/>
            </a:xfrm>
            <a:custGeom>
              <a:rect b="b" l="l" r="r" t="t"/>
              <a:pathLst>
                <a:path extrusionOk="0" h="11963" w="40673">
                  <a:moveTo>
                    <a:pt x="40513" y="0"/>
                  </a:moveTo>
                  <a:lnTo>
                    <a:pt x="0" y="11395"/>
                  </a:lnTo>
                  <a:lnTo>
                    <a:pt x="160" y="11962"/>
                  </a:lnTo>
                  <a:lnTo>
                    <a:pt x="40673" y="568"/>
                  </a:lnTo>
                  <a:lnTo>
                    <a:pt x="4051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32"/>
            <p:cNvSpPr/>
            <p:nvPr/>
          </p:nvSpPr>
          <p:spPr>
            <a:xfrm>
              <a:off x="6500169" y="3048579"/>
              <a:ext cx="289545" cy="81505"/>
            </a:xfrm>
            <a:custGeom>
              <a:rect b="b" l="l" r="r" t="t"/>
              <a:pathLst>
                <a:path extrusionOk="0" h="4610" w="16377">
                  <a:moveTo>
                    <a:pt x="16376" y="1"/>
                  </a:moveTo>
                  <a:lnTo>
                    <a:pt x="0" y="461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32"/>
            <p:cNvSpPr/>
            <p:nvPr/>
          </p:nvSpPr>
          <p:spPr>
            <a:xfrm>
              <a:off x="6498684" y="3043682"/>
              <a:ext cx="292427" cy="91423"/>
            </a:xfrm>
            <a:custGeom>
              <a:rect b="b" l="l" r="r" t="t"/>
              <a:pathLst>
                <a:path extrusionOk="0" h="5171" w="16540">
                  <a:moveTo>
                    <a:pt x="16380" y="1"/>
                  </a:moveTo>
                  <a:lnTo>
                    <a:pt x="0" y="4601"/>
                  </a:lnTo>
                  <a:lnTo>
                    <a:pt x="160" y="5170"/>
                  </a:lnTo>
                  <a:lnTo>
                    <a:pt x="16540" y="570"/>
                  </a:lnTo>
                  <a:lnTo>
                    <a:pt x="1638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32"/>
            <p:cNvSpPr/>
            <p:nvPr/>
          </p:nvSpPr>
          <p:spPr>
            <a:xfrm>
              <a:off x="6868656" y="2923688"/>
              <a:ext cx="364756" cy="102703"/>
            </a:xfrm>
            <a:custGeom>
              <a:rect b="b" l="l" r="r" t="t"/>
              <a:pathLst>
                <a:path extrusionOk="0" h="5809" w="20631">
                  <a:moveTo>
                    <a:pt x="20630" y="0"/>
                  </a:moveTo>
                  <a:lnTo>
                    <a:pt x="0" y="5808"/>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2"/>
            <p:cNvSpPr/>
            <p:nvPr/>
          </p:nvSpPr>
          <p:spPr>
            <a:xfrm>
              <a:off x="6867188" y="2918826"/>
              <a:ext cx="367620" cy="112551"/>
            </a:xfrm>
            <a:custGeom>
              <a:rect b="b" l="l" r="r" t="t"/>
              <a:pathLst>
                <a:path extrusionOk="0" h="6366" w="20793">
                  <a:moveTo>
                    <a:pt x="20633" y="1"/>
                  </a:moveTo>
                  <a:lnTo>
                    <a:pt x="0" y="5796"/>
                  </a:lnTo>
                  <a:lnTo>
                    <a:pt x="160" y="6365"/>
                  </a:lnTo>
                  <a:lnTo>
                    <a:pt x="20793" y="570"/>
                  </a:lnTo>
                  <a:lnTo>
                    <a:pt x="2063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32"/>
            <p:cNvSpPr/>
            <p:nvPr/>
          </p:nvSpPr>
          <p:spPr>
            <a:xfrm>
              <a:off x="7301091" y="2869729"/>
              <a:ext cx="124078" cy="34936"/>
            </a:xfrm>
            <a:custGeom>
              <a:rect b="b" l="l" r="r" t="t"/>
              <a:pathLst>
                <a:path extrusionOk="0" h="1976" w="7018">
                  <a:moveTo>
                    <a:pt x="7018" y="0"/>
                  </a:moveTo>
                  <a:lnTo>
                    <a:pt x="0" y="197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2"/>
            <p:cNvSpPr/>
            <p:nvPr/>
          </p:nvSpPr>
          <p:spPr>
            <a:xfrm>
              <a:off x="7299659" y="2864672"/>
              <a:ext cx="126942" cy="45031"/>
            </a:xfrm>
            <a:custGeom>
              <a:rect b="b" l="l" r="r" t="t"/>
              <a:pathLst>
                <a:path extrusionOk="0" h="2547" w="7180">
                  <a:moveTo>
                    <a:pt x="7020" y="1"/>
                  </a:moveTo>
                  <a:lnTo>
                    <a:pt x="0" y="1977"/>
                  </a:lnTo>
                  <a:lnTo>
                    <a:pt x="160" y="2546"/>
                  </a:lnTo>
                  <a:lnTo>
                    <a:pt x="7179" y="571"/>
                  </a:lnTo>
                  <a:lnTo>
                    <a:pt x="702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32"/>
            <p:cNvSpPr/>
            <p:nvPr/>
          </p:nvSpPr>
          <p:spPr>
            <a:xfrm>
              <a:off x="6545271" y="3052504"/>
              <a:ext cx="564045" cy="158766"/>
            </a:xfrm>
            <a:custGeom>
              <a:rect b="b" l="l" r="r" t="t"/>
              <a:pathLst>
                <a:path extrusionOk="0" h="8980" w="31903">
                  <a:moveTo>
                    <a:pt x="31902" y="0"/>
                  </a:moveTo>
                  <a:lnTo>
                    <a:pt x="0" y="898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32"/>
            <p:cNvSpPr/>
            <p:nvPr/>
          </p:nvSpPr>
          <p:spPr>
            <a:xfrm>
              <a:off x="6543768" y="3047678"/>
              <a:ext cx="566962" cy="168543"/>
            </a:xfrm>
            <a:custGeom>
              <a:rect b="b" l="l" r="r" t="t"/>
              <a:pathLst>
                <a:path extrusionOk="0" h="9533" w="32068">
                  <a:moveTo>
                    <a:pt x="31908" y="0"/>
                  </a:moveTo>
                  <a:lnTo>
                    <a:pt x="1" y="8963"/>
                  </a:lnTo>
                  <a:lnTo>
                    <a:pt x="161" y="9532"/>
                  </a:lnTo>
                  <a:lnTo>
                    <a:pt x="32068" y="569"/>
                  </a:lnTo>
                  <a:lnTo>
                    <a:pt x="31908"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32"/>
            <p:cNvSpPr/>
            <p:nvPr/>
          </p:nvSpPr>
          <p:spPr>
            <a:xfrm>
              <a:off x="7233394" y="2950880"/>
              <a:ext cx="236894" cy="66707"/>
            </a:xfrm>
            <a:custGeom>
              <a:rect b="b" l="l" r="r" t="t"/>
              <a:pathLst>
                <a:path extrusionOk="0" h="3773" w="13399">
                  <a:moveTo>
                    <a:pt x="13399" y="1"/>
                  </a:moveTo>
                  <a:lnTo>
                    <a:pt x="0" y="3773"/>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2"/>
            <p:cNvSpPr/>
            <p:nvPr/>
          </p:nvSpPr>
          <p:spPr>
            <a:xfrm>
              <a:off x="7231962" y="2945859"/>
              <a:ext cx="239758" cy="76767"/>
            </a:xfrm>
            <a:custGeom>
              <a:rect b="b" l="l" r="r" t="t"/>
              <a:pathLst>
                <a:path extrusionOk="0" h="4342" w="13561">
                  <a:moveTo>
                    <a:pt x="13399" y="0"/>
                  </a:moveTo>
                  <a:lnTo>
                    <a:pt x="1" y="3772"/>
                  </a:lnTo>
                  <a:lnTo>
                    <a:pt x="161" y="4341"/>
                  </a:lnTo>
                  <a:lnTo>
                    <a:pt x="13560" y="569"/>
                  </a:lnTo>
                  <a:lnTo>
                    <a:pt x="1339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32"/>
            <p:cNvSpPr/>
            <p:nvPr/>
          </p:nvSpPr>
          <p:spPr>
            <a:xfrm>
              <a:off x="7563639" y="2695634"/>
              <a:ext cx="249518" cy="184367"/>
            </a:xfrm>
            <a:custGeom>
              <a:rect b="b" l="l" r="r" t="t"/>
              <a:pathLst>
                <a:path extrusionOk="0" h="10428" w="14113">
                  <a:moveTo>
                    <a:pt x="6071" y="1"/>
                  </a:moveTo>
                  <a:cubicBezTo>
                    <a:pt x="5467" y="1"/>
                    <a:pt x="4868" y="78"/>
                    <a:pt x="4292" y="240"/>
                  </a:cubicBezTo>
                  <a:cubicBezTo>
                    <a:pt x="1238" y="1100"/>
                    <a:pt x="0" y="4023"/>
                    <a:pt x="1526" y="6770"/>
                  </a:cubicBezTo>
                  <a:cubicBezTo>
                    <a:pt x="2765" y="9000"/>
                    <a:pt x="5444" y="10427"/>
                    <a:pt x="8042" y="10427"/>
                  </a:cubicBezTo>
                  <a:cubicBezTo>
                    <a:pt x="8646" y="10427"/>
                    <a:pt x="9245" y="10350"/>
                    <a:pt x="9820" y="10189"/>
                  </a:cubicBezTo>
                  <a:cubicBezTo>
                    <a:pt x="12875" y="9329"/>
                    <a:pt x="14112" y="6405"/>
                    <a:pt x="12585" y="3658"/>
                  </a:cubicBezTo>
                  <a:cubicBezTo>
                    <a:pt x="11347" y="1429"/>
                    <a:pt x="8669" y="1"/>
                    <a:pt x="60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2"/>
            <p:cNvSpPr/>
            <p:nvPr/>
          </p:nvSpPr>
          <p:spPr>
            <a:xfrm>
              <a:off x="7570039" y="2690471"/>
              <a:ext cx="236700" cy="194728"/>
            </a:xfrm>
            <a:custGeom>
              <a:rect b="b" l="l" r="r" t="t"/>
              <a:pathLst>
                <a:path extrusionOk="0" h="11014" w="13388">
                  <a:moveTo>
                    <a:pt x="5686" y="588"/>
                  </a:moveTo>
                  <a:cubicBezTo>
                    <a:pt x="5695" y="588"/>
                    <a:pt x="5704" y="588"/>
                    <a:pt x="5713" y="589"/>
                  </a:cubicBezTo>
                  <a:cubicBezTo>
                    <a:pt x="8205" y="589"/>
                    <a:pt x="10779" y="1958"/>
                    <a:pt x="11964" y="4094"/>
                  </a:cubicBezTo>
                  <a:cubicBezTo>
                    <a:pt x="12654" y="5331"/>
                    <a:pt x="12771" y="6644"/>
                    <a:pt x="12295" y="7786"/>
                  </a:cubicBezTo>
                  <a:cubicBezTo>
                    <a:pt x="11812" y="8946"/>
                    <a:pt x="10777" y="9801"/>
                    <a:pt x="9378" y="10195"/>
                  </a:cubicBezTo>
                  <a:cubicBezTo>
                    <a:pt x="8827" y="10350"/>
                    <a:pt x="8253" y="10424"/>
                    <a:pt x="7675" y="10424"/>
                  </a:cubicBezTo>
                  <a:cubicBezTo>
                    <a:pt x="5184" y="10424"/>
                    <a:pt x="2609" y="9053"/>
                    <a:pt x="1423" y="6919"/>
                  </a:cubicBezTo>
                  <a:cubicBezTo>
                    <a:pt x="735" y="5680"/>
                    <a:pt x="618" y="4368"/>
                    <a:pt x="1094" y="3225"/>
                  </a:cubicBezTo>
                  <a:cubicBezTo>
                    <a:pt x="1576" y="2065"/>
                    <a:pt x="2612" y="1210"/>
                    <a:pt x="4011" y="816"/>
                  </a:cubicBezTo>
                  <a:cubicBezTo>
                    <a:pt x="4556" y="665"/>
                    <a:pt x="5119" y="588"/>
                    <a:pt x="5686" y="588"/>
                  </a:cubicBezTo>
                  <a:close/>
                  <a:moveTo>
                    <a:pt x="5695" y="0"/>
                  </a:moveTo>
                  <a:cubicBezTo>
                    <a:pt x="5068" y="0"/>
                    <a:pt x="4447" y="80"/>
                    <a:pt x="3850" y="249"/>
                  </a:cubicBezTo>
                  <a:cubicBezTo>
                    <a:pt x="2275" y="692"/>
                    <a:pt x="1101" y="1669"/>
                    <a:pt x="547" y="2998"/>
                  </a:cubicBezTo>
                  <a:cubicBezTo>
                    <a:pt x="1" y="4313"/>
                    <a:pt x="128" y="5806"/>
                    <a:pt x="906" y="7207"/>
                  </a:cubicBezTo>
                  <a:cubicBezTo>
                    <a:pt x="2194" y="9525"/>
                    <a:pt x="4989" y="11013"/>
                    <a:pt x="7692" y="11013"/>
                  </a:cubicBezTo>
                  <a:cubicBezTo>
                    <a:pt x="7701" y="11013"/>
                    <a:pt x="7710" y="11013"/>
                    <a:pt x="7719" y="11013"/>
                  </a:cubicBezTo>
                  <a:cubicBezTo>
                    <a:pt x="8335" y="11013"/>
                    <a:pt x="8946" y="10929"/>
                    <a:pt x="9538" y="10765"/>
                  </a:cubicBezTo>
                  <a:cubicBezTo>
                    <a:pt x="11114" y="10322"/>
                    <a:pt x="12286" y="9345"/>
                    <a:pt x="12840" y="8015"/>
                  </a:cubicBezTo>
                  <a:cubicBezTo>
                    <a:pt x="13388" y="6702"/>
                    <a:pt x="13259" y="5208"/>
                    <a:pt x="12483" y="3807"/>
                  </a:cubicBezTo>
                  <a:cubicBezTo>
                    <a:pt x="11194" y="1489"/>
                    <a:pt x="8398" y="0"/>
                    <a:pt x="56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32"/>
            <p:cNvSpPr/>
            <p:nvPr/>
          </p:nvSpPr>
          <p:spPr>
            <a:xfrm>
              <a:off x="7464596" y="3150434"/>
              <a:ext cx="116564" cy="32832"/>
            </a:xfrm>
            <a:custGeom>
              <a:rect b="b" l="l" r="r" t="t"/>
              <a:pathLst>
                <a:path extrusionOk="0" h="1857" w="6593">
                  <a:moveTo>
                    <a:pt x="1" y="1857"/>
                  </a:moveTo>
                  <a:lnTo>
                    <a:pt x="6593"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2"/>
            <p:cNvSpPr/>
            <p:nvPr/>
          </p:nvSpPr>
          <p:spPr>
            <a:xfrm>
              <a:off x="7463270" y="3145183"/>
              <a:ext cx="119393" cy="42962"/>
            </a:xfrm>
            <a:custGeom>
              <a:rect b="b" l="l" r="r" t="t"/>
              <a:pathLst>
                <a:path extrusionOk="0" h="2430" w="6753">
                  <a:moveTo>
                    <a:pt x="6592" y="1"/>
                  </a:moveTo>
                  <a:lnTo>
                    <a:pt x="0" y="1860"/>
                  </a:lnTo>
                  <a:lnTo>
                    <a:pt x="160" y="2429"/>
                  </a:lnTo>
                  <a:lnTo>
                    <a:pt x="6752" y="570"/>
                  </a:lnTo>
                  <a:lnTo>
                    <a:pt x="659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2"/>
            <p:cNvSpPr/>
            <p:nvPr/>
          </p:nvSpPr>
          <p:spPr>
            <a:xfrm>
              <a:off x="6656160" y="3208654"/>
              <a:ext cx="718197" cy="202171"/>
            </a:xfrm>
            <a:custGeom>
              <a:rect b="b" l="l" r="r" t="t"/>
              <a:pathLst>
                <a:path extrusionOk="0" h="11435" w="40622">
                  <a:moveTo>
                    <a:pt x="1" y="11435"/>
                  </a:moveTo>
                  <a:lnTo>
                    <a:pt x="40621"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32"/>
            <p:cNvSpPr/>
            <p:nvPr/>
          </p:nvSpPr>
          <p:spPr>
            <a:xfrm>
              <a:off x="6654639" y="3203881"/>
              <a:ext cx="721150" cy="211842"/>
            </a:xfrm>
            <a:custGeom>
              <a:rect b="b" l="l" r="r" t="t"/>
              <a:pathLst>
                <a:path extrusionOk="0" h="11982" w="40789">
                  <a:moveTo>
                    <a:pt x="40628" y="1"/>
                  </a:moveTo>
                  <a:lnTo>
                    <a:pt x="1" y="11413"/>
                  </a:lnTo>
                  <a:lnTo>
                    <a:pt x="161" y="11982"/>
                  </a:lnTo>
                  <a:lnTo>
                    <a:pt x="40788" y="570"/>
                  </a:lnTo>
                  <a:lnTo>
                    <a:pt x="4062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2"/>
            <p:cNvSpPr/>
            <p:nvPr/>
          </p:nvSpPr>
          <p:spPr>
            <a:xfrm>
              <a:off x="7336716" y="3231620"/>
              <a:ext cx="289581" cy="81505"/>
            </a:xfrm>
            <a:custGeom>
              <a:rect b="b" l="l" r="r" t="t"/>
              <a:pathLst>
                <a:path extrusionOk="0" h="4610" w="16379">
                  <a:moveTo>
                    <a:pt x="1" y="4610"/>
                  </a:moveTo>
                  <a:lnTo>
                    <a:pt x="16378"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2"/>
            <p:cNvSpPr/>
            <p:nvPr/>
          </p:nvSpPr>
          <p:spPr>
            <a:xfrm>
              <a:off x="7335319" y="3226599"/>
              <a:ext cx="292392" cy="91565"/>
            </a:xfrm>
            <a:custGeom>
              <a:rect b="b" l="l" r="r" t="t"/>
              <a:pathLst>
                <a:path extrusionOk="0" h="5179" w="16538">
                  <a:moveTo>
                    <a:pt x="16376" y="0"/>
                  </a:moveTo>
                  <a:lnTo>
                    <a:pt x="0" y="4609"/>
                  </a:lnTo>
                  <a:lnTo>
                    <a:pt x="160" y="5178"/>
                  </a:lnTo>
                  <a:lnTo>
                    <a:pt x="16538" y="569"/>
                  </a:lnTo>
                  <a:lnTo>
                    <a:pt x="1637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2"/>
            <p:cNvSpPr/>
            <p:nvPr/>
          </p:nvSpPr>
          <p:spPr>
            <a:xfrm>
              <a:off x="6893019" y="3335331"/>
              <a:ext cx="364774" cy="102703"/>
            </a:xfrm>
            <a:custGeom>
              <a:rect b="b" l="l" r="r" t="t"/>
              <a:pathLst>
                <a:path extrusionOk="0" h="5809" w="20632">
                  <a:moveTo>
                    <a:pt x="1" y="5808"/>
                  </a:moveTo>
                  <a:lnTo>
                    <a:pt x="20631"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2"/>
            <p:cNvSpPr/>
            <p:nvPr/>
          </p:nvSpPr>
          <p:spPr>
            <a:xfrm>
              <a:off x="6891534" y="3330452"/>
              <a:ext cx="367656" cy="112569"/>
            </a:xfrm>
            <a:custGeom>
              <a:rect b="b" l="l" r="r" t="t"/>
              <a:pathLst>
                <a:path extrusionOk="0" h="6367" w="20795">
                  <a:moveTo>
                    <a:pt x="20634" y="1"/>
                  </a:moveTo>
                  <a:lnTo>
                    <a:pt x="0" y="5797"/>
                  </a:lnTo>
                  <a:lnTo>
                    <a:pt x="160" y="6366"/>
                  </a:lnTo>
                  <a:lnTo>
                    <a:pt x="20794" y="571"/>
                  </a:lnTo>
                  <a:lnTo>
                    <a:pt x="206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32"/>
            <p:cNvSpPr/>
            <p:nvPr/>
          </p:nvSpPr>
          <p:spPr>
            <a:xfrm>
              <a:off x="6701262" y="3457040"/>
              <a:ext cx="124114" cy="34953"/>
            </a:xfrm>
            <a:custGeom>
              <a:rect b="b" l="l" r="r" t="t"/>
              <a:pathLst>
                <a:path extrusionOk="0" h="1977" w="7020">
                  <a:moveTo>
                    <a:pt x="0" y="1976"/>
                  </a:moveTo>
                  <a:lnTo>
                    <a:pt x="7019"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32"/>
            <p:cNvSpPr/>
            <p:nvPr/>
          </p:nvSpPr>
          <p:spPr>
            <a:xfrm>
              <a:off x="6699794" y="3452108"/>
              <a:ext cx="126942" cy="44960"/>
            </a:xfrm>
            <a:custGeom>
              <a:rect b="b" l="l" r="r" t="t"/>
              <a:pathLst>
                <a:path extrusionOk="0" h="2543" w="7180">
                  <a:moveTo>
                    <a:pt x="7019" y="0"/>
                  </a:moveTo>
                  <a:lnTo>
                    <a:pt x="0" y="1973"/>
                  </a:lnTo>
                  <a:lnTo>
                    <a:pt x="160" y="2542"/>
                  </a:lnTo>
                  <a:lnTo>
                    <a:pt x="7179" y="571"/>
                  </a:lnTo>
                  <a:lnTo>
                    <a:pt x="701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2"/>
            <p:cNvSpPr/>
            <p:nvPr/>
          </p:nvSpPr>
          <p:spPr>
            <a:xfrm>
              <a:off x="7107336" y="3312772"/>
              <a:ext cx="564045" cy="158802"/>
            </a:xfrm>
            <a:custGeom>
              <a:rect b="b" l="l" r="r" t="t"/>
              <a:pathLst>
                <a:path extrusionOk="0" h="8982" w="31903">
                  <a:moveTo>
                    <a:pt x="1" y="8982"/>
                  </a:moveTo>
                  <a:lnTo>
                    <a:pt x="31903"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32"/>
            <p:cNvSpPr/>
            <p:nvPr/>
          </p:nvSpPr>
          <p:spPr>
            <a:xfrm>
              <a:off x="7105939" y="3307768"/>
              <a:ext cx="566874" cy="168844"/>
            </a:xfrm>
            <a:custGeom>
              <a:rect b="b" l="l" r="r" t="t"/>
              <a:pathLst>
                <a:path extrusionOk="0" h="9550" w="32063">
                  <a:moveTo>
                    <a:pt x="31901" y="1"/>
                  </a:moveTo>
                  <a:lnTo>
                    <a:pt x="0" y="8980"/>
                  </a:lnTo>
                  <a:lnTo>
                    <a:pt x="160" y="9549"/>
                  </a:lnTo>
                  <a:lnTo>
                    <a:pt x="32062" y="570"/>
                  </a:lnTo>
                  <a:lnTo>
                    <a:pt x="3190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32"/>
            <p:cNvSpPr/>
            <p:nvPr/>
          </p:nvSpPr>
          <p:spPr>
            <a:xfrm>
              <a:off x="6746363" y="3506474"/>
              <a:ext cx="236894" cy="66689"/>
            </a:xfrm>
            <a:custGeom>
              <a:rect b="b" l="l" r="r" t="t"/>
              <a:pathLst>
                <a:path extrusionOk="0" h="3772" w="13399">
                  <a:moveTo>
                    <a:pt x="0" y="3772"/>
                  </a:moveTo>
                  <a:lnTo>
                    <a:pt x="13399"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32"/>
            <p:cNvSpPr/>
            <p:nvPr/>
          </p:nvSpPr>
          <p:spPr>
            <a:xfrm>
              <a:off x="6744896" y="3501559"/>
              <a:ext cx="239758" cy="76643"/>
            </a:xfrm>
            <a:custGeom>
              <a:rect b="b" l="l" r="r" t="t"/>
              <a:pathLst>
                <a:path extrusionOk="0" h="4335" w="13561">
                  <a:moveTo>
                    <a:pt x="13401" y="1"/>
                  </a:moveTo>
                  <a:lnTo>
                    <a:pt x="0" y="3765"/>
                  </a:lnTo>
                  <a:lnTo>
                    <a:pt x="160" y="4334"/>
                  </a:lnTo>
                  <a:lnTo>
                    <a:pt x="13561" y="570"/>
                  </a:lnTo>
                  <a:lnTo>
                    <a:pt x="13401"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32"/>
            <p:cNvSpPr/>
            <p:nvPr/>
          </p:nvSpPr>
          <p:spPr>
            <a:xfrm>
              <a:off x="7776453" y="3057490"/>
              <a:ext cx="225968" cy="184296"/>
            </a:xfrm>
            <a:custGeom>
              <a:rect b="b" l="l" r="r" t="t"/>
              <a:pathLst>
                <a:path extrusionOk="0" h="10424" w="12781">
                  <a:moveTo>
                    <a:pt x="5404" y="0"/>
                  </a:moveTo>
                  <a:cubicBezTo>
                    <a:pt x="4749" y="0"/>
                    <a:pt x="4111" y="90"/>
                    <a:pt x="3513" y="271"/>
                  </a:cubicBezTo>
                  <a:cubicBezTo>
                    <a:pt x="2062" y="712"/>
                    <a:pt x="973" y="1653"/>
                    <a:pt x="487" y="2891"/>
                  </a:cubicBezTo>
                  <a:cubicBezTo>
                    <a:pt x="1" y="4129"/>
                    <a:pt x="155" y="5560"/>
                    <a:pt x="918" y="6871"/>
                  </a:cubicBezTo>
                  <a:cubicBezTo>
                    <a:pt x="1681" y="8181"/>
                    <a:pt x="2990" y="9263"/>
                    <a:pt x="4556" y="9879"/>
                  </a:cubicBezTo>
                  <a:cubicBezTo>
                    <a:pt x="5477" y="10241"/>
                    <a:pt x="6443" y="10424"/>
                    <a:pt x="7377" y="10424"/>
                  </a:cubicBezTo>
                  <a:cubicBezTo>
                    <a:pt x="8031" y="10424"/>
                    <a:pt x="8670" y="10334"/>
                    <a:pt x="9268" y="10153"/>
                  </a:cubicBezTo>
                  <a:cubicBezTo>
                    <a:pt x="10719" y="9712"/>
                    <a:pt x="11808" y="8771"/>
                    <a:pt x="12294" y="7533"/>
                  </a:cubicBezTo>
                  <a:cubicBezTo>
                    <a:pt x="12781" y="6295"/>
                    <a:pt x="12625" y="4864"/>
                    <a:pt x="11862" y="3553"/>
                  </a:cubicBezTo>
                  <a:cubicBezTo>
                    <a:pt x="11099" y="2243"/>
                    <a:pt x="9791" y="1161"/>
                    <a:pt x="8225" y="545"/>
                  </a:cubicBezTo>
                  <a:cubicBezTo>
                    <a:pt x="7303" y="183"/>
                    <a:pt x="6338" y="0"/>
                    <a:pt x="540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32"/>
            <p:cNvSpPr/>
            <p:nvPr/>
          </p:nvSpPr>
          <p:spPr>
            <a:xfrm>
              <a:off x="7771131" y="3052363"/>
              <a:ext cx="236700" cy="194728"/>
            </a:xfrm>
            <a:custGeom>
              <a:rect b="b" l="l" r="r" t="t"/>
              <a:pathLst>
                <a:path extrusionOk="0" h="11014" w="13388">
                  <a:moveTo>
                    <a:pt x="5685" y="589"/>
                  </a:moveTo>
                  <a:cubicBezTo>
                    <a:pt x="5695" y="589"/>
                    <a:pt x="5704" y="589"/>
                    <a:pt x="5713" y="589"/>
                  </a:cubicBezTo>
                  <a:cubicBezTo>
                    <a:pt x="8204" y="589"/>
                    <a:pt x="10780" y="1958"/>
                    <a:pt x="11966" y="4093"/>
                  </a:cubicBezTo>
                  <a:cubicBezTo>
                    <a:pt x="12655" y="5331"/>
                    <a:pt x="12772" y="6643"/>
                    <a:pt x="12295" y="7786"/>
                  </a:cubicBezTo>
                  <a:cubicBezTo>
                    <a:pt x="11813" y="8946"/>
                    <a:pt x="10777" y="9802"/>
                    <a:pt x="9378" y="10195"/>
                  </a:cubicBezTo>
                  <a:cubicBezTo>
                    <a:pt x="8827" y="10350"/>
                    <a:pt x="8254" y="10424"/>
                    <a:pt x="7676" y="10424"/>
                  </a:cubicBezTo>
                  <a:cubicBezTo>
                    <a:pt x="5184" y="10424"/>
                    <a:pt x="2609" y="9053"/>
                    <a:pt x="1423" y="6919"/>
                  </a:cubicBezTo>
                  <a:cubicBezTo>
                    <a:pt x="735" y="5680"/>
                    <a:pt x="618" y="4368"/>
                    <a:pt x="1094" y="3225"/>
                  </a:cubicBezTo>
                  <a:cubicBezTo>
                    <a:pt x="1577" y="2067"/>
                    <a:pt x="2613" y="1211"/>
                    <a:pt x="4011" y="818"/>
                  </a:cubicBezTo>
                  <a:cubicBezTo>
                    <a:pt x="4557" y="665"/>
                    <a:pt x="5119" y="589"/>
                    <a:pt x="5685" y="589"/>
                  </a:cubicBezTo>
                  <a:close/>
                  <a:moveTo>
                    <a:pt x="5697" y="0"/>
                  </a:moveTo>
                  <a:cubicBezTo>
                    <a:pt x="5070" y="0"/>
                    <a:pt x="4448" y="80"/>
                    <a:pt x="3851" y="249"/>
                  </a:cubicBezTo>
                  <a:cubicBezTo>
                    <a:pt x="2275" y="692"/>
                    <a:pt x="1102" y="1669"/>
                    <a:pt x="548" y="2998"/>
                  </a:cubicBezTo>
                  <a:cubicBezTo>
                    <a:pt x="1" y="4312"/>
                    <a:pt x="128" y="5806"/>
                    <a:pt x="906" y="7206"/>
                  </a:cubicBezTo>
                  <a:cubicBezTo>
                    <a:pt x="2195" y="9525"/>
                    <a:pt x="4989" y="11013"/>
                    <a:pt x="7693" y="11013"/>
                  </a:cubicBezTo>
                  <a:cubicBezTo>
                    <a:pt x="7698" y="11013"/>
                    <a:pt x="7703" y="11013"/>
                    <a:pt x="7707" y="11013"/>
                  </a:cubicBezTo>
                  <a:cubicBezTo>
                    <a:pt x="8326" y="11013"/>
                    <a:pt x="8942" y="10930"/>
                    <a:pt x="9539" y="10765"/>
                  </a:cubicBezTo>
                  <a:cubicBezTo>
                    <a:pt x="11114" y="10321"/>
                    <a:pt x="12287" y="9344"/>
                    <a:pt x="12841" y="8014"/>
                  </a:cubicBezTo>
                  <a:cubicBezTo>
                    <a:pt x="13388" y="6701"/>
                    <a:pt x="13261" y="5207"/>
                    <a:pt x="12483" y="3807"/>
                  </a:cubicBezTo>
                  <a:cubicBezTo>
                    <a:pt x="11194" y="1489"/>
                    <a:pt x="8400" y="0"/>
                    <a:pt x="56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32"/>
            <p:cNvSpPr/>
            <p:nvPr/>
          </p:nvSpPr>
          <p:spPr>
            <a:xfrm>
              <a:off x="6857252" y="3739903"/>
              <a:ext cx="116582" cy="32814"/>
            </a:xfrm>
            <a:custGeom>
              <a:rect b="b" l="l" r="r" t="t"/>
              <a:pathLst>
                <a:path extrusionOk="0" h="1856" w="6594">
                  <a:moveTo>
                    <a:pt x="6594" y="0"/>
                  </a:moveTo>
                  <a:lnTo>
                    <a:pt x="1" y="185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32"/>
            <p:cNvSpPr/>
            <p:nvPr/>
          </p:nvSpPr>
          <p:spPr>
            <a:xfrm>
              <a:off x="6855785" y="3734952"/>
              <a:ext cx="119411" cy="42821"/>
            </a:xfrm>
            <a:custGeom>
              <a:rect b="b" l="l" r="r" t="t"/>
              <a:pathLst>
                <a:path extrusionOk="0" h="2422" w="6754">
                  <a:moveTo>
                    <a:pt x="6594" y="1"/>
                  </a:moveTo>
                  <a:lnTo>
                    <a:pt x="0" y="1853"/>
                  </a:lnTo>
                  <a:lnTo>
                    <a:pt x="160" y="2422"/>
                  </a:lnTo>
                  <a:lnTo>
                    <a:pt x="6754" y="570"/>
                  </a:lnTo>
                  <a:lnTo>
                    <a:pt x="659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2"/>
            <p:cNvSpPr/>
            <p:nvPr/>
          </p:nvSpPr>
          <p:spPr>
            <a:xfrm>
              <a:off x="7064073" y="3512344"/>
              <a:ext cx="718215" cy="202171"/>
            </a:xfrm>
            <a:custGeom>
              <a:rect b="b" l="l" r="r" t="t"/>
              <a:pathLst>
                <a:path extrusionOk="0" h="11435" w="40623">
                  <a:moveTo>
                    <a:pt x="40622" y="0"/>
                  </a:moveTo>
                  <a:lnTo>
                    <a:pt x="0" y="11435"/>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32"/>
            <p:cNvSpPr/>
            <p:nvPr/>
          </p:nvSpPr>
          <p:spPr>
            <a:xfrm>
              <a:off x="7062659" y="3507305"/>
              <a:ext cx="721043" cy="212248"/>
            </a:xfrm>
            <a:custGeom>
              <a:rect b="b" l="l" r="r" t="t"/>
              <a:pathLst>
                <a:path extrusionOk="0" h="12005" w="40783">
                  <a:moveTo>
                    <a:pt x="40622" y="1"/>
                  </a:moveTo>
                  <a:lnTo>
                    <a:pt x="1" y="11435"/>
                  </a:lnTo>
                  <a:lnTo>
                    <a:pt x="161" y="12004"/>
                  </a:lnTo>
                  <a:lnTo>
                    <a:pt x="40783" y="570"/>
                  </a:lnTo>
                  <a:lnTo>
                    <a:pt x="4062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2"/>
            <p:cNvSpPr/>
            <p:nvPr/>
          </p:nvSpPr>
          <p:spPr>
            <a:xfrm>
              <a:off x="6902354" y="3772399"/>
              <a:ext cx="289563" cy="81505"/>
            </a:xfrm>
            <a:custGeom>
              <a:rect b="b" l="l" r="r" t="t"/>
              <a:pathLst>
                <a:path extrusionOk="0" h="4610" w="16378">
                  <a:moveTo>
                    <a:pt x="16378" y="0"/>
                  </a:moveTo>
                  <a:lnTo>
                    <a:pt x="0" y="4609"/>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32"/>
            <p:cNvSpPr/>
            <p:nvPr/>
          </p:nvSpPr>
          <p:spPr>
            <a:xfrm>
              <a:off x="6900851" y="3767501"/>
              <a:ext cx="292445" cy="91441"/>
            </a:xfrm>
            <a:custGeom>
              <a:rect b="b" l="l" r="r" t="t"/>
              <a:pathLst>
                <a:path extrusionOk="0" h="5172" w="16541">
                  <a:moveTo>
                    <a:pt x="16381" y="0"/>
                  </a:moveTo>
                  <a:lnTo>
                    <a:pt x="1" y="4601"/>
                  </a:lnTo>
                  <a:lnTo>
                    <a:pt x="161" y="5171"/>
                  </a:lnTo>
                  <a:lnTo>
                    <a:pt x="16541" y="569"/>
                  </a:lnTo>
                  <a:lnTo>
                    <a:pt x="1638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32"/>
            <p:cNvSpPr/>
            <p:nvPr/>
          </p:nvSpPr>
          <p:spPr>
            <a:xfrm>
              <a:off x="7270858" y="3647489"/>
              <a:ext cx="364756" cy="102685"/>
            </a:xfrm>
            <a:custGeom>
              <a:rect b="b" l="l" r="r" t="t"/>
              <a:pathLst>
                <a:path extrusionOk="0" h="5808" w="20631">
                  <a:moveTo>
                    <a:pt x="20631" y="1"/>
                  </a:moveTo>
                  <a:lnTo>
                    <a:pt x="0" y="5807"/>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32"/>
            <p:cNvSpPr/>
            <p:nvPr/>
          </p:nvSpPr>
          <p:spPr>
            <a:xfrm>
              <a:off x="7269461" y="3642468"/>
              <a:ext cx="367585" cy="112728"/>
            </a:xfrm>
            <a:custGeom>
              <a:rect b="b" l="l" r="r" t="t"/>
              <a:pathLst>
                <a:path extrusionOk="0" h="6376" w="20791">
                  <a:moveTo>
                    <a:pt x="20629" y="0"/>
                  </a:moveTo>
                  <a:lnTo>
                    <a:pt x="0" y="5807"/>
                  </a:lnTo>
                  <a:lnTo>
                    <a:pt x="160" y="6376"/>
                  </a:lnTo>
                  <a:lnTo>
                    <a:pt x="20790" y="569"/>
                  </a:lnTo>
                  <a:lnTo>
                    <a:pt x="2062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2"/>
            <p:cNvSpPr/>
            <p:nvPr/>
          </p:nvSpPr>
          <p:spPr>
            <a:xfrm>
              <a:off x="7703293" y="3593512"/>
              <a:ext cx="124078" cy="34953"/>
            </a:xfrm>
            <a:custGeom>
              <a:rect b="b" l="l" r="r" t="t"/>
              <a:pathLst>
                <a:path extrusionOk="0" h="1977" w="7018">
                  <a:moveTo>
                    <a:pt x="7018" y="1"/>
                  </a:moveTo>
                  <a:lnTo>
                    <a:pt x="0" y="1976"/>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32"/>
            <p:cNvSpPr/>
            <p:nvPr/>
          </p:nvSpPr>
          <p:spPr>
            <a:xfrm>
              <a:off x="7701967" y="3588244"/>
              <a:ext cx="126925" cy="45066"/>
            </a:xfrm>
            <a:custGeom>
              <a:rect b="b" l="l" r="r" t="t"/>
              <a:pathLst>
                <a:path extrusionOk="0" h="2549" w="7179">
                  <a:moveTo>
                    <a:pt x="7019" y="0"/>
                  </a:moveTo>
                  <a:lnTo>
                    <a:pt x="1" y="1980"/>
                  </a:lnTo>
                  <a:lnTo>
                    <a:pt x="162" y="2549"/>
                  </a:lnTo>
                  <a:lnTo>
                    <a:pt x="7179" y="569"/>
                  </a:lnTo>
                  <a:lnTo>
                    <a:pt x="701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2"/>
            <p:cNvSpPr/>
            <p:nvPr/>
          </p:nvSpPr>
          <p:spPr>
            <a:xfrm>
              <a:off x="6947473" y="3776288"/>
              <a:ext cx="564045" cy="158766"/>
            </a:xfrm>
            <a:custGeom>
              <a:rect b="b" l="l" r="r" t="t"/>
              <a:pathLst>
                <a:path extrusionOk="0" h="8980" w="31903">
                  <a:moveTo>
                    <a:pt x="31903" y="1"/>
                  </a:moveTo>
                  <a:lnTo>
                    <a:pt x="0" y="898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32"/>
            <p:cNvSpPr/>
            <p:nvPr/>
          </p:nvSpPr>
          <p:spPr>
            <a:xfrm>
              <a:off x="6946041" y="3771267"/>
              <a:ext cx="566874" cy="168826"/>
            </a:xfrm>
            <a:custGeom>
              <a:rect b="b" l="l" r="r" t="t"/>
              <a:pathLst>
                <a:path extrusionOk="0" h="9549" w="32063">
                  <a:moveTo>
                    <a:pt x="31903" y="0"/>
                  </a:moveTo>
                  <a:lnTo>
                    <a:pt x="1" y="8979"/>
                  </a:lnTo>
                  <a:lnTo>
                    <a:pt x="161" y="9548"/>
                  </a:lnTo>
                  <a:lnTo>
                    <a:pt x="32063" y="569"/>
                  </a:lnTo>
                  <a:lnTo>
                    <a:pt x="3190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2"/>
            <p:cNvSpPr/>
            <p:nvPr/>
          </p:nvSpPr>
          <p:spPr>
            <a:xfrm>
              <a:off x="7635579" y="3674699"/>
              <a:ext cx="236930" cy="66689"/>
            </a:xfrm>
            <a:custGeom>
              <a:rect b="b" l="l" r="r" t="t"/>
              <a:pathLst>
                <a:path extrusionOk="0" h="3772" w="13401">
                  <a:moveTo>
                    <a:pt x="13400" y="0"/>
                  </a:moveTo>
                  <a:lnTo>
                    <a:pt x="0" y="377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32"/>
            <p:cNvSpPr/>
            <p:nvPr/>
          </p:nvSpPr>
          <p:spPr>
            <a:xfrm>
              <a:off x="7634288" y="3669377"/>
              <a:ext cx="239723" cy="76873"/>
            </a:xfrm>
            <a:custGeom>
              <a:rect b="b" l="l" r="r" t="t"/>
              <a:pathLst>
                <a:path extrusionOk="0" h="4348" w="13559">
                  <a:moveTo>
                    <a:pt x="13397" y="0"/>
                  </a:moveTo>
                  <a:lnTo>
                    <a:pt x="0" y="3779"/>
                  </a:lnTo>
                  <a:lnTo>
                    <a:pt x="161" y="4348"/>
                  </a:lnTo>
                  <a:lnTo>
                    <a:pt x="13559" y="570"/>
                  </a:lnTo>
                  <a:lnTo>
                    <a:pt x="13397"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2"/>
            <p:cNvSpPr/>
            <p:nvPr/>
          </p:nvSpPr>
          <p:spPr>
            <a:xfrm>
              <a:off x="7965841" y="3419453"/>
              <a:ext cx="249518" cy="184349"/>
            </a:xfrm>
            <a:custGeom>
              <a:rect b="b" l="l" r="r" t="t"/>
              <a:pathLst>
                <a:path extrusionOk="0" h="10427" w="14113">
                  <a:moveTo>
                    <a:pt x="6072" y="0"/>
                  </a:moveTo>
                  <a:cubicBezTo>
                    <a:pt x="5468" y="0"/>
                    <a:pt x="4869" y="77"/>
                    <a:pt x="4292" y="239"/>
                  </a:cubicBezTo>
                  <a:cubicBezTo>
                    <a:pt x="1238" y="1098"/>
                    <a:pt x="0" y="4023"/>
                    <a:pt x="1526" y="6770"/>
                  </a:cubicBezTo>
                  <a:cubicBezTo>
                    <a:pt x="2764" y="8998"/>
                    <a:pt x="5443" y="10426"/>
                    <a:pt x="8041" y="10426"/>
                  </a:cubicBezTo>
                  <a:cubicBezTo>
                    <a:pt x="8644" y="10426"/>
                    <a:pt x="9244" y="10349"/>
                    <a:pt x="9819" y="10187"/>
                  </a:cubicBezTo>
                  <a:cubicBezTo>
                    <a:pt x="12874" y="9327"/>
                    <a:pt x="14113" y="6404"/>
                    <a:pt x="12585" y="3656"/>
                  </a:cubicBezTo>
                  <a:cubicBezTo>
                    <a:pt x="11347" y="1427"/>
                    <a:pt x="8670" y="0"/>
                    <a:pt x="607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2"/>
            <p:cNvSpPr/>
            <p:nvPr/>
          </p:nvSpPr>
          <p:spPr>
            <a:xfrm>
              <a:off x="7972224" y="3414255"/>
              <a:ext cx="236735" cy="194728"/>
            </a:xfrm>
            <a:custGeom>
              <a:rect b="b" l="l" r="r" t="t"/>
              <a:pathLst>
                <a:path extrusionOk="0" h="11014" w="13390">
                  <a:moveTo>
                    <a:pt x="5685" y="589"/>
                  </a:moveTo>
                  <a:cubicBezTo>
                    <a:pt x="5695" y="589"/>
                    <a:pt x="5704" y="589"/>
                    <a:pt x="5713" y="589"/>
                  </a:cubicBezTo>
                  <a:cubicBezTo>
                    <a:pt x="8206" y="589"/>
                    <a:pt x="10780" y="1959"/>
                    <a:pt x="11966" y="4094"/>
                  </a:cubicBezTo>
                  <a:cubicBezTo>
                    <a:pt x="12656" y="5333"/>
                    <a:pt x="12773" y="6645"/>
                    <a:pt x="12297" y="7787"/>
                  </a:cubicBezTo>
                  <a:cubicBezTo>
                    <a:pt x="11814" y="8947"/>
                    <a:pt x="10778" y="9802"/>
                    <a:pt x="9380" y="10196"/>
                  </a:cubicBezTo>
                  <a:cubicBezTo>
                    <a:pt x="8829" y="10352"/>
                    <a:pt x="8255" y="10426"/>
                    <a:pt x="7677" y="10426"/>
                  </a:cubicBezTo>
                  <a:cubicBezTo>
                    <a:pt x="5185" y="10426"/>
                    <a:pt x="2610" y="9054"/>
                    <a:pt x="1425" y="6919"/>
                  </a:cubicBezTo>
                  <a:cubicBezTo>
                    <a:pt x="736" y="5680"/>
                    <a:pt x="619" y="4368"/>
                    <a:pt x="1095" y="3226"/>
                  </a:cubicBezTo>
                  <a:cubicBezTo>
                    <a:pt x="1577" y="2067"/>
                    <a:pt x="2613" y="1211"/>
                    <a:pt x="4012" y="818"/>
                  </a:cubicBezTo>
                  <a:cubicBezTo>
                    <a:pt x="4557" y="666"/>
                    <a:pt x="5121" y="589"/>
                    <a:pt x="5685" y="589"/>
                  </a:cubicBezTo>
                  <a:close/>
                  <a:moveTo>
                    <a:pt x="5697" y="0"/>
                  </a:moveTo>
                  <a:cubicBezTo>
                    <a:pt x="5070" y="0"/>
                    <a:pt x="4448" y="81"/>
                    <a:pt x="3851" y="249"/>
                  </a:cubicBezTo>
                  <a:cubicBezTo>
                    <a:pt x="2276" y="692"/>
                    <a:pt x="1102" y="1669"/>
                    <a:pt x="548" y="2999"/>
                  </a:cubicBezTo>
                  <a:cubicBezTo>
                    <a:pt x="1" y="4312"/>
                    <a:pt x="129" y="5806"/>
                    <a:pt x="906" y="7207"/>
                  </a:cubicBezTo>
                  <a:cubicBezTo>
                    <a:pt x="2195" y="9525"/>
                    <a:pt x="4989" y="11013"/>
                    <a:pt x="7693" y="11013"/>
                  </a:cubicBezTo>
                  <a:cubicBezTo>
                    <a:pt x="7698" y="11013"/>
                    <a:pt x="7703" y="11014"/>
                    <a:pt x="7707" y="11014"/>
                  </a:cubicBezTo>
                  <a:cubicBezTo>
                    <a:pt x="8326" y="11014"/>
                    <a:pt x="8943" y="10930"/>
                    <a:pt x="9539" y="10765"/>
                  </a:cubicBezTo>
                  <a:cubicBezTo>
                    <a:pt x="11114" y="10322"/>
                    <a:pt x="12287" y="9345"/>
                    <a:pt x="12841" y="8015"/>
                  </a:cubicBezTo>
                  <a:cubicBezTo>
                    <a:pt x="13389" y="6701"/>
                    <a:pt x="13261" y="5207"/>
                    <a:pt x="12483" y="3807"/>
                  </a:cubicBezTo>
                  <a:cubicBezTo>
                    <a:pt x="11194" y="1488"/>
                    <a:pt x="8399" y="0"/>
                    <a:pt x="56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2"/>
            <p:cNvSpPr/>
            <p:nvPr/>
          </p:nvSpPr>
          <p:spPr>
            <a:xfrm>
              <a:off x="7866780" y="3874235"/>
              <a:ext cx="116600" cy="32832"/>
            </a:xfrm>
            <a:custGeom>
              <a:rect b="b" l="l" r="r" t="t"/>
              <a:pathLst>
                <a:path extrusionOk="0" h="1857" w="6595">
                  <a:moveTo>
                    <a:pt x="1" y="1856"/>
                  </a:moveTo>
                  <a:lnTo>
                    <a:pt x="6594"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32"/>
            <p:cNvSpPr/>
            <p:nvPr/>
          </p:nvSpPr>
          <p:spPr>
            <a:xfrm>
              <a:off x="7865490" y="3868949"/>
              <a:ext cx="119428" cy="42962"/>
            </a:xfrm>
            <a:custGeom>
              <a:rect b="b" l="l" r="r" t="t"/>
              <a:pathLst>
                <a:path extrusionOk="0" h="2430" w="6755">
                  <a:moveTo>
                    <a:pt x="6593" y="1"/>
                  </a:moveTo>
                  <a:lnTo>
                    <a:pt x="1" y="1859"/>
                  </a:lnTo>
                  <a:lnTo>
                    <a:pt x="162" y="2429"/>
                  </a:lnTo>
                  <a:lnTo>
                    <a:pt x="6754" y="570"/>
                  </a:lnTo>
                  <a:lnTo>
                    <a:pt x="6593"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2"/>
            <p:cNvSpPr/>
            <p:nvPr/>
          </p:nvSpPr>
          <p:spPr>
            <a:xfrm>
              <a:off x="7058345" y="3932456"/>
              <a:ext cx="718215" cy="202153"/>
            </a:xfrm>
            <a:custGeom>
              <a:rect b="b" l="l" r="r" t="t"/>
              <a:pathLst>
                <a:path extrusionOk="0" h="11434" w="40623">
                  <a:moveTo>
                    <a:pt x="0" y="11434"/>
                  </a:moveTo>
                  <a:lnTo>
                    <a:pt x="40623"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32"/>
            <p:cNvSpPr/>
            <p:nvPr/>
          </p:nvSpPr>
          <p:spPr>
            <a:xfrm>
              <a:off x="7056948" y="3927435"/>
              <a:ext cx="721043" cy="212213"/>
            </a:xfrm>
            <a:custGeom>
              <a:rect b="b" l="l" r="r" t="t"/>
              <a:pathLst>
                <a:path extrusionOk="0" h="12003" w="40783">
                  <a:moveTo>
                    <a:pt x="40621" y="0"/>
                  </a:moveTo>
                  <a:lnTo>
                    <a:pt x="0" y="11433"/>
                  </a:lnTo>
                  <a:lnTo>
                    <a:pt x="160" y="12003"/>
                  </a:lnTo>
                  <a:lnTo>
                    <a:pt x="40782" y="569"/>
                  </a:lnTo>
                  <a:lnTo>
                    <a:pt x="4062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32"/>
            <p:cNvSpPr/>
            <p:nvPr/>
          </p:nvSpPr>
          <p:spPr>
            <a:xfrm>
              <a:off x="7738919" y="3955404"/>
              <a:ext cx="289581" cy="81522"/>
            </a:xfrm>
            <a:custGeom>
              <a:rect b="b" l="l" r="r" t="t"/>
              <a:pathLst>
                <a:path extrusionOk="0" h="4611" w="16379">
                  <a:moveTo>
                    <a:pt x="1" y="4610"/>
                  </a:moveTo>
                  <a:lnTo>
                    <a:pt x="16378"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2"/>
            <p:cNvSpPr/>
            <p:nvPr/>
          </p:nvSpPr>
          <p:spPr>
            <a:xfrm>
              <a:off x="7728417" y="3947784"/>
              <a:ext cx="291579" cy="91246"/>
            </a:xfrm>
            <a:custGeom>
              <a:rect b="b" l="l" r="r" t="t"/>
              <a:pathLst>
                <a:path extrusionOk="0" h="5161" w="16492">
                  <a:moveTo>
                    <a:pt x="16333" y="0"/>
                  </a:moveTo>
                  <a:lnTo>
                    <a:pt x="1" y="4593"/>
                  </a:lnTo>
                  <a:lnTo>
                    <a:pt x="159" y="5161"/>
                  </a:lnTo>
                  <a:lnTo>
                    <a:pt x="16491" y="568"/>
                  </a:lnTo>
                  <a:lnTo>
                    <a:pt x="16333"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2"/>
            <p:cNvSpPr/>
            <p:nvPr/>
          </p:nvSpPr>
          <p:spPr>
            <a:xfrm>
              <a:off x="7295221" y="4059133"/>
              <a:ext cx="364774" cy="102685"/>
            </a:xfrm>
            <a:custGeom>
              <a:rect b="b" l="l" r="r" t="t"/>
              <a:pathLst>
                <a:path extrusionOk="0" h="5808" w="20632">
                  <a:moveTo>
                    <a:pt x="1" y="5808"/>
                  </a:moveTo>
                  <a:lnTo>
                    <a:pt x="20631"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2"/>
            <p:cNvSpPr/>
            <p:nvPr/>
          </p:nvSpPr>
          <p:spPr>
            <a:xfrm>
              <a:off x="7293807" y="4054112"/>
              <a:ext cx="367603" cy="112745"/>
            </a:xfrm>
            <a:custGeom>
              <a:rect b="b" l="l" r="r" t="t"/>
              <a:pathLst>
                <a:path extrusionOk="0" h="6377" w="20792">
                  <a:moveTo>
                    <a:pt x="20631" y="0"/>
                  </a:moveTo>
                  <a:lnTo>
                    <a:pt x="0" y="5807"/>
                  </a:lnTo>
                  <a:lnTo>
                    <a:pt x="160" y="6376"/>
                  </a:lnTo>
                  <a:lnTo>
                    <a:pt x="20792" y="569"/>
                  </a:lnTo>
                  <a:lnTo>
                    <a:pt x="20631"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2"/>
            <p:cNvSpPr/>
            <p:nvPr/>
          </p:nvSpPr>
          <p:spPr>
            <a:xfrm>
              <a:off x="7103464" y="4180860"/>
              <a:ext cx="124096" cy="34936"/>
            </a:xfrm>
            <a:custGeom>
              <a:rect b="b" l="l" r="r" t="t"/>
              <a:pathLst>
                <a:path extrusionOk="0" h="1976" w="7019">
                  <a:moveTo>
                    <a:pt x="1" y="1976"/>
                  </a:moveTo>
                  <a:lnTo>
                    <a:pt x="7018"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2"/>
            <p:cNvSpPr/>
            <p:nvPr/>
          </p:nvSpPr>
          <p:spPr>
            <a:xfrm>
              <a:off x="7101979" y="4175927"/>
              <a:ext cx="126942" cy="44943"/>
            </a:xfrm>
            <a:custGeom>
              <a:rect b="b" l="l" r="r" t="t"/>
              <a:pathLst>
                <a:path extrusionOk="0" h="2542" w="7180">
                  <a:moveTo>
                    <a:pt x="7019" y="1"/>
                  </a:moveTo>
                  <a:lnTo>
                    <a:pt x="0" y="1973"/>
                  </a:lnTo>
                  <a:lnTo>
                    <a:pt x="160" y="2542"/>
                  </a:lnTo>
                  <a:lnTo>
                    <a:pt x="7179" y="570"/>
                  </a:lnTo>
                  <a:lnTo>
                    <a:pt x="701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2"/>
            <p:cNvSpPr/>
            <p:nvPr/>
          </p:nvSpPr>
          <p:spPr>
            <a:xfrm>
              <a:off x="7509538" y="4036591"/>
              <a:ext cx="564045" cy="158766"/>
            </a:xfrm>
            <a:custGeom>
              <a:rect b="b" l="l" r="r" t="t"/>
              <a:pathLst>
                <a:path extrusionOk="0" h="8980" w="31903">
                  <a:moveTo>
                    <a:pt x="1" y="8980"/>
                  </a:moveTo>
                  <a:lnTo>
                    <a:pt x="31903"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2"/>
            <p:cNvSpPr/>
            <p:nvPr/>
          </p:nvSpPr>
          <p:spPr>
            <a:xfrm>
              <a:off x="7499461" y="4028670"/>
              <a:ext cx="565336" cy="168243"/>
            </a:xfrm>
            <a:custGeom>
              <a:rect b="b" l="l" r="r" t="t"/>
              <a:pathLst>
                <a:path extrusionOk="0" h="9516" w="31976">
                  <a:moveTo>
                    <a:pt x="31816" y="0"/>
                  </a:moveTo>
                  <a:lnTo>
                    <a:pt x="0" y="8948"/>
                  </a:lnTo>
                  <a:lnTo>
                    <a:pt x="160" y="9516"/>
                  </a:lnTo>
                  <a:lnTo>
                    <a:pt x="31976" y="568"/>
                  </a:lnTo>
                  <a:lnTo>
                    <a:pt x="3181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2"/>
            <p:cNvSpPr/>
            <p:nvPr/>
          </p:nvSpPr>
          <p:spPr>
            <a:xfrm>
              <a:off x="7148566" y="4230275"/>
              <a:ext cx="236894" cy="66707"/>
            </a:xfrm>
            <a:custGeom>
              <a:rect b="b" l="l" r="r" t="t"/>
              <a:pathLst>
                <a:path extrusionOk="0" h="3773" w="13399">
                  <a:moveTo>
                    <a:pt x="0" y="3772"/>
                  </a:moveTo>
                  <a:lnTo>
                    <a:pt x="13399"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32"/>
            <p:cNvSpPr/>
            <p:nvPr/>
          </p:nvSpPr>
          <p:spPr>
            <a:xfrm>
              <a:off x="7147063" y="4225396"/>
              <a:ext cx="239776" cy="76607"/>
            </a:xfrm>
            <a:custGeom>
              <a:rect b="b" l="l" r="r" t="t"/>
              <a:pathLst>
                <a:path extrusionOk="0" h="4333" w="13562">
                  <a:moveTo>
                    <a:pt x="13402" y="1"/>
                  </a:moveTo>
                  <a:lnTo>
                    <a:pt x="1" y="3764"/>
                  </a:lnTo>
                  <a:lnTo>
                    <a:pt x="161" y="4333"/>
                  </a:lnTo>
                  <a:lnTo>
                    <a:pt x="13562" y="570"/>
                  </a:lnTo>
                  <a:lnTo>
                    <a:pt x="1340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32"/>
            <p:cNvSpPr/>
            <p:nvPr/>
          </p:nvSpPr>
          <p:spPr>
            <a:xfrm>
              <a:off x="8178638" y="3781239"/>
              <a:ext cx="225968" cy="184314"/>
            </a:xfrm>
            <a:custGeom>
              <a:rect b="b" l="l" r="r" t="t"/>
              <a:pathLst>
                <a:path extrusionOk="0" h="10425" w="12781">
                  <a:moveTo>
                    <a:pt x="5404" y="1"/>
                  </a:moveTo>
                  <a:cubicBezTo>
                    <a:pt x="4750" y="1"/>
                    <a:pt x="4111" y="91"/>
                    <a:pt x="3513" y="272"/>
                  </a:cubicBezTo>
                  <a:cubicBezTo>
                    <a:pt x="2062" y="711"/>
                    <a:pt x="974" y="1654"/>
                    <a:pt x="487" y="2892"/>
                  </a:cubicBezTo>
                  <a:cubicBezTo>
                    <a:pt x="1" y="4130"/>
                    <a:pt x="155" y="5561"/>
                    <a:pt x="920" y="6871"/>
                  </a:cubicBezTo>
                  <a:cubicBezTo>
                    <a:pt x="1683" y="8181"/>
                    <a:pt x="2991" y="9263"/>
                    <a:pt x="4556" y="9878"/>
                  </a:cubicBezTo>
                  <a:cubicBezTo>
                    <a:pt x="5477" y="10241"/>
                    <a:pt x="6443" y="10424"/>
                    <a:pt x="7378" y="10424"/>
                  </a:cubicBezTo>
                  <a:cubicBezTo>
                    <a:pt x="8032" y="10424"/>
                    <a:pt x="8671" y="10334"/>
                    <a:pt x="9268" y="10153"/>
                  </a:cubicBezTo>
                  <a:cubicBezTo>
                    <a:pt x="10719" y="9713"/>
                    <a:pt x="11808" y="8770"/>
                    <a:pt x="12294" y="7533"/>
                  </a:cubicBezTo>
                  <a:cubicBezTo>
                    <a:pt x="12781" y="6295"/>
                    <a:pt x="12625" y="4864"/>
                    <a:pt x="11862" y="3553"/>
                  </a:cubicBezTo>
                  <a:cubicBezTo>
                    <a:pt x="11099" y="2244"/>
                    <a:pt x="9791" y="1161"/>
                    <a:pt x="8224" y="546"/>
                  </a:cubicBezTo>
                  <a:cubicBezTo>
                    <a:pt x="7304" y="184"/>
                    <a:pt x="6338" y="1"/>
                    <a:pt x="540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32"/>
            <p:cNvSpPr/>
            <p:nvPr/>
          </p:nvSpPr>
          <p:spPr>
            <a:xfrm>
              <a:off x="8173334" y="3776164"/>
              <a:ext cx="236700" cy="194710"/>
            </a:xfrm>
            <a:custGeom>
              <a:rect b="b" l="l" r="r" t="t"/>
              <a:pathLst>
                <a:path extrusionOk="0" h="11013" w="13388">
                  <a:moveTo>
                    <a:pt x="5686" y="589"/>
                  </a:moveTo>
                  <a:cubicBezTo>
                    <a:pt x="5695" y="589"/>
                    <a:pt x="5704" y="589"/>
                    <a:pt x="5713" y="589"/>
                  </a:cubicBezTo>
                  <a:cubicBezTo>
                    <a:pt x="8205" y="589"/>
                    <a:pt x="10779" y="1959"/>
                    <a:pt x="11965" y="4093"/>
                  </a:cubicBezTo>
                  <a:cubicBezTo>
                    <a:pt x="12654" y="5332"/>
                    <a:pt x="12771" y="6644"/>
                    <a:pt x="12295" y="7787"/>
                  </a:cubicBezTo>
                  <a:cubicBezTo>
                    <a:pt x="11812" y="8947"/>
                    <a:pt x="10777" y="9801"/>
                    <a:pt x="9378" y="10194"/>
                  </a:cubicBezTo>
                  <a:cubicBezTo>
                    <a:pt x="8826" y="10350"/>
                    <a:pt x="8252" y="10424"/>
                    <a:pt x="7673" y="10424"/>
                  </a:cubicBezTo>
                  <a:cubicBezTo>
                    <a:pt x="5182" y="10424"/>
                    <a:pt x="2610" y="9053"/>
                    <a:pt x="1424" y="6918"/>
                  </a:cubicBezTo>
                  <a:cubicBezTo>
                    <a:pt x="735" y="5681"/>
                    <a:pt x="618" y="4368"/>
                    <a:pt x="1094" y="3226"/>
                  </a:cubicBezTo>
                  <a:cubicBezTo>
                    <a:pt x="1577" y="2066"/>
                    <a:pt x="2612" y="1211"/>
                    <a:pt x="4011" y="817"/>
                  </a:cubicBezTo>
                  <a:cubicBezTo>
                    <a:pt x="4556" y="666"/>
                    <a:pt x="5119" y="589"/>
                    <a:pt x="5686" y="589"/>
                  </a:cubicBezTo>
                  <a:close/>
                  <a:moveTo>
                    <a:pt x="5694" y="0"/>
                  </a:moveTo>
                  <a:cubicBezTo>
                    <a:pt x="5068" y="0"/>
                    <a:pt x="4446" y="80"/>
                    <a:pt x="3850" y="248"/>
                  </a:cubicBezTo>
                  <a:cubicBezTo>
                    <a:pt x="2275" y="692"/>
                    <a:pt x="1101" y="1668"/>
                    <a:pt x="547" y="2999"/>
                  </a:cubicBezTo>
                  <a:cubicBezTo>
                    <a:pt x="1" y="4312"/>
                    <a:pt x="128" y="5807"/>
                    <a:pt x="906" y="7207"/>
                  </a:cubicBezTo>
                  <a:cubicBezTo>
                    <a:pt x="2195" y="9524"/>
                    <a:pt x="4989" y="11013"/>
                    <a:pt x="7693" y="11013"/>
                  </a:cubicBezTo>
                  <a:cubicBezTo>
                    <a:pt x="7703" y="11013"/>
                    <a:pt x="7712" y="11013"/>
                    <a:pt x="7721" y="11013"/>
                  </a:cubicBezTo>
                  <a:cubicBezTo>
                    <a:pt x="8335" y="11013"/>
                    <a:pt x="8946" y="10930"/>
                    <a:pt x="9539" y="10765"/>
                  </a:cubicBezTo>
                  <a:cubicBezTo>
                    <a:pt x="11114" y="10321"/>
                    <a:pt x="12286" y="9344"/>
                    <a:pt x="12842" y="8015"/>
                  </a:cubicBezTo>
                  <a:cubicBezTo>
                    <a:pt x="13388" y="6702"/>
                    <a:pt x="13261" y="5207"/>
                    <a:pt x="12483" y="3806"/>
                  </a:cubicBezTo>
                  <a:cubicBezTo>
                    <a:pt x="11194" y="1488"/>
                    <a:pt x="8397" y="0"/>
                    <a:pt x="56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32"/>
            <p:cNvSpPr/>
            <p:nvPr/>
          </p:nvSpPr>
          <p:spPr>
            <a:xfrm>
              <a:off x="6387795" y="1919216"/>
              <a:ext cx="737256" cy="419387"/>
            </a:xfrm>
            <a:custGeom>
              <a:rect b="b" l="l" r="r" t="t"/>
              <a:pathLst>
                <a:path extrusionOk="0" h="23721" w="41700">
                  <a:moveTo>
                    <a:pt x="15263" y="3635"/>
                  </a:moveTo>
                  <a:cubicBezTo>
                    <a:pt x="16116" y="3635"/>
                    <a:pt x="16995" y="4104"/>
                    <a:pt x="17402" y="4836"/>
                  </a:cubicBezTo>
                  <a:cubicBezTo>
                    <a:pt x="17903" y="5737"/>
                    <a:pt x="17496" y="6696"/>
                    <a:pt x="16494" y="6979"/>
                  </a:cubicBezTo>
                  <a:cubicBezTo>
                    <a:pt x="16305" y="7032"/>
                    <a:pt x="16108" y="7057"/>
                    <a:pt x="15910" y="7057"/>
                  </a:cubicBezTo>
                  <a:cubicBezTo>
                    <a:pt x="15058" y="7057"/>
                    <a:pt x="14179" y="6588"/>
                    <a:pt x="13772" y="5857"/>
                  </a:cubicBezTo>
                  <a:cubicBezTo>
                    <a:pt x="13271" y="4957"/>
                    <a:pt x="13678" y="3996"/>
                    <a:pt x="14680" y="3714"/>
                  </a:cubicBezTo>
                  <a:cubicBezTo>
                    <a:pt x="14869" y="3661"/>
                    <a:pt x="15065" y="3635"/>
                    <a:pt x="15263" y="3635"/>
                  </a:cubicBezTo>
                  <a:close/>
                  <a:moveTo>
                    <a:pt x="14577" y="0"/>
                  </a:moveTo>
                  <a:cubicBezTo>
                    <a:pt x="13958" y="0"/>
                    <a:pt x="13343" y="79"/>
                    <a:pt x="12752" y="245"/>
                  </a:cubicBezTo>
                  <a:cubicBezTo>
                    <a:pt x="9620" y="1127"/>
                    <a:pt x="8351" y="4126"/>
                    <a:pt x="9916" y="6943"/>
                  </a:cubicBezTo>
                  <a:cubicBezTo>
                    <a:pt x="10633" y="8235"/>
                    <a:pt x="11826" y="9260"/>
                    <a:pt x="13199" y="9912"/>
                  </a:cubicBezTo>
                  <a:cubicBezTo>
                    <a:pt x="13199" y="9912"/>
                    <a:pt x="15468" y="10926"/>
                    <a:pt x="15921" y="11741"/>
                  </a:cubicBezTo>
                  <a:cubicBezTo>
                    <a:pt x="16160" y="12172"/>
                    <a:pt x="15531" y="12682"/>
                    <a:pt x="14884" y="13068"/>
                  </a:cubicBezTo>
                  <a:lnTo>
                    <a:pt x="2855" y="16454"/>
                  </a:lnTo>
                  <a:cubicBezTo>
                    <a:pt x="824" y="17025"/>
                    <a:pt x="1" y="18971"/>
                    <a:pt x="1016" y="20798"/>
                  </a:cubicBezTo>
                  <a:lnTo>
                    <a:pt x="2641" y="23721"/>
                  </a:lnTo>
                  <a:lnTo>
                    <a:pt x="41700" y="12727"/>
                  </a:lnTo>
                  <a:lnTo>
                    <a:pt x="40075" y="9803"/>
                  </a:lnTo>
                  <a:cubicBezTo>
                    <a:pt x="39251" y="8320"/>
                    <a:pt x="37469" y="7371"/>
                    <a:pt x="35742" y="7371"/>
                  </a:cubicBezTo>
                  <a:cubicBezTo>
                    <a:pt x="35340" y="7371"/>
                    <a:pt x="34941" y="7422"/>
                    <a:pt x="34558" y="7530"/>
                  </a:cubicBezTo>
                  <a:lnTo>
                    <a:pt x="23398" y="10671"/>
                  </a:lnTo>
                  <a:cubicBezTo>
                    <a:pt x="23277" y="10676"/>
                    <a:pt x="23154" y="10679"/>
                    <a:pt x="23031" y="10679"/>
                  </a:cubicBezTo>
                  <a:cubicBezTo>
                    <a:pt x="22296" y="10679"/>
                    <a:pt x="21570" y="10578"/>
                    <a:pt x="21365" y="10208"/>
                  </a:cubicBezTo>
                  <a:cubicBezTo>
                    <a:pt x="20752" y="9101"/>
                    <a:pt x="21529" y="8056"/>
                    <a:pt x="21764" y="7075"/>
                  </a:cubicBezTo>
                  <a:cubicBezTo>
                    <a:pt x="22029" y="5979"/>
                    <a:pt x="21888" y="4884"/>
                    <a:pt x="21258" y="3750"/>
                  </a:cubicBezTo>
                  <a:cubicBezTo>
                    <a:pt x="19987" y="1464"/>
                    <a:pt x="17241" y="0"/>
                    <a:pt x="1457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32"/>
            <p:cNvSpPr/>
            <p:nvPr/>
          </p:nvSpPr>
          <p:spPr>
            <a:xfrm>
              <a:off x="6390235" y="1914018"/>
              <a:ext cx="742631" cy="430756"/>
            </a:xfrm>
            <a:custGeom>
              <a:rect b="b" l="l" r="r" t="t"/>
              <a:pathLst>
                <a:path extrusionOk="0" h="24364" w="42004">
                  <a:moveTo>
                    <a:pt x="15130" y="4226"/>
                  </a:moveTo>
                  <a:cubicBezTo>
                    <a:pt x="15877" y="4226"/>
                    <a:pt x="16650" y="4635"/>
                    <a:pt x="17006" y="5274"/>
                  </a:cubicBezTo>
                  <a:cubicBezTo>
                    <a:pt x="17201" y="5626"/>
                    <a:pt x="17236" y="5995"/>
                    <a:pt x="17104" y="6313"/>
                  </a:cubicBezTo>
                  <a:cubicBezTo>
                    <a:pt x="16969" y="6637"/>
                    <a:pt x="16675" y="6876"/>
                    <a:pt x="16275" y="6989"/>
                  </a:cubicBezTo>
                  <a:cubicBezTo>
                    <a:pt x="16110" y="7036"/>
                    <a:pt x="15938" y="7058"/>
                    <a:pt x="15765" y="7058"/>
                  </a:cubicBezTo>
                  <a:cubicBezTo>
                    <a:pt x="15018" y="7058"/>
                    <a:pt x="14248" y="6647"/>
                    <a:pt x="13892" y="6008"/>
                  </a:cubicBezTo>
                  <a:cubicBezTo>
                    <a:pt x="13696" y="5656"/>
                    <a:pt x="13662" y="5287"/>
                    <a:pt x="13794" y="4969"/>
                  </a:cubicBezTo>
                  <a:cubicBezTo>
                    <a:pt x="13929" y="4645"/>
                    <a:pt x="14222" y="4406"/>
                    <a:pt x="14621" y="4292"/>
                  </a:cubicBezTo>
                  <a:lnTo>
                    <a:pt x="14621" y="4294"/>
                  </a:lnTo>
                  <a:cubicBezTo>
                    <a:pt x="14786" y="4248"/>
                    <a:pt x="14957" y="4226"/>
                    <a:pt x="15130" y="4226"/>
                  </a:cubicBezTo>
                  <a:close/>
                  <a:moveTo>
                    <a:pt x="15113" y="3636"/>
                  </a:moveTo>
                  <a:cubicBezTo>
                    <a:pt x="14891" y="3636"/>
                    <a:pt x="14672" y="3664"/>
                    <a:pt x="14461" y="3723"/>
                  </a:cubicBezTo>
                  <a:cubicBezTo>
                    <a:pt x="13885" y="3886"/>
                    <a:pt x="13454" y="4247"/>
                    <a:pt x="13249" y="4741"/>
                  </a:cubicBezTo>
                  <a:cubicBezTo>
                    <a:pt x="13045" y="5229"/>
                    <a:pt x="13090" y="5781"/>
                    <a:pt x="13376" y="6296"/>
                  </a:cubicBezTo>
                  <a:cubicBezTo>
                    <a:pt x="13833" y="7118"/>
                    <a:pt x="14824" y="7645"/>
                    <a:pt x="15782" y="7645"/>
                  </a:cubicBezTo>
                  <a:cubicBezTo>
                    <a:pt x="15786" y="7645"/>
                    <a:pt x="15791" y="7645"/>
                    <a:pt x="15795" y="7645"/>
                  </a:cubicBezTo>
                  <a:cubicBezTo>
                    <a:pt x="16012" y="7645"/>
                    <a:pt x="16227" y="7615"/>
                    <a:pt x="16435" y="7557"/>
                  </a:cubicBezTo>
                  <a:cubicBezTo>
                    <a:pt x="17012" y="7395"/>
                    <a:pt x="17444" y="7033"/>
                    <a:pt x="17649" y="6540"/>
                  </a:cubicBezTo>
                  <a:cubicBezTo>
                    <a:pt x="17852" y="6051"/>
                    <a:pt x="17808" y="5500"/>
                    <a:pt x="17522" y="4986"/>
                  </a:cubicBezTo>
                  <a:cubicBezTo>
                    <a:pt x="17065" y="4164"/>
                    <a:pt x="16072" y="3636"/>
                    <a:pt x="15113" y="3636"/>
                  </a:cubicBezTo>
                  <a:close/>
                  <a:moveTo>
                    <a:pt x="14428" y="588"/>
                  </a:moveTo>
                  <a:cubicBezTo>
                    <a:pt x="14433" y="588"/>
                    <a:pt x="14438" y="588"/>
                    <a:pt x="14442" y="588"/>
                  </a:cubicBezTo>
                  <a:cubicBezTo>
                    <a:pt x="17001" y="590"/>
                    <a:pt x="19643" y="1996"/>
                    <a:pt x="20861" y="4188"/>
                  </a:cubicBezTo>
                  <a:cubicBezTo>
                    <a:pt x="21436" y="5225"/>
                    <a:pt x="21592" y="6243"/>
                    <a:pt x="21338" y="7300"/>
                  </a:cubicBezTo>
                  <a:cubicBezTo>
                    <a:pt x="21279" y="7544"/>
                    <a:pt x="21183" y="7799"/>
                    <a:pt x="21080" y="8066"/>
                  </a:cubicBezTo>
                  <a:cubicBezTo>
                    <a:pt x="20785" y="8839"/>
                    <a:pt x="20450" y="9715"/>
                    <a:pt x="20968" y="10645"/>
                  </a:cubicBezTo>
                  <a:cubicBezTo>
                    <a:pt x="21199" y="11063"/>
                    <a:pt x="21827" y="11269"/>
                    <a:pt x="22887" y="11269"/>
                  </a:cubicBezTo>
                  <a:cubicBezTo>
                    <a:pt x="23009" y="11269"/>
                    <a:pt x="23137" y="11267"/>
                    <a:pt x="23271" y="11261"/>
                  </a:cubicBezTo>
                  <a:lnTo>
                    <a:pt x="34498" y="8110"/>
                  </a:lnTo>
                  <a:cubicBezTo>
                    <a:pt x="34857" y="8009"/>
                    <a:pt x="35231" y="7961"/>
                    <a:pt x="35607" y="7961"/>
                  </a:cubicBezTo>
                  <a:cubicBezTo>
                    <a:pt x="37230" y="7961"/>
                    <a:pt x="38905" y="8853"/>
                    <a:pt x="39677" y="10241"/>
                  </a:cubicBezTo>
                  <a:lnTo>
                    <a:pt x="41121" y="12839"/>
                  </a:lnTo>
                  <a:lnTo>
                    <a:pt x="2647" y="23669"/>
                  </a:lnTo>
                  <a:lnTo>
                    <a:pt x="1136" y="20948"/>
                  </a:lnTo>
                  <a:cubicBezTo>
                    <a:pt x="693" y="20151"/>
                    <a:pt x="617" y="19309"/>
                    <a:pt x="922" y="18577"/>
                  </a:cubicBezTo>
                  <a:cubicBezTo>
                    <a:pt x="1230" y="17836"/>
                    <a:pt x="1896" y="17286"/>
                    <a:pt x="2796" y="17032"/>
                  </a:cubicBezTo>
                  <a:lnTo>
                    <a:pt x="14825" y="13647"/>
                  </a:lnTo>
                  <a:lnTo>
                    <a:pt x="14897" y="13615"/>
                  </a:lnTo>
                  <a:cubicBezTo>
                    <a:pt x="15944" y="12990"/>
                    <a:pt x="16330" y="12409"/>
                    <a:pt x="16041" y="11892"/>
                  </a:cubicBezTo>
                  <a:cubicBezTo>
                    <a:pt x="15554" y="11014"/>
                    <a:pt x="13424" y="10044"/>
                    <a:pt x="13187" y="9938"/>
                  </a:cubicBezTo>
                  <a:cubicBezTo>
                    <a:pt x="11812" y="9286"/>
                    <a:pt x="10692" y="8276"/>
                    <a:pt x="10036" y="7094"/>
                  </a:cubicBezTo>
                  <a:cubicBezTo>
                    <a:pt x="9328" y="5821"/>
                    <a:pt x="9207" y="4472"/>
                    <a:pt x="9697" y="3298"/>
                  </a:cubicBezTo>
                  <a:cubicBezTo>
                    <a:pt x="10193" y="2107"/>
                    <a:pt x="11257" y="1228"/>
                    <a:pt x="12694" y="824"/>
                  </a:cubicBezTo>
                  <a:cubicBezTo>
                    <a:pt x="13258" y="666"/>
                    <a:pt x="13841" y="588"/>
                    <a:pt x="14428" y="588"/>
                  </a:cubicBezTo>
                  <a:close/>
                  <a:moveTo>
                    <a:pt x="14426" y="1"/>
                  </a:moveTo>
                  <a:cubicBezTo>
                    <a:pt x="13784" y="1"/>
                    <a:pt x="13147" y="83"/>
                    <a:pt x="12535" y="255"/>
                  </a:cubicBezTo>
                  <a:cubicBezTo>
                    <a:pt x="10921" y="709"/>
                    <a:pt x="9720" y="1709"/>
                    <a:pt x="9152" y="3071"/>
                  </a:cubicBezTo>
                  <a:cubicBezTo>
                    <a:pt x="8592" y="4416"/>
                    <a:pt x="8723" y="5946"/>
                    <a:pt x="9520" y="7381"/>
                  </a:cubicBezTo>
                  <a:cubicBezTo>
                    <a:pt x="10236" y="8670"/>
                    <a:pt x="11448" y="9767"/>
                    <a:pt x="12942" y="10475"/>
                  </a:cubicBezTo>
                  <a:cubicBezTo>
                    <a:pt x="13547" y="10746"/>
                    <a:pt x="15193" y="11581"/>
                    <a:pt x="15525" y="12179"/>
                  </a:cubicBezTo>
                  <a:cubicBezTo>
                    <a:pt x="15599" y="12312"/>
                    <a:pt x="15349" y="12652"/>
                    <a:pt x="14627" y="13088"/>
                  </a:cubicBezTo>
                  <a:lnTo>
                    <a:pt x="2638" y="16462"/>
                  </a:lnTo>
                  <a:cubicBezTo>
                    <a:pt x="1559" y="16766"/>
                    <a:pt x="757" y="17437"/>
                    <a:pt x="377" y="18349"/>
                  </a:cubicBezTo>
                  <a:cubicBezTo>
                    <a:pt x="0" y="19252"/>
                    <a:pt x="87" y="20276"/>
                    <a:pt x="620" y="21235"/>
                  </a:cubicBezTo>
                  <a:lnTo>
                    <a:pt x="2358" y="24364"/>
                  </a:lnTo>
                  <a:lnTo>
                    <a:pt x="42003" y="13204"/>
                  </a:lnTo>
                  <a:lnTo>
                    <a:pt x="40197" y="9953"/>
                  </a:lnTo>
                  <a:cubicBezTo>
                    <a:pt x="39323" y="8381"/>
                    <a:pt x="37428" y="7371"/>
                    <a:pt x="35594" y="7371"/>
                  </a:cubicBezTo>
                  <a:cubicBezTo>
                    <a:pt x="35168" y="7371"/>
                    <a:pt x="34746" y="7425"/>
                    <a:pt x="34341" y="7539"/>
                  </a:cubicBezTo>
                  <a:lnTo>
                    <a:pt x="23215" y="10671"/>
                  </a:lnTo>
                  <a:cubicBezTo>
                    <a:pt x="23102" y="10675"/>
                    <a:pt x="22996" y="10677"/>
                    <a:pt x="22897" y="10677"/>
                  </a:cubicBezTo>
                  <a:cubicBezTo>
                    <a:pt x="21727" y="10677"/>
                    <a:pt x="21518" y="10415"/>
                    <a:pt x="21486" y="10358"/>
                  </a:cubicBezTo>
                  <a:cubicBezTo>
                    <a:pt x="21104" y="9667"/>
                    <a:pt x="21362" y="8992"/>
                    <a:pt x="21634" y="8276"/>
                  </a:cubicBezTo>
                  <a:cubicBezTo>
                    <a:pt x="21740" y="8003"/>
                    <a:pt x="21847" y="7719"/>
                    <a:pt x="21915" y="7437"/>
                  </a:cubicBezTo>
                  <a:cubicBezTo>
                    <a:pt x="22205" y="6229"/>
                    <a:pt x="22030" y="5073"/>
                    <a:pt x="21379" y="3900"/>
                  </a:cubicBezTo>
                  <a:cubicBezTo>
                    <a:pt x="20059" y="1525"/>
                    <a:pt x="17196" y="1"/>
                    <a:pt x="1442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32"/>
            <p:cNvSpPr/>
            <p:nvPr/>
          </p:nvSpPr>
          <p:spPr>
            <a:xfrm>
              <a:off x="7388978" y="2235971"/>
              <a:ext cx="244161" cy="259295"/>
            </a:xfrm>
            <a:custGeom>
              <a:rect b="b" l="l" r="r" t="t"/>
              <a:pathLst>
                <a:path extrusionOk="0" h="14666" w="13810">
                  <a:moveTo>
                    <a:pt x="11797" y="1"/>
                  </a:moveTo>
                  <a:cubicBezTo>
                    <a:pt x="11123" y="1"/>
                    <a:pt x="10479" y="386"/>
                    <a:pt x="10181" y="1038"/>
                  </a:cubicBezTo>
                  <a:lnTo>
                    <a:pt x="6092" y="10209"/>
                  </a:lnTo>
                  <a:lnTo>
                    <a:pt x="3031" y="8075"/>
                  </a:lnTo>
                  <a:cubicBezTo>
                    <a:pt x="2722" y="7859"/>
                    <a:pt x="2368" y="7755"/>
                    <a:pt x="2018" y="7755"/>
                  </a:cubicBezTo>
                  <a:cubicBezTo>
                    <a:pt x="1458" y="7755"/>
                    <a:pt x="907" y="8020"/>
                    <a:pt x="562" y="8514"/>
                  </a:cubicBezTo>
                  <a:cubicBezTo>
                    <a:pt x="1" y="9318"/>
                    <a:pt x="199" y="10423"/>
                    <a:pt x="1002" y="10983"/>
                  </a:cubicBezTo>
                  <a:lnTo>
                    <a:pt x="5821" y="14346"/>
                  </a:lnTo>
                  <a:cubicBezTo>
                    <a:pt x="6120" y="14554"/>
                    <a:pt x="6474" y="14666"/>
                    <a:pt x="6836" y="14666"/>
                  </a:cubicBezTo>
                  <a:lnTo>
                    <a:pt x="6837" y="14666"/>
                  </a:lnTo>
                  <a:cubicBezTo>
                    <a:pt x="7537" y="14666"/>
                    <a:pt x="8172" y="14254"/>
                    <a:pt x="8456" y="13615"/>
                  </a:cubicBezTo>
                  <a:lnTo>
                    <a:pt x="13421" y="2482"/>
                  </a:lnTo>
                  <a:cubicBezTo>
                    <a:pt x="13810" y="1590"/>
                    <a:pt x="13406" y="551"/>
                    <a:pt x="12517" y="154"/>
                  </a:cubicBezTo>
                  <a:cubicBezTo>
                    <a:pt x="12283" y="50"/>
                    <a:pt x="12038" y="1"/>
                    <a:pt x="11797" y="1"/>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2"/>
            <p:cNvSpPr/>
            <p:nvPr/>
          </p:nvSpPr>
          <p:spPr>
            <a:xfrm>
              <a:off x="7586959" y="2592241"/>
              <a:ext cx="244143" cy="259295"/>
            </a:xfrm>
            <a:custGeom>
              <a:rect b="b" l="l" r="r" t="t"/>
              <a:pathLst>
                <a:path extrusionOk="0" h="14666" w="13809">
                  <a:moveTo>
                    <a:pt x="11795" y="0"/>
                  </a:moveTo>
                  <a:cubicBezTo>
                    <a:pt x="11121" y="0"/>
                    <a:pt x="10477" y="386"/>
                    <a:pt x="10180" y="1038"/>
                  </a:cubicBezTo>
                  <a:lnTo>
                    <a:pt x="6090" y="10209"/>
                  </a:lnTo>
                  <a:lnTo>
                    <a:pt x="3031" y="8075"/>
                  </a:lnTo>
                  <a:cubicBezTo>
                    <a:pt x="2721" y="7859"/>
                    <a:pt x="2367" y="7755"/>
                    <a:pt x="2017" y="7755"/>
                  </a:cubicBezTo>
                  <a:cubicBezTo>
                    <a:pt x="1457" y="7755"/>
                    <a:pt x="906" y="8020"/>
                    <a:pt x="561" y="8514"/>
                  </a:cubicBezTo>
                  <a:cubicBezTo>
                    <a:pt x="1" y="9317"/>
                    <a:pt x="197" y="10423"/>
                    <a:pt x="1000" y="10983"/>
                  </a:cubicBezTo>
                  <a:lnTo>
                    <a:pt x="5821" y="14346"/>
                  </a:lnTo>
                  <a:cubicBezTo>
                    <a:pt x="6118" y="14553"/>
                    <a:pt x="6472" y="14665"/>
                    <a:pt x="6835" y="14666"/>
                  </a:cubicBezTo>
                  <a:lnTo>
                    <a:pt x="6835" y="14666"/>
                  </a:lnTo>
                  <a:cubicBezTo>
                    <a:pt x="7536" y="14665"/>
                    <a:pt x="8170" y="14254"/>
                    <a:pt x="8455" y="13614"/>
                  </a:cubicBezTo>
                  <a:lnTo>
                    <a:pt x="13419" y="2482"/>
                  </a:lnTo>
                  <a:cubicBezTo>
                    <a:pt x="13808" y="1589"/>
                    <a:pt x="13404" y="551"/>
                    <a:pt x="12515" y="154"/>
                  </a:cubicBezTo>
                  <a:cubicBezTo>
                    <a:pt x="12281" y="50"/>
                    <a:pt x="12036" y="0"/>
                    <a:pt x="11795" y="0"/>
                  </a:cubicBezTo>
                  <a:close/>
                  <a:moveTo>
                    <a:pt x="6835" y="14666"/>
                  </a:moveTo>
                  <a:lnTo>
                    <a:pt x="6835" y="14666"/>
                  </a:lnTo>
                  <a:cubicBezTo>
                    <a:pt x="6835" y="14666"/>
                    <a:pt x="6835" y="14666"/>
                    <a:pt x="6835" y="14666"/>
                  </a:cubicBezTo>
                  <a:lnTo>
                    <a:pt x="6836" y="14666"/>
                  </a:lnTo>
                  <a:cubicBezTo>
                    <a:pt x="6836" y="14666"/>
                    <a:pt x="6835" y="14666"/>
                    <a:pt x="6835" y="14666"/>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2"/>
            <p:cNvSpPr/>
            <p:nvPr/>
          </p:nvSpPr>
          <p:spPr>
            <a:xfrm>
              <a:off x="8692737" y="2530078"/>
              <a:ext cx="349763" cy="225013"/>
            </a:xfrm>
            <a:custGeom>
              <a:rect b="b" l="l" r="r" t="t"/>
              <a:pathLst>
                <a:path extrusionOk="0" h="12727" w="19783">
                  <a:moveTo>
                    <a:pt x="3379" y="0"/>
                  </a:moveTo>
                  <a:cubicBezTo>
                    <a:pt x="3379" y="0"/>
                    <a:pt x="1" y="0"/>
                    <a:pt x="162" y="1930"/>
                  </a:cubicBezTo>
                  <a:cubicBezTo>
                    <a:pt x="323" y="3860"/>
                    <a:pt x="12546" y="11258"/>
                    <a:pt x="13511" y="11902"/>
                  </a:cubicBezTo>
                  <a:cubicBezTo>
                    <a:pt x="13984" y="12217"/>
                    <a:pt x="15116" y="12727"/>
                    <a:pt x="16184" y="12727"/>
                  </a:cubicBezTo>
                  <a:cubicBezTo>
                    <a:pt x="17293" y="12727"/>
                    <a:pt x="18333" y="12178"/>
                    <a:pt x="18497" y="10294"/>
                  </a:cubicBezTo>
                  <a:cubicBezTo>
                    <a:pt x="18497" y="10294"/>
                    <a:pt x="19782" y="7559"/>
                    <a:pt x="18979" y="5469"/>
                  </a:cubicBezTo>
                  <a:cubicBezTo>
                    <a:pt x="18175" y="3378"/>
                    <a:pt x="3379" y="0"/>
                    <a:pt x="33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32"/>
            <p:cNvSpPr/>
            <p:nvPr/>
          </p:nvSpPr>
          <p:spPr>
            <a:xfrm>
              <a:off x="8689678" y="2524862"/>
              <a:ext cx="357454" cy="235409"/>
            </a:xfrm>
            <a:custGeom>
              <a:rect b="b" l="l" r="r" t="t"/>
              <a:pathLst>
                <a:path extrusionOk="0" h="13315" w="20218">
                  <a:moveTo>
                    <a:pt x="3520" y="592"/>
                  </a:moveTo>
                  <a:cubicBezTo>
                    <a:pt x="9185" y="1886"/>
                    <a:pt x="18333" y="4456"/>
                    <a:pt x="18876" y="5870"/>
                  </a:cubicBezTo>
                  <a:cubicBezTo>
                    <a:pt x="19624" y="7815"/>
                    <a:pt x="18414" y="10436"/>
                    <a:pt x="18402" y="10463"/>
                  </a:cubicBezTo>
                  <a:cubicBezTo>
                    <a:pt x="18387" y="10494"/>
                    <a:pt x="18378" y="10528"/>
                    <a:pt x="18375" y="10562"/>
                  </a:cubicBezTo>
                  <a:cubicBezTo>
                    <a:pt x="18287" y="11572"/>
                    <a:pt x="17927" y="12234"/>
                    <a:pt x="17306" y="12533"/>
                  </a:cubicBezTo>
                  <a:cubicBezTo>
                    <a:pt x="17018" y="12671"/>
                    <a:pt x="16691" y="12727"/>
                    <a:pt x="16352" y="12727"/>
                  </a:cubicBezTo>
                  <a:cubicBezTo>
                    <a:pt x="15372" y="12727"/>
                    <a:pt x="14303" y="12255"/>
                    <a:pt x="13848" y="11951"/>
                  </a:cubicBezTo>
                  <a:cubicBezTo>
                    <a:pt x="13726" y="11869"/>
                    <a:pt x="13422" y="11679"/>
                    <a:pt x="12986" y="11406"/>
                  </a:cubicBezTo>
                  <a:cubicBezTo>
                    <a:pt x="2881" y="5071"/>
                    <a:pt x="687" y="2904"/>
                    <a:pt x="630" y="2201"/>
                  </a:cubicBezTo>
                  <a:cubicBezTo>
                    <a:pt x="603" y="1886"/>
                    <a:pt x="690" y="1625"/>
                    <a:pt x="895" y="1402"/>
                  </a:cubicBezTo>
                  <a:cubicBezTo>
                    <a:pt x="1578" y="659"/>
                    <a:pt x="3268" y="597"/>
                    <a:pt x="3520" y="592"/>
                  </a:cubicBezTo>
                  <a:close/>
                  <a:moveTo>
                    <a:pt x="3552" y="0"/>
                  </a:moveTo>
                  <a:cubicBezTo>
                    <a:pt x="3464" y="0"/>
                    <a:pt x="1371" y="11"/>
                    <a:pt x="461" y="1001"/>
                  </a:cubicBezTo>
                  <a:cubicBezTo>
                    <a:pt x="142" y="1348"/>
                    <a:pt x="0" y="1768"/>
                    <a:pt x="40" y="2250"/>
                  </a:cubicBezTo>
                  <a:cubicBezTo>
                    <a:pt x="146" y="3518"/>
                    <a:pt x="4041" y="6497"/>
                    <a:pt x="12672" y="11907"/>
                  </a:cubicBezTo>
                  <a:cubicBezTo>
                    <a:pt x="13101" y="12175"/>
                    <a:pt x="13400" y="12363"/>
                    <a:pt x="13519" y="12443"/>
                  </a:cubicBezTo>
                  <a:cubicBezTo>
                    <a:pt x="14052" y="12797"/>
                    <a:pt x="15232" y="13315"/>
                    <a:pt x="16361" y="13315"/>
                  </a:cubicBezTo>
                  <a:cubicBezTo>
                    <a:pt x="16780" y="13315"/>
                    <a:pt x="17192" y="13244"/>
                    <a:pt x="17562" y="13065"/>
                  </a:cubicBezTo>
                  <a:cubicBezTo>
                    <a:pt x="18374" y="12675"/>
                    <a:pt x="18844" y="11868"/>
                    <a:pt x="18960" y="10666"/>
                  </a:cubicBezTo>
                  <a:cubicBezTo>
                    <a:pt x="19137" y="10268"/>
                    <a:pt x="20217" y="7709"/>
                    <a:pt x="19428" y="5657"/>
                  </a:cubicBezTo>
                  <a:cubicBezTo>
                    <a:pt x="18592" y="3483"/>
                    <a:pt x="5147" y="357"/>
                    <a:pt x="3617" y="7"/>
                  </a:cubicBezTo>
                  <a:cubicBezTo>
                    <a:pt x="3596" y="2"/>
                    <a:pt x="3573" y="0"/>
                    <a:pt x="35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32"/>
            <p:cNvSpPr/>
            <p:nvPr/>
          </p:nvSpPr>
          <p:spPr>
            <a:xfrm>
              <a:off x="8708808" y="2460401"/>
              <a:ext cx="65310" cy="51307"/>
            </a:xfrm>
            <a:custGeom>
              <a:rect b="b" l="l" r="r" t="t"/>
              <a:pathLst>
                <a:path extrusionOk="0" h="2902" w="3694">
                  <a:moveTo>
                    <a:pt x="710" y="0"/>
                  </a:moveTo>
                  <a:cubicBezTo>
                    <a:pt x="0" y="0"/>
                    <a:pt x="1189" y="2402"/>
                    <a:pt x="1649" y="2517"/>
                  </a:cubicBezTo>
                  <a:cubicBezTo>
                    <a:pt x="2160" y="2646"/>
                    <a:pt x="3438" y="2901"/>
                    <a:pt x="3438" y="2901"/>
                  </a:cubicBezTo>
                  <a:lnTo>
                    <a:pt x="3693" y="1239"/>
                  </a:lnTo>
                  <a:cubicBezTo>
                    <a:pt x="3693" y="1239"/>
                    <a:pt x="2288" y="729"/>
                    <a:pt x="1011" y="91"/>
                  </a:cubicBezTo>
                  <a:cubicBezTo>
                    <a:pt x="886" y="29"/>
                    <a:pt x="786" y="0"/>
                    <a:pt x="71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2"/>
            <p:cNvSpPr/>
            <p:nvPr/>
          </p:nvSpPr>
          <p:spPr>
            <a:xfrm>
              <a:off x="8711425" y="2455150"/>
              <a:ext cx="68227" cy="61756"/>
            </a:xfrm>
            <a:custGeom>
              <a:rect b="b" l="l" r="r" t="t"/>
              <a:pathLst>
                <a:path extrusionOk="0" h="3493" w="3859">
                  <a:moveTo>
                    <a:pt x="630" y="608"/>
                  </a:moveTo>
                  <a:cubicBezTo>
                    <a:pt x="664" y="620"/>
                    <a:pt x="698" y="635"/>
                    <a:pt x="729" y="651"/>
                  </a:cubicBezTo>
                  <a:cubicBezTo>
                    <a:pt x="1704" y="1138"/>
                    <a:pt x="2761" y="1555"/>
                    <a:pt x="3216" y="1729"/>
                  </a:cubicBezTo>
                  <a:lnTo>
                    <a:pt x="3044" y="2846"/>
                  </a:lnTo>
                  <a:cubicBezTo>
                    <a:pt x="2636" y="2762"/>
                    <a:pt x="1924" y="2615"/>
                    <a:pt x="1589" y="2532"/>
                  </a:cubicBezTo>
                  <a:cubicBezTo>
                    <a:pt x="1311" y="2392"/>
                    <a:pt x="613" y="1048"/>
                    <a:pt x="630" y="608"/>
                  </a:cubicBezTo>
                  <a:close/>
                  <a:moveTo>
                    <a:pt x="557" y="0"/>
                  </a:moveTo>
                  <a:cubicBezTo>
                    <a:pt x="440" y="0"/>
                    <a:pt x="338" y="34"/>
                    <a:pt x="251" y="101"/>
                  </a:cubicBezTo>
                  <a:cubicBezTo>
                    <a:pt x="58" y="251"/>
                    <a:pt x="0" y="524"/>
                    <a:pt x="82" y="913"/>
                  </a:cubicBezTo>
                  <a:cubicBezTo>
                    <a:pt x="218" y="1565"/>
                    <a:pt x="897" y="2968"/>
                    <a:pt x="1429" y="3100"/>
                  </a:cubicBezTo>
                  <a:cubicBezTo>
                    <a:pt x="1941" y="3228"/>
                    <a:pt x="3179" y="3476"/>
                    <a:pt x="3232" y="3486"/>
                  </a:cubicBezTo>
                  <a:cubicBezTo>
                    <a:pt x="3251" y="3490"/>
                    <a:pt x="3270" y="3493"/>
                    <a:pt x="3289" y="3493"/>
                  </a:cubicBezTo>
                  <a:cubicBezTo>
                    <a:pt x="3435" y="3491"/>
                    <a:pt x="3559" y="3386"/>
                    <a:pt x="3581" y="3242"/>
                  </a:cubicBezTo>
                  <a:lnTo>
                    <a:pt x="3836" y="1582"/>
                  </a:lnTo>
                  <a:cubicBezTo>
                    <a:pt x="3859" y="1442"/>
                    <a:pt x="3778" y="1307"/>
                    <a:pt x="3646" y="1258"/>
                  </a:cubicBezTo>
                  <a:cubicBezTo>
                    <a:pt x="3632" y="1253"/>
                    <a:pt x="2242" y="746"/>
                    <a:pt x="995" y="122"/>
                  </a:cubicBezTo>
                  <a:cubicBezTo>
                    <a:pt x="832" y="41"/>
                    <a:pt x="685" y="0"/>
                    <a:pt x="55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32"/>
            <p:cNvSpPr/>
            <p:nvPr/>
          </p:nvSpPr>
          <p:spPr>
            <a:xfrm>
              <a:off x="7862466" y="2156570"/>
              <a:ext cx="1570214" cy="1013294"/>
            </a:xfrm>
            <a:custGeom>
              <a:rect b="b" l="l" r="r" t="t"/>
              <a:pathLst>
                <a:path extrusionOk="0" h="57313" w="88813">
                  <a:moveTo>
                    <a:pt x="81493" y="1"/>
                  </a:moveTo>
                  <a:cubicBezTo>
                    <a:pt x="80301" y="1"/>
                    <a:pt x="79094" y="335"/>
                    <a:pt x="78019" y="1035"/>
                  </a:cubicBezTo>
                  <a:lnTo>
                    <a:pt x="7398" y="47020"/>
                  </a:lnTo>
                  <a:lnTo>
                    <a:pt x="0" y="56026"/>
                  </a:lnTo>
                  <a:lnTo>
                    <a:pt x="644" y="57313"/>
                  </a:lnTo>
                  <a:lnTo>
                    <a:pt x="11097" y="54739"/>
                  </a:lnTo>
                  <a:lnTo>
                    <a:pt x="84707" y="11887"/>
                  </a:lnTo>
                  <a:cubicBezTo>
                    <a:pt x="87814" y="10078"/>
                    <a:pt x="88813" y="6058"/>
                    <a:pt x="86910" y="3005"/>
                  </a:cubicBezTo>
                  <a:cubicBezTo>
                    <a:pt x="85700" y="1063"/>
                    <a:pt x="83619" y="1"/>
                    <a:pt x="81493" y="1"/>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32"/>
            <p:cNvSpPr/>
            <p:nvPr/>
          </p:nvSpPr>
          <p:spPr>
            <a:xfrm>
              <a:off x="7856879" y="2151302"/>
              <a:ext cx="1568729" cy="1023796"/>
            </a:xfrm>
            <a:custGeom>
              <a:rect b="b" l="l" r="r" t="t"/>
              <a:pathLst>
                <a:path extrusionOk="0" h="57907" w="88729">
                  <a:moveTo>
                    <a:pt x="81801" y="592"/>
                  </a:moveTo>
                  <a:cubicBezTo>
                    <a:pt x="82243" y="592"/>
                    <a:pt x="82688" y="640"/>
                    <a:pt x="83131" y="738"/>
                  </a:cubicBezTo>
                  <a:cubicBezTo>
                    <a:pt x="84739" y="1095"/>
                    <a:pt x="86105" y="2062"/>
                    <a:pt x="86975" y="3459"/>
                  </a:cubicBezTo>
                  <a:cubicBezTo>
                    <a:pt x="87852" y="4867"/>
                    <a:pt x="88115" y="6529"/>
                    <a:pt x="87716" y="8139"/>
                  </a:cubicBezTo>
                  <a:cubicBezTo>
                    <a:pt x="87317" y="9749"/>
                    <a:pt x="86307" y="11095"/>
                    <a:pt x="84875" y="11930"/>
                  </a:cubicBezTo>
                  <a:lnTo>
                    <a:pt x="11301" y="54760"/>
                  </a:lnTo>
                  <a:lnTo>
                    <a:pt x="1118" y="57268"/>
                  </a:lnTo>
                  <a:lnTo>
                    <a:pt x="666" y="56364"/>
                  </a:lnTo>
                  <a:lnTo>
                    <a:pt x="7915" y="47541"/>
                  </a:lnTo>
                  <a:lnTo>
                    <a:pt x="78496" y="1579"/>
                  </a:lnTo>
                  <a:cubicBezTo>
                    <a:pt x="79496" y="928"/>
                    <a:pt x="80637" y="592"/>
                    <a:pt x="81801" y="592"/>
                  </a:cubicBezTo>
                  <a:close/>
                  <a:moveTo>
                    <a:pt x="81799" y="1"/>
                  </a:moveTo>
                  <a:cubicBezTo>
                    <a:pt x="80522" y="1"/>
                    <a:pt x="79271" y="369"/>
                    <a:pt x="78174" y="1085"/>
                  </a:cubicBezTo>
                  <a:lnTo>
                    <a:pt x="7553" y="47070"/>
                  </a:lnTo>
                  <a:cubicBezTo>
                    <a:pt x="7528" y="47087"/>
                    <a:pt x="7505" y="47107"/>
                    <a:pt x="7485" y="47131"/>
                  </a:cubicBezTo>
                  <a:lnTo>
                    <a:pt x="87" y="56136"/>
                  </a:lnTo>
                  <a:cubicBezTo>
                    <a:pt x="14" y="56227"/>
                    <a:pt x="0" y="56352"/>
                    <a:pt x="52" y="56456"/>
                  </a:cubicBezTo>
                  <a:lnTo>
                    <a:pt x="695" y="57743"/>
                  </a:lnTo>
                  <a:cubicBezTo>
                    <a:pt x="745" y="57844"/>
                    <a:pt x="848" y="57907"/>
                    <a:pt x="960" y="57907"/>
                  </a:cubicBezTo>
                  <a:cubicBezTo>
                    <a:pt x="984" y="57907"/>
                    <a:pt x="1008" y="57904"/>
                    <a:pt x="1030" y="57898"/>
                  </a:cubicBezTo>
                  <a:lnTo>
                    <a:pt x="11484" y="55324"/>
                  </a:lnTo>
                  <a:cubicBezTo>
                    <a:pt x="11512" y="55318"/>
                    <a:pt x="11538" y="55307"/>
                    <a:pt x="11562" y="55293"/>
                  </a:cubicBezTo>
                  <a:lnTo>
                    <a:pt x="85172" y="12441"/>
                  </a:lnTo>
                  <a:cubicBezTo>
                    <a:pt x="86744" y="11526"/>
                    <a:pt x="87852" y="10049"/>
                    <a:pt x="88290" y="8281"/>
                  </a:cubicBezTo>
                  <a:cubicBezTo>
                    <a:pt x="88728" y="6515"/>
                    <a:pt x="88439" y="4692"/>
                    <a:pt x="87477" y="3147"/>
                  </a:cubicBezTo>
                  <a:cubicBezTo>
                    <a:pt x="86521" y="1613"/>
                    <a:pt x="85023" y="553"/>
                    <a:pt x="83259" y="162"/>
                  </a:cubicBezTo>
                  <a:cubicBezTo>
                    <a:pt x="82773" y="54"/>
                    <a:pt x="82284" y="1"/>
                    <a:pt x="8179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32"/>
            <p:cNvSpPr/>
            <p:nvPr/>
          </p:nvSpPr>
          <p:spPr>
            <a:xfrm>
              <a:off x="8604779" y="2692858"/>
              <a:ext cx="42414" cy="27298"/>
            </a:xfrm>
            <a:custGeom>
              <a:rect b="b" l="l" r="r" t="t"/>
              <a:pathLst>
                <a:path extrusionOk="0" h="1544" w="2399">
                  <a:moveTo>
                    <a:pt x="2399" y="0"/>
                  </a:moveTo>
                  <a:lnTo>
                    <a:pt x="0" y="1544"/>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2"/>
            <p:cNvSpPr/>
            <p:nvPr/>
          </p:nvSpPr>
          <p:spPr>
            <a:xfrm>
              <a:off x="8599104" y="2687625"/>
              <a:ext cx="54048" cy="37764"/>
            </a:xfrm>
            <a:custGeom>
              <a:rect b="b" l="l" r="r" t="t"/>
              <a:pathLst>
                <a:path extrusionOk="0" h="2136" w="3057">
                  <a:moveTo>
                    <a:pt x="2719" y="0"/>
                  </a:moveTo>
                  <a:cubicBezTo>
                    <a:pt x="2664" y="0"/>
                    <a:pt x="2609" y="15"/>
                    <a:pt x="2560" y="47"/>
                  </a:cubicBezTo>
                  <a:lnTo>
                    <a:pt x="160" y="1592"/>
                  </a:lnTo>
                  <a:cubicBezTo>
                    <a:pt x="50" y="1662"/>
                    <a:pt x="0" y="1797"/>
                    <a:pt x="37" y="1923"/>
                  </a:cubicBezTo>
                  <a:cubicBezTo>
                    <a:pt x="73" y="2049"/>
                    <a:pt x="189" y="2136"/>
                    <a:pt x="320" y="2136"/>
                  </a:cubicBezTo>
                  <a:cubicBezTo>
                    <a:pt x="377" y="2136"/>
                    <a:pt x="432" y="2119"/>
                    <a:pt x="480" y="2088"/>
                  </a:cubicBezTo>
                  <a:lnTo>
                    <a:pt x="2879" y="544"/>
                  </a:lnTo>
                  <a:cubicBezTo>
                    <a:pt x="3017" y="456"/>
                    <a:pt x="3057" y="274"/>
                    <a:pt x="2969" y="136"/>
                  </a:cubicBezTo>
                  <a:cubicBezTo>
                    <a:pt x="2912" y="48"/>
                    <a:pt x="2816" y="0"/>
                    <a:pt x="27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2"/>
            <p:cNvSpPr/>
            <p:nvPr/>
          </p:nvSpPr>
          <p:spPr>
            <a:xfrm>
              <a:off x="8698978" y="2457767"/>
              <a:ext cx="313502" cy="201764"/>
            </a:xfrm>
            <a:custGeom>
              <a:rect b="b" l="l" r="r" t="t"/>
              <a:pathLst>
                <a:path extrusionOk="0" h="11412" w="17732">
                  <a:moveTo>
                    <a:pt x="17731" y="1"/>
                  </a:moveTo>
                  <a:lnTo>
                    <a:pt x="0" y="1141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2"/>
            <p:cNvSpPr/>
            <p:nvPr/>
          </p:nvSpPr>
          <p:spPr>
            <a:xfrm>
              <a:off x="8693320" y="2452516"/>
              <a:ext cx="325153" cy="212248"/>
            </a:xfrm>
            <a:custGeom>
              <a:rect b="b" l="l" r="r" t="t"/>
              <a:pathLst>
                <a:path extrusionOk="0" h="12005" w="18391">
                  <a:moveTo>
                    <a:pt x="18054" y="1"/>
                  </a:moveTo>
                  <a:cubicBezTo>
                    <a:pt x="17998" y="1"/>
                    <a:pt x="17941" y="17"/>
                    <a:pt x="17891" y="50"/>
                  </a:cubicBezTo>
                  <a:lnTo>
                    <a:pt x="160" y="11459"/>
                  </a:lnTo>
                  <a:cubicBezTo>
                    <a:pt x="51" y="11531"/>
                    <a:pt x="1" y="11665"/>
                    <a:pt x="37" y="11791"/>
                  </a:cubicBezTo>
                  <a:cubicBezTo>
                    <a:pt x="74" y="11917"/>
                    <a:pt x="189" y="12004"/>
                    <a:pt x="320" y="12004"/>
                  </a:cubicBezTo>
                  <a:cubicBezTo>
                    <a:pt x="377" y="12004"/>
                    <a:pt x="434" y="11988"/>
                    <a:pt x="480" y="11956"/>
                  </a:cubicBezTo>
                  <a:lnTo>
                    <a:pt x="18211" y="547"/>
                  </a:lnTo>
                  <a:cubicBezTo>
                    <a:pt x="18351" y="459"/>
                    <a:pt x="18391" y="275"/>
                    <a:pt x="18302" y="137"/>
                  </a:cubicBezTo>
                  <a:cubicBezTo>
                    <a:pt x="18246" y="49"/>
                    <a:pt x="18151" y="1"/>
                    <a:pt x="180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2"/>
            <p:cNvSpPr/>
            <p:nvPr/>
          </p:nvSpPr>
          <p:spPr>
            <a:xfrm>
              <a:off x="7842134" y="3143769"/>
              <a:ext cx="56682" cy="30498"/>
            </a:xfrm>
            <a:custGeom>
              <a:rect b="b" l="l" r="r" t="t"/>
              <a:pathLst>
                <a:path extrusionOk="0" h="1725" w="3206">
                  <a:moveTo>
                    <a:pt x="1837" y="0"/>
                  </a:moveTo>
                  <a:cubicBezTo>
                    <a:pt x="1837" y="0"/>
                    <a:pt x="1" y="767"/>
                    <a:pt x="282" y="1537"/>
                  </a:cubicBezTo>
                  <a:cubicBezTo>
                    <a:pt x="330" y="1670"/>
                    <a:pt x="447" y="1724"/>
                    <a:pt x="608" y="1724"/>
                  </a:cubicBezTo>
                  <a:cubicBezTo>
                    <a:pt x="1389" y="1724"/>
                    <a:pt x="3205" y="442"/>
                    <a:pt x="3205" y="442"/>
                  </a:cubicBezTo>
                  <a:lnTo>
                    <a:pt x="1837" y="0"/>
                  </a:lnTo>
                  <a:close/>
                </a:path>
              </a:pathLst>
            </a:custGeom>
            <a:solidFill>
              <a:srgbClr val="C6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2"/>
            <p:cNvSpPr/>
            <p:nvPr/>
          </p:nvSpPr>
          <p:spPr>
            <a:xfrm>
              <a:off x="7835858" y="3138518"/>
              <a:ext cx="69500" cy="40929"/>
            </a:xfrm>
            <a:custGeom>
              <a:rect b="b" l="l" r="r" t="t"/>
              <a:pathLst>
                <a:path extrusionOk="0" h="2315" w="3931">
                  <a:moveTo>
                    <a:pt x="2207" y="613"/>
                  </a:moveTo>
                  <a:lnTo>
                    <a:pt x="2889" y="834"/>
                  </a:lnTo>
                  <a:cubicBezTo>
                    <a:pt x="2062" y="1362"/>
                    <a:pt x="1268" y="1746"/>
                    <a:pt x="984" y="1746"/>
                  </a:cubicBezTo>
                  <a:cubicBezTo>
                    <a:pt x="955" y="1746"/>
                    <a:pt x="932" y="1742"/>
                    <a:pt x="914" y="1734"/>
                  </a:cubicBezTo>
                  <a:cubicBezTo>
                    <a:pt x="802" y="1427"/>
                    <a:pt x="1577" y="897"/>
                    <a:pt x="2207" y="613"/>
                  </a:cubicBezTo>
                  <a:close/>
                  <a:moveTo>
                    <a:pt x="2191" y="1"/>
                  </a:moveTo>
                  <a:cubicBezTo>
                    <a:pt x="2153" y="1"/>
                    <a:pt x="2114" y="9"/>
                    <a:pt x="2078" y="24"/>
                  </a:cubicBezTo>
                  <a:cubicBezTo>
                    <a:pt x="1728" y="170"/>
                    <a:pt x="1" y="949"/>
                    <a:pt x="359" y="1935"/>
                  </a:cubicBezTo>
                  <a:cubicBezTo>
                    <a:pt x="418" y="2103"/>
                    <a:pt x="555" y="2232"/>
                    <a:pt x="725" y="2283"/>
                  </a:cubicBezTo>
                  <a:cubicBezTo>
                    <a:pt x="793" y="2303"/>
                    <a:pt x="865" y="2314"/>
                    <a:pt x="936" y="2314"/>
                  </a:cubicBezTo>
                  <a:cubicBezTo>
                    <a:pt x="940" y="2314"/>
                    <a:pt x="944" y="2314"/>
                    <a:pt x="948" y="2314"/>
                  </a:cubicBezTo>
                  <a:cubicBezTo>
                    <a:pt x="1772" y="2314"/>
                    <a:pt x="3261" y="1313"/>
                    <a:pt x="3731" y="981"/>
                  </a:cubicBezTo>
                  <a:cubicBezTo>
                    <a:pt x="3930" y="840"/>
                    <a:pt x="3884" y="533"/>
                    <a:pt x="3652" y="458"/>
                  </a:cubicBezTo>
                  <a:lnTo>
                    <a:pt x="2282" y="15"/>
                  </a:lnTo>
                  <a:cubicBezTo>
                    <a:pt x="2253" y="6"/>
                    <a:pt x="2222" y="1"/>
                    <a:pt x="219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32"/>
            <p:cNvSpPr/>
            <p:nvPr/>
          </p:nvSpPr>
          <p:spPr>
            <a:xfrm>
              <a:off x="7862466" y="2987884"/>
              <a:ext cx="196213" cy="181980"/>
            </a:xfrm>
            <a:custGeom>
              <a:rect b="b" l="l" r="r" t="t"/>
              <a:pathLst>
                <a:path extrusionOk="0" h="10293" w="11098">
                  <a:moveTo>
                    <a:pt x="7398" y="0"/>
                  </a:moveTo>
                  <a:lnTo>
                    <a:pt x="0" y="9006"/>
                  </a:lnTo>
                  <a:lnTo>
                    <a:pt x="644" y="10293"/>
                  </a:lnTo>
                  <a:lnTo>
                    <a:pt x="11097" y="7719"/>
                  </a:lnTo>
                  <a:cubicBezTo>
                    <a:pt x="5308" y="5468"/>
                    <a:pt x="7398" y="1"/>
                    <a:pt x="739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32"/>
            <p:cNvSpPr/>
            <p:nvPr/>
          </p:nvSpPr>
          <p:spPr>
            <a:xfrm>
              <a:off x="7856879" y="2982651"/>
              <a:ext cx="207157" cy="192447"/>
            </a:xfrm>
            <a:custGeom>
              <a:rect b="b" l="l" r="r" t="t"/>
              <a:pathLst>
                <a:path extrusionOk="0" h="10885" w="11717">
                  <a:moveTo>
                    <a:pt x="7140" y="1461"/>
                  </a:moveTo>
                  <a:lnTo>
                    <a:pt x="7140" y="1461"/>
                  </a:lnTo>
                  <a:cubicBezTo>
                    <a:pt x="6896" y="3171"/>
                    <a:pt x="7040" y="6197"/>
                    <a:pt x="10502" y="7936"/>
                  </a:cubicBezTo>
                  <a:lnTo>
                    <a:pt x="1118" y="10246"/>
                  </a:lnTo>
                  <a:lnTo>
                    <a:pt x="666" y="9342"/>
                  </a:lnTo>
                  <a:lnTo>
                    <a:pt x="7140" y="1461"/>
                  </a:lnTo>
                  <a:close/>
                  <a:moveTo>
                    <a:pt x="7714" y="1"/>
                  </a:moveTo>
                  <a:cubicBezTo>
                    <a:pt x="7628" y="1"/>
                    <a:pt x="7543" y="38"/>
                    <a:pt x="7485" y="109"/>
                  </a:cubicBezTo>
                  <a:lnTo>
                    <a:pt x="87" y="9114"/>
                  </a:lnTo>
                  <a:cubicBezTo>
                    <a:pt x="14" y="9205"/>
                    <a:pt x="0" y="9330"/>
                    <a:pt x="52" y="9434"/>
                  </a:cubicBezTo>
                  <a:lnTo>
                    <a:pt x="695" y="10721"/>
                  </a:lnTo>
                  <a:cubicBezTo>
                    <a:pt x="745" y="10822"/>
                    <a:pt x="848" y="10885"/>
                    <a:pt x="960" y="10885"/>
                  </a:cubicBezTo>
                  <a:cubicBezTo>
                    <a:pt x="984" y="10885"/>
                    <a:pt x="1008" y="10882"/>
                    <a:pt x="1030" y="10876"/>
                  </a:cubicBezTo>
                  <a:lnTo>
                    <a:pt x="11484" y="8302"/>
                  </a:lnTo>
                  <a:cubicBezTo>
                    <a:pt x="11610" y="8272"/>
                    <a:pt x="11700" y="8164"/>
                    <a:pt x="11708" y="8036"/>
                  </a:cubicBezTo>
                  <a:cubicBezTo>
                    <a:pt x="11717" y="7906"/>
                    <a:pt x="11641" y="7787"/>
                    <a:pt x="11520" y="7741"/>
                  </a:cubicBezTo>
                  <a:cubicBezTo>
                    <a:pt x="6080" y="5624"/>
                    <a:pt x="7911" y="614"/>
                    <a:pt x="7990" y="401"/>
                  </a:cubicBezTo>
                  <a:cubicBezTo>
                    <a:pt x="8042" y="266"/>
                    <a:pt x="7988" y="112"/>
                    <a:pt x="7863" y="41"/>
                  </a:cubicBezTo>
                  <a:cubicBezTo>
                    <a:pt x="7816" y="14"/>
                    <a:pt x="7765" y="1"/>
                    <a:pt x="77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32"/>
            <p:cNvSpPr/>
            <p:nvPr/>
          </p:nvSpPr>
          <p:spPr>
            <a:xfrm>
              <a:off x="9005531" y="2156570"/>
              <a:ext cx="427149" cy="344442"/>
            </a:xfrm>
            <a:custGeom>
              <a:rect b="b" l="l" r="r" t="t"/>
              <a:pathLst>
                <a:path extrusionOk="0" h="19482" w="24160">
                  <a:moveTo>
                    <a:pt x="16840" y="1"/>
                  </a:moveTo>
                  <a:cubicBezTo>
                    <a:pt x="15648" y="1"/>
                    <a:pt x="14441" y="335"/>
                    <a:pt x="13366" y="1035"/>
                  </a:cubicBezTo>
                  <a:lnTo>
                    <a:pt x="524" y="9397"/>
                  </a:lnTo>
                  <a:cubicBezTo>
                    <a:pt x="178" y="10277"/>
                    <a:pt x="0" y="11215"/>
                    <a:pt x="0" y="12162"/>
                  </a:cubicBezTo>
                  <a:cubicBezTo>
                    <a:pt x="0" y="16194"/>
                    <a:pt x="3137" y="19465"/>
                    <a:pt x="7011" y="19482"/>
                  </a:cubicBezTo>
                  <a:lnTo>
                    <a:pt x="20054" y="11887"/>
                  </a:lnTo>
                  <a:cubicBezTo>
                    <a:pt x="23163" y="10078"/>
                    <a:pt x="24160" y="6058"/>
                    <a:pt x="22257" y="3005"/>
                  </a:cubicBezTo>
                  <a:cubicBezTo>
                    <a:pt x="21047" y="1063"/>
                    <a:pt x="18966" y="1"/>
                    <a:pt x="1684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2"/>
            <p:cNvSpPr/>
            <p:nvPr/>
          </p:nvSpPr>
          <p:spPr>
            <a:xfrm>
              <a:off x="9000280" y="2151302"/>
              <a:ext cx="425328" cy="354944"/>
            </a:xfrm>
            <a:custGeom>
              <a:rect b="b" l="l" r="r" t="t"/>
              <a:pathLst>
                <a:path extrusionOk="0" h="20076" w="24057">
                  <a:moveTo>
                    <a:pt x="17130" y="592"/>
                  </a:moveTo>
                  <a:cubicBezTo>
                    <a:pt x="17572" y="592"/>
                    <a:pt x="18017" y="640"/>
                    <a:pt x="18459" y="738"/>
                  </a:cubicBezTo>
                  <a:cubicBezTo>
                    <a:pt x="20067" y="1096"/>
                    <a:pt x="21433" y="2062"/>
                    <a:pt x="22303" y="3459"/>
                  </a:cubicBezTo>
                  <a:cubicBezTo>
                    <a:pt x="23180" y="4867"/>
                    <a:pt x="23443" y="6529"/>
                    <a:pt x="23044" y="8139"/>
                  </a:cubicBezTo>
                  <a:cubicBezTo>
                    <a:pt x="22645" y="9749"/>
                    <a:pt x="21635" y="11096"/>
                    <a:pt x="20203" y="11931"/>
                  </a:cubicBezTo>
                  <a:lnTo>
                    <a:pt x="7228" y="19483"/>
                  </a:lnTo>
                  <a:cubicBezTo>
                    <a:pt x="3562" y="19422"/>
                    <a:pt x="592" y="16290"/>
                    <a:pt x="592" y="12460"/>
                  </a:cubicBezTo>
                  <a:cubicBezTo>
                    <a:pt x="592" y="11581"/>
                    <a:pt x="751" y="10711"/>
                    <a:pt x="1062" y="9890"/>
                  </a:cubicBezTo>
                  <a:lnTo>
                    <a:pt x="13824" y="1579"/>
                  </a:lnTo>
                  <a:cubicBezTo>
                    <a:pt x="14825" y="929"/>
                    <a:pt x="15966" y="592"/>
                    <a:pt x="17130" y="592"/>
                  </a:cubicBezTo>
                  <a:close/>
                  <a:moveTo>
                    <a:pt x="17127" y="1"/>
                  </a:moveTo>
                  <a:cubicBezTo>
                    <a:pt x="15850" y="1"/>
                    <a:pt x="14599" y="369"/>
                    <a:pt x="13502" y="1085"/>
                  </a:cubicBezTo>
                  <a:lnTo>
                    <a:pt x="660" y="9447"/>
                  </a:lnTo>
                  <a:cubicBezTo>
                    <a:pt x="607" y="9481"/>
                    <a:pt x="568" y="9529"/>
                    <a:pt x="546" y="9587"/>
                  </a:cubicBezTo>
                  <a:cubicBezTo>
                    <a:pt x="185" y="10501"/>
                    <a:pt x="0" y="11477"/>
                    <a:pt x="2" y="12460"/>
                  </a:cubicBezTo>
                  <a:cubicBezTo>
                    <a:pt x="2" y="16642"/>
                    <a:pt x="3278" y="20058"/>
                    <a:pt x="7305" y="20076"/>
                  </a:cubicBezTo>
                  <a:lnTo>
                    <a:pt x="7306" y="20076"/>
                  </a:lnTo>
                  <a:cubicBezTo>
                    <a:pt x="7358" y="20074"/>
                    <a:pt x="7410" y="20062"/>
                    <a:pt x="7455" y="20035"/>
                  </a:cubicBezTo>
                  <a:lnTo>
                    <a:pt x="20500" y="12441"/>
                  </a:lnTo>
                  <a:cubicBezTo>
                    <a:pt x="22072" y="11526"/>
                    <a:pt x="23179" y="10049"/>
                    <a:pt x="23618" y="8281"/>
                  </a:cubicBezTo>
                  <a:cubicBezTo>
                    <a:pt x="24056" y="6515"/>
                    <a:pt x="23767" y="4692"/>
                    <a:pt x="22805" y="3147"/>
                  </a:cubicBezTo>
                  <a:cubicBezTo>
                    <a:pt x="21849" y="1613"/>
                    <a:pt x="20351" y="553"/>
                    <a:pt x="18587" y="162"/>
                  </a:cubicBezTo>
                  <a:cubicBezTo>
                    <a:pt x="18101" y="54"/>
                    <a:pt x="17612" y="1"/>
                    <a:pt x="171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32"/>
            <p:cNvSpPr/>
            <p:nvPr/>
          </p:nvSpPr>
          <p:spPr>
            <a:xfrm>
              <a:off x="9056680" y="2156570"/>
              <a:ext cx="376001" cy="310974"/>
            </a:xfrm>
            <a:custGeom>
              <a:rect b="b" l="l" r="r" t="t"/>
              <a:pathLst>
                <a:path extrusionOk="0" h="17589" w="21267">
                  <a:moveTo>
                    <a:pt x="13947" y="1"/>
                  </a:moveTo>
                  <a:cubicBezTo>
                    <a:pt x="12755" y="1"/>
                    <a:pt x="11548" y="335"/>
                    <a:pt x="10473" y="1035"/>
                  </a:cubicBezTo>
                  <a:lnTo>
                    <a:pt x="715" y="7389"/>
                  </a:lnTo>
                  <a:cubicBezTo>
                    <a:pt x="245" y="8362"/>
                    <a:pt x="1" y="9430"/>
                    <a:pt x="2" y="10513"/>
                  </a:cubicBezTo>
                  <a:cubicBezTo>
                    <a:pt x="2" y="14421"/>
                    <a:pt x="3098" y="17588"/>
                    <a:pt x="6918" y="17588"/>
                  </a:cubicBezTo>
                  <a:cubicBezTo>
                    <a:pt x="7080" y="17588"/>
                    <a:pt x="7240" y="17582"/>
                    <a:pt x="7400" y="17571"/>
                  </a:cubicBezTo>
                  <a:lnTo>
                    <a:pt x="17161" y="11887"/>
                  </a:lnTo>
                  <a:cubicBezTo>
                    <a:pt x="20270" y="10078"/>
                    <a:pt x="21267" y="6058"/>
                    <a:pt x="19364" y="3005"/>
                  </a:cubicBezTo>
                  <a:cubicBezTo>
                    <a:pt x="18154" y="1063"/>
                    <a:pt x="16073" y="1"/>
                    <a:pt x="1394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32"/>
            <p:cNvSpPr/>
            <p:nvPr/>
          </p:nvSpPr>
          <p:spPr>
            <a:xfrm>
              <a:off x="9051429" y="2151302"/>
              <a:ext cx="374180" cy="321475"/>
            </a:xfrm>
            <a:custGeom>
              <a:rect b="b" l="l" r="r" t="t"/>
              <a:pathLst>
                <a:path extrusionOk="0" h="18183" w="21164">
                  <a:moveTo>
                    <a:pt x="14238" y="592"/>
                  </a:moveTo>
                  <a:cubicBezTo>
                    <a:pt x="14680" y="592"/>
                    <a:pt x="15125" y="640"/>
                    <a:pt x="15567" y="738"/>
                  </a:cubicBezTo>
                  <a:cubicBezTo>
                    <a:pt x="17175" y="1096"/>
                    <a:pt x="18540" y="2062"/>
                    <a:pt x="19411" y="3459"/>
                  </a:cubicBezTo>
                  <a:cubicBezTo>
                    <a:pt x="20288" y="4867"/>
                    <a:pt x="20552" y="6529"/>
                    <a:pt x="20152" y="8139"/>
                  </a:cubicBezTo>
                  <a:cubicBezTo>
                    <a:pt x="19753" y="9749"/>
                    <a:pt x="18744" y="11095"/>
                    <a:pt x="17310" y="11931"/>
                  </a:cubicBezTo>
                  <a:lnTo>
                    <a:pt x="7609" y="17578"/>
                  </a:lnTo>
                  <a:cubicBezTo>
                    <a:pt x="7478" y="17587"/>
                    <a:pt x="7347" y="17590"/>
                    <a:pt x="7215" y="17590"/>
                  </a:cubicBezTo>
                  <a:cubicBezTo>
                    <a:pt x="3565" y="17590"/>
                    <a:pt x="595" y="14549"/>
                    <a:pt x="595" y="10811"/>
                  </a:cubicBezTo>
                  <a:cubicBezTo>
                    <a:pt x="592" y="9801"/>
                    <a:pt x="814" y="8802"/>
                    <a:pt x="1243" y="7888"/>
                  </a:cubicBezTo>
                  <a:lnTo>
                    <a:pt x="10933" y="1579"/>
                  </a:lnTo>
                  <a:cubicBezTo>
                    <a:pt x="11933" y="929"/>
                    <a:pt x="13074" y="592"/>
                    <a:pt x="14238" y="592"/>
                  </a:cubicBezTo>
                  <a:close/>
                  <a:moveTo>
                    <a:pt x="14234" y="1"/>
                  </a:moveTo>
                  <a:cubicBezTo>
                    <a:pt x="12957" y="1"/>
                    <a:pt x="11706" y="369"/>
                    <a:pt x="10609" y="1085"/>
                  </a:cubicBezTo>
                  <a:lnTo>
                    <a:pt x="850" y="7439"/>
                  </a:lnTo>
                  <a:cubicBezTo>
                    <a:pt x="805" y="7468"/>
                    <a:pt x="769" y="7509"/>
                    <a:pt x="746" y="7558"/>
                  </a:cubicBezTo>
                  <a:cubicBezTo>
                    <a:pt x="255" y="8572"/>
                    <a:pt x="1" y="9684"/>
                    <a:pt x="4" y="10811"/>
                  </a:cubicBezTo>
                  <a:cubicBezTo>
                    <a:pt x="4" y="14875"/>
                    <a:pt x="3239" y="18182"/>
                    <a:pt x="7215" y="18182"/>
                  </a:cubicBezTo>
                  <a:cubicBezTo>
                    <a:pt x="7383" y="18182"/>
                    <a:pt x="7551" y="18176"/>
                    <a:pt x="7717" y="18163"/>
                  </a:cubicBezTo>
                  <a:cubicBezTo>
                    <a:pt x="7762" y="18161"/>
                    <a:pt x="7805" y="18147"/>
                    <a:pt x="7846" y="18124"/>
                  </a:cubicBezTo>
                  <a:lnTo>
                    <a:pt x="17607" y="12441"/>
                  </a:lnTo>
                  <a:cubicBezTo>
                    <a:pt x="19179" y="11526"/>
                    <a:pt x="20286" y="10049"/>
                    <a:pt x="20725" y="8281"/>
                  </a:cubicBezTo>
                  <a:cubicBezTo>
                    <a:pt x="21163" y="6515"/>
                    <a:pt x="20874" y="4692"/>
                    <a:pt x="19912" y="3147"/>
                  </a:cubicBezTo>
                  <a:cubicBezTo>
                    <a:pt x="18956" y="1612"/>
                    <a:pt x="17458" y="553"/>
                    <a:pt x="15694" y="162"/>
                  </a:cubicBezTo>
                  <a:cubicBezTo>
                    <a:pt x="15208" y="54"/>
                    <a:pt x="14719" y="1"/>
                    <a:pt x="1423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2"/>
            <p:cNvSpPr/>
            <p:nvPr/>
          </p:nvSpPr>
          <p:spPr>
            <a:xfrm>
              <a:off x="8597990" y="2534251"/>
              <a:ext cx="31700" cy="62676"/>
            </a:xfrm>
            <a:custGeom>
              <a:rect b="b" l="l" r="r" t="t"/>
              <a:pathLst>
                <a:path extrusionOk="0" h="3545" w="1793">
                  <a:moveTo>
                    <a:pt x="1793" y="1"/>
                  </a:moveTo>
                  <a:cubicBezTo>
                    <a:pt x="1793" y="1"/>
                    <a:pt x="364" y="1"/>
                    <a:pt x="364" y="652"/>
                  </a:cubicBezTo>
                  <a:cubicBezTo>
                    <a:pt x="364" y="1291"/>
                    <a:pt x="0" y="3544"/>
                    <a:pt x="778" y="3544"/>
                  </a:cubicBezTo>
                  <a:cubicBezTo>
                    <a:pt x="791" y="3544"/>
                    <a:pt x="803" y="3544"/>
                    <a:pt x="816" y="3542"/>
                  </a:cubicBezTo>
                  <a:cubicBezTo>
                    <a:pt x="1642" y="3471"/>
                    <a:pt x="1568" y="2025"/>
                    <a:pt x="1643" y="1519"/>
                  </a:cubicBezTo>
                  <a:cubicBezTo>
                    <a:pt x="1717" y="1012"/>
                    <a:pt x="1793" y="1"/>
                    <a:pt x="17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2"/>
            <p:cNvSpPr/>
            <p:nvPr/>
          </p:nvSpPr>
          <p:spPr>
            <a:xfrm>
              <a:off x="8596487" y="2529017"/>
              <a:ext cx="38648" cy="73142"/>
            </a:xfrm>
            <a:custGeom>
              <a:rect b="b" l="l" r="r" t="t"/>
              <a:pathLst>
                <a:path extrusionOk="0" h="4137" w="2186">
                  <a:moveTo>
                    <a:pt x="1556" y="612"/>
                  </a:moveTo>
                  <a:cubicBezTo>
                    <a:pt x="1527" y="949"/>
                    <a:pt x="1480" y="1462"/>
                    <a:pt x="1436" y="1771"/>
                  </a:cubicBezTo>
                  <a:cubicBezTo>
                    <a:pt x="1421" y="1868"/>
                    <a:pt x="1411" y="1995"/>
                    <a:pt x="1401" y="2141"/>
                  </a:cubicBezTo>
                  <a:cubicBezTo>
                    <a:pt x="1364" y="2652"/>
                    <a:pt x="1304" y="3507"/>
                    <a:pt x="828" y="3530"/>
                  </a:cubicBezTo>
                  <a:cubicBezTo>
                    <a:pt x="579" y="3284"/>
                    <a:pt x="673" y="2044"/>
                    <a:pt x="713" y="1515"/>
                  </a:cubicBezTo>
                  <a:cubicBezTo>
                    <a:pt x="730" y="1281"/>
                    <a:pt x="745" y="1081"/>
                    <a:pt x="745" y="948"/>
                  </a:cubicBezTo>
                  <a:cubicBezTo>
                    <a:pt x="745" y="789"/>
                    <a:pt x="1133" y="658"/>
                    <a:pt x="1556" y="612"/>
                  </a:cubicBezTo>
                  <a:close/>
                  <a:moveTo>
                    <a:pt x="1878" y="1"/>
                  </a:moveTo>
                  <a:cubicBezTo>
                    <a:pt x="1700" y="1"/>
                    <a:pt x="153" y="27"/>
                    <a:pt x="153" y="946"/>
                  </a:cubicBezTo>
                  <a:cubicBezTo>
                    <a:pt x="153" y="1070"/>
                    <a:pt x="138" y="1254"/>
                    <a:pt x="123" y="1470"/>
                  </a:cubicBezTo>
                  <a:cubicBezTo>
                    <a:pt x="39" y="2587"/>
                    <a:pt x="1" y="3545"/>
                    <a:pt x="411" y="3950"/>
                  </a:cubicBezTo>
                  <a:cubicBezTo>
                    <a:pt x="530" y="4070"/>
                    <a:pt x="690" y="4137"/>
                    <a:pt x="858" y="4137"/>
                  </a:cubicBezTo>
                  <a:cubicBezTo>
                    <a:pt x="860" y="4137"/>
                    <a:pt x="862" y="4137"/>
                    <a:pt x="863" y="4137"/>
                  </a:cubicBezTo>
                  <a:cubicBezTo>
                    <a:pt x="883" y="4137"/>
                    <a:pt x="905" y="4136"/>
                    <a:pt x="926" y="4133"/>
                  </a:cubicBezTo>
                  <a:cubicBezTo>
                    <a:pt x="1857" y="4052"/>
                    <a:pt x="1940" y="2883"/>
                    <a:pt x="1990" y="2184"/>
                  </a:cubicBezTo>
                  <a:cubicBezTo>
                    <a:pt x="1999" y="2056"/>
                    <a:pt x="2006" y="1942"/>
                    <a:pt x="2019" y="1858"/>
                  </a:cubicBezTo>
                  <a:cubicBezTo>
                    <a:pt x="2096" y="1347"/>
                    <a:pt x="2169" y="360"/>
                    <a:pt x="2173" y="318"/>
                  </a:cubicBezTo>
                  <a:cubicBezTo>
                    <a:pt x="2185" y="147"/>
                    <a:pt x="2049" y="1"/>
                    <a:pt x="18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32"/>
            <p:cNvSpPr/>
            <p:nvPr/>
          </p:nvSpPr>
          <p:spPr>
            <a:xfrm>
              <a:off x="8619241" y="2490882"/>
              <a:ext cx="38100" cy="86950"/>
            </a:xfrm>
            <a:custGeom>
              <a:rect b="b" l="l" r="r" t="t"/>
              <a:pathLst>
                <a:path extrusionOk="0" h="4918" w="2155">
                  <a:moveTo>
                    <a:pt x="1479" y="1"/>
                  </a:moveTo>
                  <a:cubicBezTo>
                    <a:pt x="1123" y="1"/>
                    <a:pt x="731" y="99"/>
                    <a:pt x="583" y="492"/>
                  </a:cubicBezTo>
                  <a:cubicBezTo>
                    <a:pt x="291" y="1269"/>
                    <a:pt x="1" y="4917"/>
                    <a:pt x="844" y="4917"/>
                  </a:cubicBezTo>
                  <a:cubicBezTo>
                    <a:pt x="855" y="4917"/>
                    <a:pt x="867" y="4916"/>
                    <a:pt x="878" y="4915"/>
                  </a:cubicBezTo>
                  <a:cubicBezTo>
                    <a:pt x="1762" y="4817"/>
                    <a:pt x="1958" y="1475"/>
                    <a:pt x="2155" y="99"/>
                  </a:cubicBezTo>
                  <a:cubicBezTo>
                    <a:pt x="2155" y="99"/>
                    <a:pt x="1835" y="1"/>
                    <a:pt x="14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32"/>
            <p:cNvSpPr/>
            <p:nvPr/>
          </p:nvSpPr>
          <p:spPr>
            <a:xfrm>
              <a:off x="8614450" y="2485613"/>
              <a:ext cx="48408" cy="97434"/>
            </a:xfrm>
            <a:custGeom>
              <a:rect b="b" l="l" r="r" t="t"/>
              <a:pathLst>
                <a:path extrusionOk="0" h="5511" w="2738">
                  <a:moveTo>
                    <a:pt x="1745" y="594"/>
                  </a:moveTo>
                  <a:cubicBezTo>
                    <a:pt x="1863" y="595"/>
                    <a:pt x="1981" y="606"/>
                    <a:pt x="2097" y="627"/>
                  </a:cubicBezTo>
                  <a:cubicBezTo>
                    <a:pt x="2074" y="812"/>
                    <a:pt x="2050" y="1019"/>
                    <a:pt x="2024" y="1241"/>
                  </a:cubicBezTo>
                  <a:cubicBezTo>
                    <a:pt x="1922" y="2136"/>
                    <a:pt x="1611" y="4863"/>
                    <a:pt x="1124" y="4920"/>
                  </a:cubicBezTo>
                  <a:cubicBezTo>
                    <a:pt x="731" y="4707"/>
                    <a:pt x="799" y="1776"/>
                    <a:pt x="1130" y="893"/>
                  </a:cubicBezTo>
                  <a:cubicBezTo>
                    <a:pt x="1218" y="657"/>
                    <a:pt x="1484" y="594"/>
                    <a:pt x="1743" y="594"/>
                  </a:cubicBezTo>
                  <a:close/>
                  <a:moveTo>
                    <a:pt x="1760" y="0"/>
                  </a:moveTo>
                  <a:cubicBezTo>
                    <a:pt x="1275" y="0"/>
                    <a:pt x="774" y="159"/>
                    <a:pt x="576" y="687"/>
                  </a:cubicBezTo>
                  <a:cubicBezTo>
                    <a:pt x="314" y="1388"/>
                    <a:pt x="1" y="4450"/>
                    <a:pt x="630" y="5257"/>
                  </a:cubicBezTo>
                  <a:cubicBezTo>
                    <a:pt x="759" y="5422"/>
                    <a:pt x="927" y="5510"/>
                    <a:pt x="1114" y="5510"/>
                  </a:cubicBezTo>
                  <a:cubicBezTo>
                    <a:pt x="1135" y="5510"/>
                    <a:pt x="1158" y="5509"/>
                    <a:pt x="1179" y="5506"/>
                  </a:cubicBezTo>
                  <a:cubicBezTo>
                    <a:pt x="2073" y="5407"/>
                    <a:pt x="2346" y="3626"/>
                    <a:pt x="2612" y="1308"/>
                  </a:cubicBezTo>
                  <a:cubicBezTo>
                    <a:pt x="2649" y="977"/>
                    <a:pt x="2684" y="678"/>
                    <a:pt x="2718" y="439"/>
                  </a:cubicBezTo>
                  <a:cubicBezTo>
                    <a:pt x="2738" y="295"/>
                    <a:pt x="2651" y="157"/>
                    <a:pt x="2513" y="114"/>
                  </a:cubicBezTo>
                  <a:cubicBezTo>
                    <a:pt x="2305" y="51"/>
                    <a:pt x="2035" y="0"/>
                    <a:pt x="17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32"/>
            <p:cNvSpPr/>
            <p:nvPr/>
          </p:nvSpPr>
          <p:spPr>
            <a:xfrm>
              <a:off x="8646910" y="2484941"/>
              <a:ext cx="45172" cy="80674"/>
            </a:xfrm>
            <a:custGeom>
              <a:rect b="b" l="l" r="r" t="t"/>
              <a:pathLst>
                <a:path extrusionOk="0" h="4563" w="2555">
                  <a:moveTo>
                    <a:pt x="1224" y="1"/>
                  </a:moveTo>
                  <a:cubicBezTo>
                    <a:pt x="969" y="1"/>
                    <a:pt x="736" y="114"/>
                    <a:pt x="590" y="435"/>
                  </a:cubicBezTo>
                  <a:cubicBezTo>
                    <a:pt x="99" y="1516"/>
                    <a:pt x="0" y="4562"/>
                    <a:pt x="590" y="4562"/>
                  </a:cubicBezTo>
                  <a:cubicBezTo>
                    <a:pt x="1180" y="4562"/>
                    <a:pt x="2064" y="3285"/>
                    <a:pt x="2260" y="2597"/>
                  </a:cubicBezTo>
                  <a:cubicBezTo>
                    <a:pt x="2457" y="1908"/>
                    <a:pt x="2555" y="632"/>
                    <a:pt x="2555" y="632"/>
                  </a:cubicBezTo>
                  <a:cubicBezTo>
                    <a:pt x="2555" y="632"/>
                    <a:pt x="1828" y="1"/>
                    <a:pt x="122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32"/>
            <p:cNvSpPr/>
            <p:nvPr/>
          </p:nvSpPr>
          <p:spPr>
            <a:xfrm>
              <a:off x="8641695" y="2479725"/>
              <a:ext cx="55745" cy="91123"/>
            </a:xfrm>
            <a:custGeom>
              <a:rect b="b" l="l" r="r" t="t"/>
              <a:pathLst>
                <a:path extrusionOk="0" h="5154" w="3153">
                  <a:moveTo>
                    <a:pt x="1522" y="591"/>
                  </a:moveTo>
                  <a:cubicBezTo>
                    <a:pt x="1829" y="591"/>
                    <a:pt x="2261" y="841"/>
                    <a:pt x="2542" y="1058"/>
                  </a:cubicBezTo>
                  <a:cubicBezTo>
                    <a:pt x="2510" y="1412"/>
                    <a:pt x="2418" y="2297"/>
                    <a:pt x="2271" y="2812"/>
                  </a:cubicBezTo>
                  <a:cubicBezTo>
                    <a:pt x="2078" y="3484"/>
                    <a:pt x="1314" y="4470"/>
                    <a:pt x="935" y="4557"/>
                  </a:cubicBezTo>
                  <a:cubicBezTo>
                    <a:pt x="682" y="4161"/>
                    <a:pt x="702" y="1846"/>
                    <a:pt x="1154" y="854"/>
                  </a:cubicBezTo>
                  <a:cubicBezTo>
                    <a:pt x="1241" y="661"/>
                    <a:pt x="1348" y="617"/>
                    <a:pt x="1421" y="602"/>
                  </a:cubicBezTo>
                  <a:cubicBezTo>
                    <a:pt x="1454" y="594"/>
                    <a:pt x="1488" y="591"/>
                    <a:pt x="1522" y="591"/>
                  </a:cubicBezTo>
                  <a:close/>
                  <a:moveTo>
                    <a:pt x="1519" y="0"/>
                  </a:moveTo>
                  <a:cubicBezTo>
                    <a:pt x="1444" y="0"/>
                    <a:pt x="1369" y="8"/>
                    <a:pt x="1296" y="24"/>
                  </a:cubicBezTo>
                  <a:cubicBezTo>
                    <a:pt x="1086" y="69"/>
                    <a:pt x="798" y="208"/>
                    <a:pt x="617" y="607"/>
                  </a:cubicBezTo>
                  <a:cubicBezTo>
                    <a:pt x="167" y="1595"/>
                    <a:pt x="1" y="4191"/>
                    <a:pt x="453" y="4893"/>
                  </a:cubicBezTo>
                  <a:cubicBezTo>
                    <a:pt x="599" y="5119"/>
                    <a:pt x="786" y="5153"/>
                    <a:pt x="885" y="5153"/>
                  </a:cubicBezTo>
                  <a:cubicBezTo>
                    <a:pt x="1714" y="5153"/>
                    <a:pt x="2650" y="3639"/>
                    <a:pt x="2840" y="2974"/>
                  </a:cubicBezTo>
                  <a:cubicBezTo>
                    <a:pt x="3043" y="2265"/>
                    <a:pt x="3141" y="1002"/>
                    <a:pt x="3145" y="949"/>
                  </a:cubicBezTo>
                  <a:cubicBezTo>
                    <a:pt x="3152" y="855"/>
                    <a:pt x="3114" y="764"/>
                    <a:pt x="3044" y="703"/>
                  </a:cubicBezTo>
                  <a:cubicBezTo>
                    <a:pt x="2954" y="624"/>
                    <a:pt x="2210" y="0"/>
                    <a:pt x="15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32"/>
            <p:cNvSpPr/>
            <p:nvPr/>
          </p:nvSpPr>
          <p:spPr>
            <a:xfrm>
              <a:off x="8664254" y="2483297"/>
              <a:ext cx="64338" cy="71728"/>
            </a:xfrm>
            <a:custGeom>
              <a:rect b="b" l="l" r="r" t="t"/>
              <a:pathLst>
                <a:path extrusionOk="0" h="4057" w="3639">
                  <a:moveTo>
                    <a:pt x="1585" y="0"/>
                  </a:moveTo>
                  <a:cubicBezTo>
                    <a:pt x="1538" y="0"/>
                    <a:pt x="1501" y="12"/>
                    <a:pt x="1476" y="37"/>
                  </a:cubicBezTo>
                  <a:cubicBezTo>
                    <a:pt x="1181" y="332"/>
                    <a:pt x="0" y="3359"/>
                    <a:pt x="887" y="3968"/>
                  </a:cubicBezTo>
                  <a:cubicBezTo>
                    <a:pt x="976" y="4029"/>
                    <a:pt x="1067" y="4057"/>
                    <a:pt x="1160" y="4057"/>
                  </a:cubicBezTo>
                  <a:cubicBezTo>
                    <a:pt x="1987" y="4057"/>
                    <a:pt x="2892" y="1860"/>
                    <a:pt x="2892" y="1860"/>
                  </a:cubicBezTo>
                  <a:lnTo>
                    <a:pt x="3639" y="1314"/>
                  </a:lnTo>
                  <a:cubicBezTo>
                    <a:pt x="3639" y="1314"/>
                    <a:pt x="2079" y="0"/>
                    <a:pt x="158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2"/>
            <p:cNvSpPr/>
            <p:nvPr/>
          </p:nvSpPr>
          <p:spPr>
            <a:xfrm>
              <a:off x="8667278" y="2477993"/>
              <a:ext cx="67255" cy="82265"/>
            </a:xfrm>
            <a:custGeom>
              <a:rect b="b" l="l" r="r" t="t"/>
              <a:pathLst>
                <a:path extrusionOk="0" h="4653" w="3804">
                  <a:moveTo>
                    <a:pt x="1472" y="606"/>
                  </a:moveTo>
                  <a:cubicBezTo>
                    <a:pt x="1718" y="676"/>
                    <a:pt x="2342" y="1088"/>
                    <a:pt x="2984" y="1601"/>
                  </a:cubicBezTo>
                  <a:lnTo>
                    <a:pt x="2546" y="1922"/>
                  </a:lnTo>
                  <a:cubicBezTo>
                    <a:pt x="2502" y="1954"/>
                    <a:pt x="2468" y="1998"/>
                    <a:pt x="2448" y="2048"/>
                  </a:cubicBezTo>
                  <a:cubicBezTo>
                    <a:pt x="2138" y="2799"/>
                    <a:pt x="1501" y="3918"/>
                    <a:pt x="1054" y="4050"/>
                  </a:cubicBezTo>
                  <a:cubicBezTo>
                    <a:pt x="1031" y="4057"/>
                    <a:pt x="1010" y="4061"/>
                    <a:pt x="989" y="4061"/>
                  </a:cubicBezTo>
                  <a:cubicBezTo>
                    <a:pt x="952" y="4061"/>
                    <a:pt x="919" y="4049"/>
                    <a:pt x="883" y="4024"/>
                  </a:cubicBezTo>
                  <a:cubicBezTo>
                    <a:pt x="763" y="3942"/>
                    <a:pt x="718" y="3751"/>
                    <a:pt x="699" y="3605"/>
                  </a:cubicBezTo>
                  <a:cubicBezTo>
                    <a:pt x="587" y="2678"/>
                    <a:pt x="1233" y="993"/>
                    <a:pt x="1472" y="606"/>
                  </a:cubicBezTo>
                  <a:close/>
                  <a:moveTo>
                    <a:pt x="1390" y="0"/>
                  </a:moveTo>
                  <a:cubicBezTo>
                    <a:pt x="1223" y="0"/>
                    <a:pt x="1148" y="76"/>
                    <a:pt x="1097" y="127"/>
                  </a:cubicBezTo>
                  <a:cubicBezTo>
                    <a:pt x="780" y="444"/>
                    <a:pt x="0" y="2463"/>
                    <a:pt x="106" y="3611"/>
                  </a:cubicBezTo>
                  <a:cubicBezTo>
                    <a:pt x="145" y="4033"/>
                    <a:pt x="294" y="4336"/>
                    <a:pt x="548" y="4511"/>
                  </a:cubicBezTo>
                  <a:cubicBezTo>
                    <a:pt x="678" y="4602"/>
                    <a:pt x="831" y="4651"/>
                    <a:pt x="989" y="4652"/>
                  </a:cubicBezTo>
                  <a:cubicBezTo>
                    <a:pt x="1068" y="4652"/>
                    <a:pt x="1147" y="4639"/>
                    <a:pt x="1223" y="4617"/>
                  </a:cubicBezTo>
                  <a:cubicBezTo>
                    <a:pt x="2045" y="4373"/>
                    <a:pt x="2760" y="2823"/>
                    <a:pt x="2962" y="2351"/>
                  </a:cubicBezTo>
                  <a:lnTo>
                    <a:pt x="3643" y="1852"/>
                  </a:lnTo>
                  <a:cubicBezTo>
                    <a:pt x="3796" y="1739"/>
                    <a:pt x="3804" y="1511"/>
                    <a:pt x="3658" y="1387"/>
                  </a:cubicBezTo>
                  <a:cubicBezTo>
                    <a:pt x="2313" y="255"/>
                    <a:pt x="1697" y="0"/>
                    <a:pt x="13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2"/>
            <p:cNvSpPr/>
            <p:nvPr/>
          </p:nvSpPr>
          <p:spPr>
            <a:xfrm>
              <a:off x="8247890" y="2513494"/>
              <a:ext cx="358727" cy="423772"/>
            </a:xfrm>
            <a:custGeom>
              <a:rect b="b" l="l" r="r" t="t"/>
              <a:pathLst>
                <a:path extrusionOk="0" h="23969" w="20290">
                  <a:moveTo>
                    <a:pt x="7449" y="0"/>
                  </a:moveTo>
                  <a:cubicBezTo>
                    <a:pt x="6618" y="0"/>
                    <a:pt x="5715" y="135"/>
                    <a:pt x="4730" y="419"/>
                  </a:cubicBezTo>
                  <a:cubicBezTo>
                    <a:pt x="0" y="1785"/>
                    <a:pt x="209" y="8934"/>
                    <a:pt x="209" y="8934"/>
                  </a:cubicBezTo>
                  <a:cubicBezTo>
                    <a:pt x="209" y="8934"/>
                    <a:pt x="420" y="12088"/>
                    <a:pt x="1261" y="12824"/>
                  </a:cubicBezTo>
                  <a:cubicBezTo>
                    <a:pt x="2102" y="13560"/>
                    <a:pt x="2628" y="14296"/>
                    <a:pt x="2628" y="14296"/>
                  </a:cubicBezTo>
                  <a:cubicBezTo>
                    <a:pt x="2628" y="14296"/>
                    <a:pt x="2838" y="15768"/>
                    <a:pt x="2838" y="16714"/>
                  </a:cubicBezTo>
                  <a:cubicBezTo>
                    <a:pt x="2838" y="17487"/>
                    <a:pt x="3260" y="17558"/>
                    <a:pt x="3700" y="17558"/>
                  </a:cubicBezTo>
                  <a:cubicBezTo>
                    <a:pt x="3799" y="17558"/>
                    <a:pt x="3898" y="17555"/>
                    <a:pt x="3994" y="17555"/>
                  </a:cubicBezTo>
                  <a:cubicBezTo>
                    <a:pt x="4520" y="17555"/>
                    <a:pt x="5466" y="19342"/>
                    <a:pt x="5992" y="20183"/>
                  </a:cubicBezTo>
                  <a:cubicBezTo>
                    <a:pt x="6517" y="21024"/>
                    <a:pt x="8620" y="22811"/>
                    <a:pt x="9566" y="23337"/>
                  </a:cubicBezTo>
                  <a:cubicBezTo>
                    <a:pt x="9676" y="23398"/>
                    <a:pt x="9795" y="23425"/>
                    <a:pt x="9918" y="23425"/>
                  </a:cubicBezTo>
                  <a:cubicBezTo>
                    <a:pt x="10857" y="23425"/>
                    <a:pt x="12089" y="21865"/>
                    <a:pt x="12089" y="21865"/>
                  </a:cubicBezTo>
                  <a:lnTo>
                    <a:pt x="12825" y="23968"/>
                  </a:lnTo>
                  <a:lnTo>
                    <a:pt x="20289" y="19132"/>
                  </a:lnTo>
                  <a:lnTo>
                    <a:pt x="16609" y="11983"/>
                  </a:lnTo>
                  <a:cubicBezTo>
                    <a:pt x="16609" y="11983"/>
                    <a:pt x="16505" y="8724"/>
                    <a:pt x="14402" y="4939"/>
                  </a:cubicBezTo>
                  <a:cubicBezTo>
                    <a:pt x="12737" y="1943"/>
                    <a:pt x="10611" y="0"/>
                    <a:pt x="744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32"/>
            <p:cNvSpPr/>
            <p:nvPr/>
          </p:nvSpPr>
          <p:spPr>
            <a:xfrm>
              <a:off x="8243541" y="2508243"/>
              <a:ext cx="368982" cy="434221"/>
            </a:xfrm>
            <a:custGeom>
              <a:rect b="b" l="l" r="r" t="t"/>
              <a:pathLst>
                <a:path extrusionOk="0" h="24560" w="20870">
                  <a:moveTo>
                    <a:pt x="7714" y="587"/>
                  </a:moveTo>
                  <a:cubicBezTo>
                    <a:pt x="10467" y="587"/>
                    <a:pt x="12587" y="2135"/>
                    <a:pt x="14390" y="5380"/>
                  </a:cubicBezTo>
                  <a:cubicBezTo>
                    <a:pt x="16430" y="9051"/>
                    <a:pt x="16561" y="12258"/>
                    <a:pt x="16561" y="12289"/>
                  </a:cubicBezTo>
                  <a:cubicBezTo>
                    <a:pt x="16563" y="12333"/>
                    <a:pt x="16575" y="12376"/>
                    <a:pt x="16595" y="12415"/>
                  </a:cubicBezTo>
                  <a:lnTo>
                    <a:pt x="20151" y="19326"/>
                  </a:lnTo>
                  <a:lnTo>
                    <a:pt x="13227" y="23812"/>
                  </a:lnTo>
                  <a:lnTo>
                    <a:pt x="12615" y="22064"/>
                  </a:lnTo>
                  <a:cubicBezTo>
                    <a:pt x="12578" y="21962"/>
                    <a:pt x="12490" y="21888"/>
                    <a:pt x="12385" y="21870"/>
                  </a:cubicBezTo>
                  <a:cubicBezTo>
                    <a:pt x="12368" y="21868"/>
                    <a:pt x="12352" y="21867"/>
                    <a:pt x="12335" y="21867"/>
                  </a:cubicBezTo>
                  <a:cubicBezTo>
                    <a:pt x="12245" y="21867"/>
                    <a:pt x="12160" y="21908"/>
                    <a:pt x="12104" y="21979"/>
                  </a:cubicBezTo>
                  <a:cubicBezTo>
                    <a:pt x="11695" y="22497"/>
                    <a:pt x="10762" y="23427"/>
                    <a:pt x="10172" y="23427"/>
                  </a:cubicBezTo>
                  <a:cubicBezTo>
                    <a:pt x="10094" y="23427"/>
                    <a:pt x="10021" y="23411"/>
                    <a:pt x="9957" y="23375"/>
                  </a:cubicBezTo>
                  <a:cubicBezTo>
                    <a:pt x="9036" y="22862"/>
                    <a:pt x="6978" y="21106"/>
                    <a:pt x="6490" y="20323"/>
                  </a:cubicBezTo>
                  <a:cubicBezTo>
                    <a:pt x="6395" y="20172"/>
                    <a:pt x="6287" y="19991"/>
                    <a:pt x="6170" y="19794"/>
                  </a:cubicBezTo>
                  <a:cubicBezTo>
                    <a:pt x="5367" y="18442"/>
                    <a:pt x="4798" y="17556"/>
                    <a:pt x="4241" y="17556"/>
                  </a:cubicBezTo>
                  <a:lnTo>
                    <a:pt x="4091" y="17557"/>
                  </a:lnTo>
                  <a:cubicBezTo>
                    <a:pt x="4045" y="17558"/>
                    <a:pt x="3998" y="17559"/>
                    <a:pt x="3951" y="17559"/>
                  </a:cubicBezTo>
                  <a:cubicBezTo>
                    <a:pt x="3761" y="17559"/>
                    <a:pt x="3583" y="17545"/>
                    <a:pt x="3496" y="17460"/>
                  </a:cubicBezTo>
                  <a:cubicBezTo>
                    <a:pt x="3400" y="17366"/>
                    <a:pt x="3380" y="17164"/>
                    <a:pt x="3380" y="17011"/>
                  </a:cubicBezTo>
                  <a:cubicBezTo>
                    <a:pt x="3380" y="16054"/>
                    <a:pt x="3176" y="14612"/>
                    <a:pt x="3167" y="14550"/>
                  </a:cubicBezTo>
                  <a:cubicBezTo>
                    <a:pt x="3161" y="14504"/>
                    <a:pt x="3142" y="14460"/>
                    <a:pt x="3116" y="14421"/>
                  </a:cubicBezTo>
                  <a:cubicBezTo>
                    <a:pt x="3093" y="14389"/>
                    <a:pt x="2559" y="13648"/>
                    <a:pt x="1703" y="12899"/>
                  </a:cubicBezTo>
                  <a:cubicBezTo>
                    <a:pt x="1159" y="12421"/>
                    <a:pt x="831" y="10391"/>
                    <a:pt x="752" y="9217"/>
                  </a:cubicBezTo>
                  <a:cubicBezTo>
                    <a:pt x="747" y="8999"/>
                    <a:pt x="656" y="2271"/>
                    <a:pt x="5060" y="1000"/>
                  </a:cubicBezTo>
                  <a:cubicBezTo>
                    <a:pt x="6007" y="726"/>
                    <a:pt x="6889" y="587"/>
                    <a:pt x="7714" y="587"/>
                  </a:cubicBezTo>
                  <a:close/>
                  <a:moveTo>
                    <a:pt x="7699" y="0"/>
                  </a:moveTo>
                  <a:cubicBezTo>
                    <a:pt x="6822" y="0"/>
                    <a:pt x="5890" y="145"/>
                    <a:pt x="4896" y="432"/>
                  </a:cubicBezTo>
                  <a:cubicBezTo>
                    <a:pt x="1" y="1847"/>
                    <a:pt x="153" y="8939"/>
                    <a:pt x="161" y="9240"/>
                  </a:cubicBezTo>
                  <a:lnTo>
                    <a:pt x="161" y="9251"/>
                  </a:lnTo>
                  <a:cubicBezTo>
                    <a:pt x="183" y="9586"/>
                    <a:pt x="406" y="12550"/>
                    <a:pt x="1313" y="13343"/>
                  </a:cubicBezTo>
                  <a:cubicBezTo>
                    <a:pt x="1782" y="13756"/>
                    <a:pt x="2210" y="14213"/>
                    <a:pt x="2592" y="14708"/>
                  </a:cubicBezTo>
                  <a:cubicBezTo>
                    <a:pt x="2633" y="15015"/>
                    <a:pt x="2788" y="16215"/>
                    <a:pt x="2788" y="17011"/>
                  </a:cubicBezTo>
                  <a:cubicBezTo>
                    <a:pt x="2788" y="17403"/>
                    <a:pt x="2884" y="17688"/>
                    <a:pt x="3080" y="17882"/>
                  </a:cubicBezTo>
                  <a:cubicBezTo>
                    <a:pt x="3326" y="18122"/>
                    <a:pt x="3662" y="18150"/>
                    <a:pt x="3959" y="18150"/>
                  </a:cubicBezTo>
                  <a:cubicBezTo>
                    <a:pt x="4008" y="18150"/>
                    <a:pt x="4055" y="18149"/>
                    <a:pt x="4101" y="18149"/>
                  </a:cubicBezTo>
                  <a:lnTo>
                    <a:pt x="4234" y="18146"/>
                  </a:lnTo>
                  <a:cubicBezTo>
                    <a:pt x="4537" y="18207"/>
                    <a:pt x="5325" y="19531"/>
                    <a:pt x="5661" y="20096"/>
                  </a:cubicBezTo>
                  <a:cubicBezTo>
                    <a:pt x="5781" y="20297"/>
                    <a:pt x="5892" y="20483"/>
                    <a:pt x="5987" y="20637"/>
                  </a:cubicBezTo>
                  <a:cubicBezTo>
                    <a:pt x="6535" y="21514"/>
                    <a:pt x="8650" y="23326"/>
                    <a:pt x="9669" y="23892"/>
                  </a:cubicBezTo>
                  <a:cubicBezTo>
                    <a:pt x="9825" y="23979"/>
                    <a:pt x="9990" y="24017"/>
                    <a:pt x="10159" y="24017"/>
                  </a:cubicBezTo>
                  <a:cubicBezTo>
                    <a:pt x="10923" y="24017"/>
                    <a:pt x="11762" y="23243"/>
                    <a:pt x="12226" y="22742"/>
                  </a:cubicBezTo>
                  <a:lnTo>
                    <a:pt x="12792" y="24362"/>
                  </a:lnTo>
                  <a:cubicBezTo>
                    <a:pt x="12834" y="24479"/>
                    <a:pt x="12944" y="24560"/>
                    <a:pt x="13069" y="24560"/>
                  </a:cubicBezTo>
                  <a:cubicBezTo>
                    <a:pt x="13070" y="24560"/>
                    <a:pt x="13071" y="24560"/>
                    <a:pt x="13072" y="24560"/>
                  </a:cubicBezTo>
                  <a:cubicBezTo>
                    <a:pt x="13129" y="24560"/>
                    <a:pt x="13184" y="24543"/>
                    <a:pt x="13233" y="24513"/>
                  </a:cubicBezTo>
                  <a:lnTo>
                    <a:pt x="20697" y="19677"/>
                  </a:lnTo>
                  <a:cubicBezTo>
                    <a:pt x="20825" y="19595"/>
                    <a:pt x="20869" y="19429"/>
                    <a:pt x="20799" y="19294"/>
                  </a:cubicBezTo>
                  <a:lnTo>
                    <a:pt x="17149" y="12202"/>
                  </a:lnTo>
                  <a:cubicBezTo>
                    <a:pt x="17122" y="11699"/>
                    <a:pt x="16879" y="8642"/>
                    <a:pt x="14908" y="5094"/>
                  </a:cubicBezTo>
                  <a:cubicBezTo>
                    <a:pt x="13002" y="1664"/>
                    <a:pt x="10671" y="0"/>
                    <a:pt x="769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32"/>
            <p:cNvSpPr/>
            <p:nvPr/>
          </p:nvSpPr>
          <p:spPr>
            <a:xfrm>
              <a:off x="8121478" y="2423786"/>
              <a:ext cx="450204" cy="397217"/>
            </a:xfrm>
            <a:custGeom>
              <a:rect b="b" l="l" r="r" t="t"/>
              <a:pathLst>
                <a:path extrusionOk="0" h="22467" w="25464">
                  <a:moveTo>
                    <a:pt x="16101" y="0"/>
                  </a:moveTo>
                  <a:cubicBezTo>
                    <a:pt x="16036" y="0"/>
                    <a:pt x="16001" y="1"/>
                    <a:pt x="16001" y="1"/>
                  </a:cubicBezTo>
                  <a:cubicBezTo>
                    <a:pt x="16001" y="1"/>
                    <a:pt x="13765" y="1"/>
                    <a:pt x="10839" y="1034"/>
                  </a:cubicBezTo>
                  <a:cubicBezTo>
                    <a:pt x="8077" y="2010"/>
                    <a:pt x="7398" y="5851"/>
                    <a:pt x="4990" y="7227"/>
                  </a:cubicBezTo>
                  <a:cubicBezTo>
                    <a:pt x="4467" y="7526"/>
                    <a:pt x="4107" y="7638"/>
                    <a:pt x="3850" y="7638"/>
                  </a:cubicBezTo>
                  <a:cubicBezTo>
                    <a:pt x="3068" y="7638"/>
                    <a:pt x="3252" y="6592"/>
                    <a:pt x="2759" y="6592"/>
                  </a:cubicBezTo>
                  <a:cubicBezTo>
                    <a:pt x="2669" y="6592"/>
                    <a:pt x="2555" y="6627"/>
                    <a:pt x="2409" y="6711"/>
                  </a:cubicBezTo>
                  <a:cubicBezTo>
                    <a:pt x="1204" y="7399"/>
                    <a:pt x="0" y="13421"/>
                    <a:pt x="2580" y="15141"/>
                  </a:cubicBezTo>
                  <a:cubicBezTo>
                    <a:pt x="3297" y="15619"/>
                    <a:pt x="4107" y="15792"/>
                    <a:pt x="4903" y="15792"/>
                  </a:cubicBezTo>
                  <a:cubicBezTo>
                    <a:pt x="6972" y="15792"/>
                    <a:pt x="8947" y="14625"/>
                    <a:pt x="8947" y="14625"/>
                  </a:cubicBezTo>
                  <a:lnTo>
                    <a:pt x="8947" y="14625"/>
                  </a:lnTo>
                  <a:cubicBezTo>
                    <a:pt x="8947" y="14625"/>
                    <a:pt x="8602" y="15830"/>
                    <a:pt x="9634" y="16174"/>
                  </a:cubicBezTo>
                  <a:cubicBezTo>
                    <a:pt x="10255" y="16381"/>
                    <a:pt x="10887" y="16554"/>
                    <a:pt x="11528" y="16690"/>
                  </a:cubicBezTo>
                  <a:cubicBezTo>
                    <a:pt x="11528" y="16690"/>
                    <a:pt x="11369" y="18592"/>
                    <a:pt x="12726" y="18592"/>
                  </a:cubicBezTo>
                  <a:cubicBezTo>
                    <a:pt x="12783" y="18592"/>
                    <a:pt x="12842" y="18589"/>
                    <a:pt x="12904" y="18582"/>
                  </a:cubicBezTo>
                  <a:cubicBezTo>
                    <a:pt x="14189" y="18440"/>
                    <a:pt x="13459" y="16756"/>
                    <a:pt x="13174" y="16187"/>
                  </a:cubicBezTo>
                  <a:lnTo>
                    <a:pt x="13174" y="16187"/>
                  </a:lnTo>
                  <a:cubicBezTo>
                    <a:pt x="13701" y="17172"/>
                    <a:pt x="16243" y="21754"/>
                    <a:pt x="18237" y="22368"/>
                  </a:cubicBezTo>
                  <a:cubicBezTo>
                    <a:pt x="18456" y="22435"/>
                    <a:pt x="18685" y="22466"/>
                    <a:pt x="18920" y="22466"/>
                  </a:cubicBezTo>
                  <a:cubicBezTo>
                    <a:pt x="21091" y="22466"/>
                    <a:pt x="23827" y="19824"/>
                    <a:pt x="24604" y="18582"/>
                  </a:cubicBezTo>
                  <a:cubicBezTo>
                    <a:pt x="25464" y="17206"/>
                    <a:pt x="24775" y="7399"/>
                    <a:pt x="22883" y="3614"/>
                  </a:cubicBezTo>
                  <a:cubicBezTo>
                    <a:pt x="21149" y="145"/>
                    <a:pt x="16813" y="0"/>
                    <a:pt x="1610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2"/>
            <p:cNvSpPr/>
            <p:nvPr/>
          </p:nvSpPr>
          <p:spPr>
            <a:xfrm>
              <a:off x="8134173" y="2418553"/>
              <a:ext cx="443167" cy="407701"/>
            </a:xfrm>
            <a:custGeom>
              <a:rect b="b" l="l" r="r" t="t"/>
              <a:pathLst>
                <a:path extrusionOk="0" h="23060" w="25066">
                  <a:moveTo>
                    <a:pt x="15368" y="591"/>
                  </a:moveTo>
                  <a:cubicBezTo>
                    <a:pt x="15984" y="591"/>
                    <a:pt x="20239" y="720"/>
                    <a:pt x="21901" y="4043"/>
                  </a:cubicBezTo>
                  <a:cubicBezTo>
                    <a:pt x="23803" y="7848"/>
                    <a:pt x="24361" y="17560"/>
                    <a:pt x="23634" y="18722"/>
                  </a:cubicBezTo>
                  <a:cubicBezTo>
                    <a:pt x="22875" y="19938"/>
                    <a:pt x="20213" y="22468"/>
                    <a:pt x="18208" y="22468"/>
                  </a:cubicBezTo>
                  <a:cubicBezTo>
                    <a:pt x="18000" y="22468"/>
                    <a:pt x="17799" y="22441"/>
                    <a:pt x="17607" y="22382"/>
                  </a:cubicBezTo>
                  <a:cubicBezTo>
                    <a:pt x="15753" y="21810"/>
                    <a:pt x="13291" y="17409"/>
                    <a:pt x="12736" y="16378"/>
                  </a:cubicBezTo>
                  <a:cubicBezTo>
                    <a:pt x="12678" y="16263"/>
                    <a:pt x="12633" y="16183"/>
                    <a:pt x="12614" y="16150"/>
                  </a:cubicBezTo>
                  <a:cubicBezTo>
                    <a:pt x="12560" y="16054"/>
                    <a:pt x="12461" y="16001"/>
                    <a:pt x="12358" y="16001"/>
                  </a:cubicBezTo>
                  <a:cubicBezTo>
                    <a:pt x="12310" y="16001"/>
                    <a:pt x="12261" y="16012"/>
                    <a:pt x="12216" y="16037"/>
                  </a:cubicBezTo>
                  <a:cubicBezTo>
                    <a:pt x="12075" y="16113"/>
                    <a:pt x="12021" y="16288"/>
                    <a:pt x="12095" y="16432"/>
                  </a:cubicBezTo>
                  <a:cubicBezTo>
                    <a:pt x="12108" y="16457"/>
                    <a:pt x="12155" y="16548"/>
                    <a:pt x="12230" y="16687"/>
                  </a:cubicBezTo>
                  <a:cubicBezTo>
                    <a:pt x="12492" y="17222"/>
                    <a:pt x="12750" y="17992"/>
                    <a:pt x="12565" y="18356"/>
                  </a:cubicBezTo>
                  <a:cubicBezTo>
                    <a:pt x="12522" y="18439"/>
                    <a:pt x="12434" y="18551"/>
                    <a:pt x="12153" y="18582"/>
                  </a:cubicBezTo>
                  <a:cubicBezTo>
                    <a:pt x="12101" y="18588"/>
                    <a:pt x="12052" y="18591"/>
                    <a:pt x="12004" y="18591"/>
                  </a:cubicBezTo>
                  <a:cubicBezTo>
                    <a:pt x="11782" y="18591"/>
                    <a:pt x="11607" y="18526"/>
                    <a:pt x="11471" y="18393"/>
                  </a:cubicBezTo>
                  <a:cubicBezTo>
                    <a:pt x="11107" y="18042"/>
                    <a:pt x="11082" y="17275"/>
                    <a:pt x="11103" y="17008"/>
                  </a:cubicBezTo>
                  <a:cubicBezTo>
                    <a:pt x="11116" y="16860"/>
                    <a:pt x="11015" y="16725"/>
                    <a:pt x="10868" y="16695"/>
                  </a:cubicBezTo>
                  <a:cubicBezTo>
                    <a:pt x="10240" y="16560"/>
                    <a:pt x="9620" y="16392"/>
                    <a:pt x="9011" y="16189"/>
                  </a:cubicBezTo>
                  <a:cubicBezTo>
                    <a:pt x="8276" y="15943"/>
                    <a:pt x="8487" y="15096"/>
                    <a:pt x="8513" y="15002"/>
                  </a:cubicBezTo>
                  <a:cubicBezTo>
                    <a:pt x="8571" y="14799"/>
                    <a:pt x="8411" y="14624"/>
                    <a:pt x="8228" y="14624"/>
                  </a:cubicBezTo>
                  <a:cubicBezTo>
                    <a:pt x="8179" y="14624"/>
                    <a:pt x="8128" y="14637"/>
                    <a:pt x="8079" y="14665"/>
                  </a:cubicBezTo>
                  <a:cubicBezTo>
                    <a:pt x="8052" y="14681"/>
                    <a:pt x="6140" y="15788"/>
                    <a:pt x="4179" y="15788"/>
                  </a:cubicBezTo>
                  <a:cubicBezTo>
                    <a:pt x="3436" y="15788"/>
                    <a:pt x="2685" y="15629"/>
                    <a:pt x="2027" y="15190"/>
                  </a:cubicBezTo>
                  <a:cubicBezTo>
                    <a:pt x="1075" y="14557"/>
                    <a:pt x="568" y="13108"/>
                    <a:pt x="633" y="11213"/>
                  </a:cubicBezTo>
                  <a:cubicBezTo>
                    <a:pt x="704" y="9152"/>
                    <a:pt x="1382" y="7524"/>
                    <a:pt x="1837" y="7264"/>
                  </a:cubicBezTo>
                  <a:cubicBezTo>
                    <a:pt x="1978" y="7183"/>
                    <a:pt x="2036" y="7183"/>
                    <a:pt x="2036" y="7181"/>
                  </a:cubicBezTo>
                  <a:cubicBezTo>
                    <a:pt x="2072" y="7208"/>
                    <a:pt x="2132" y="7349"/>
                    <a:pt x="2167" y="7435"/>
                  </a:cubicBezTo>
                  <a:cubicBezTo>
                    <a:pt x="2274" y="7692"/>
                    <a:pt x="2421" y="8047"/>
                    <a:pt x="2815" y="8180"/>
                  </a:cubicBezTo>
                  <a:cubicBezTo>
                    <a:pt x="2912" y="8213"/>
                    <a:pt x="3016" y="8229"/>
                    <a:pt x="3129" y="8229"/>
                  </a:cubicBezTo>
                  <a:cubicBezTo>
                    <a:pt x="3468" y="8229"/>
                    <a:pt x="3888" y="8083"/>
                    <a:pt x="4418" y="7780"/>
                  </a:cubicBezTo>
                  <a:cubicBezTo>
                    <a:pt x="5582" y="7114"/>
                    <a:pt x="6357" y="5914"/>
                    <a:pt x="7106" y="4754"/>
                  </a:cubicBezTo>
                  <a:cubicBezTo>
                    <a:pt x="7985" y="3391"/>
                    <a:pt x="8817" y="2103"/>
                    <a:pt x="10219" y="1608"/>
                  </a:cubicBezTo>
                  <a:cubicBezTo>
                    <a:pt x="13057" y="606"/>
                    <a:pt x="15261" y="592"/>
                    <a:pt x="15283" y="592"/>
                  </a:cubicBezTo>
                  <a:lnTo>
                    <a:pt x="15293" y="592"/>
                  </a:lnTo>
                  <a:cubicBezTo>
                    <a:pt x="15297" y="592"/>
                    <a:pt x="15322" y="591"/>
                    <a:pt x="15368" y="591"/>
                  </a:cubicBezTo>
                  <a:close/>
                  <a:moveTo>
                    <a:pt x="15405" y="0"/>
                  </a:moveTo>
                  <a:cubicBezTo>
                    <a:pt x="15342" y="0"/>
                    <a:pt x="15299" y="1"/>
                    <a:pt x="15279" y="2"/>
                  </a:cubicBezTo>
                  <a:cubicBezTo>
                    <a:pt x="15130" y="3"/>
                    <a:pt x="12923" y="28"/>
                    <a:pt x="10024" y="1052"/>
                  </a:cubicBezTo>
                  <a:cubicBezTo>
                    <a:pt x="8430" y="1613"/>
                    <a:pt x="7505" y="3047"/>
                    <a:pt x="6610" y="4435"/>
                  </a:cubicBezTo>
                  <a:cubicBezTo>
                    <a:pt x="5867" y="5587"/>
                    <a:pt x="5166" y="6673"/>
                    <a:pt x="4126" y="7267"/>
                  </a:cubicBezTo>
                  <a:cubicBezTo>
                    <a:pt x="3600" y="7568"/>
                    <a:pt x="3299" y="7639"/>
                    <a:pt x="3132" y="7639"/>
                  </a:cubicBezTo>
                  <a:cubicBezTo>
                    <a:pt x="3076" y="7639"/>
                    <a:pt x="3036" y="7631"/>
                    <a:pt x="3007" y="7621"/>
                  </a:cubicBezTo>
                  <a:cubicBezTo>
                    <a:pt x="2876" y="7577"/>
                    <a:pt x="2810" y="7437"/>
                    <a:pt x="2714" y="7208"/>
                  </a:cubicBezTo>
                  <a:cubicBezTo>
                    <a:pt x="2618" y="6979"/>
                    <a:pt x="2509" y="6718"/>
                    <a:pt x="2234" y="6624"/>
                  </a:cubicBezTo>
                  <a:cubicBezTo>
                    <a:pt x="2172" y="6604"/>
                    <a:pt x="2109" y="6593"/>
                    <a:pt x="2043" y="6593"/>
                  </a:cubicBezTo>
                  <a:cubicBezTo>
                    <a:pt x="1894" y="6593"/>
                    <a:pt x="1730" y="6646"/>
                    <a:pt x="1545" y="6751"/>
                  </a:cubicBezTo>
                  <a:cubicBezTo>
                    <a:pt x="787" y="7186"/>
                    <a:pt x="113" y="9179"/>
                    <a:pt x="44" y="11196"/>
                  </a:cubicBezTo>
                  <a:cubicBezTo>
                    <a:pt x="0" y="12431"/>
                    <a:pt x="160" y="14658"/>
                    <a:pt x="1700" y="15684"/>
                  </a:cubicBezTo>
                  <a:cubicBezTo>
                    <a:pt x="2477" y="16202"/>
                    <a:pt x="3346" y="16389"/>
                    <a:pt x="4194" y="16389"/>
                  </a:cubicBezTo>
                  <a:cubicBezTo>
                    <a:pt x="5702" y="16389"/>
                    <a:pt x="7142" y="15800"/>
                    <a:pt x="7878" y="15442"/>
                  </a:cubicBezTo>
                  <a:cubicBezTo>
                    <a:pt x="7899" y="15943"/>
                    <a:pt x="8118" y="16515"/>
                    <a:pt x="8824" y="16752"/>
                  </a:cubicBezTo>
                  <a:cubicBezTo>
                    <a:pt x="9547" y="16991"/>
                    <a:pt x="10179" y="17147"/>
                    <a:pt x="10510" y="17224"/>
                  </a:cubicBezTo>
                  <a:cubicBezTo>
                    <a:pt x="10518" y="17619"/>
                    <a:pt x="10596" y="18368"/>
                    <a:pt x="11059" y="18819"/>
                  </a:cubicBezTo>
                  <a:cubicBezTo>
                    <a:pt x="11310" y="19062"/>
                    <a:pt x="11628" y="19184"/>
                    <a:pt x="12009" y="19184"/>
                  </a:cubicBezTo>
                  <a:cubicBezTo>
                    <a:pt x="12077" y="19184"/>
                    <a:pt x="12148" y="19181"/>
                    <a:pt x="12220" y="19173"/>
                  </a:cubicBezTo>
                  <a:cubicBezTo>
                    <a:pt x="12741" y="19115"/>
                    <a:pt x="12983" y="18844"/>
                    <a:pt x="13093" y="18626"/>
                  </a:cubicBezTo>
                  <a:cubicBezTo>
                    <a:pt x="13137" y="18538"/>
                    <a:pt x="13168" y="18445"/>
                    <a:pt x="13187" y="18349"/>
                  </a:cubicBezTo>
                  <a:cubicBezTo>
                    <a:pt x="14266" y="20104"/>
                    <a:pt x="15961" y="22494"/>
                    <a:pt x="17434" y="22947"/>
                  </a:cubicBezTo>
                  <a:cubicBezTo>
                    <a:pt x="17681" y="23022"/>
                    <a:pt x="17939" y="23059"/>
                    <a:pt x="18198" y="23059"/>
                  </a:cubicBezTo>
                  <a:cubicBezTo>
                    <a:pt x="18202" y="23059"/>
                    <a:pt x="18206" y="23059"/>
                    <a:pt x="18210" y="23059"/>
                  </a:cubicBezTo>
                  <a:cubicBezTo>
                    <a:pt x="20565" y="23059"/>
                    <a:pt x="23362" y="20276"/>
                    <a:pt x="24138" y="19037"/>
                  </a:cubicBezTo>
                  <a:cubicBezTo>
                    <a:pt x="25066" y="17550"/>
                    <a:pt x="24362" y="7643"/>
                    <a:pt x="22431" y="3779"/>
                  </a:cubicBezTo>
                  <a:cubicBezTo>
                    <a:pt x="20626" y="170"/>
                    <a:pt x="16237" y="0"/>
                    <a:pt x="15405"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2"/>
            <p:cNvSpPr/>
            <p:nvPr/>
          </p:nvSpPr>
          <p:spPr>
            <a:xfrm>
              <a:off x="8337457" y="2709636"/>
              <a:ext cx="73991" cy="90557"/>
            </a:xfrm>
            <a:custGeom>
              <a:rect b="b" l="l" r="r" t="t"/>
              <a:pathLst>
                <a:path extrusionOk="0" h="5122" w="4185">
                  <a:moveTo>
                    <a:pt x="1275" y="1"/>
                  </a:moveTo>
                  <a:cubicBezTo>
                    <a:pt x="1" y="1"/>
                    <a:pt x="926" y="3517"/>
                    <a:pt x="926" y="3517"/>
                  </a:cubicBezTo>
                  <a:lnTo>
                    <a:pt x="2713" y="5095"/>
                  </a:lnTo>
                  <a:cubicBezTo>
                    <a:pt x="2784" y="5112"/>
                    <a:pt x="2868" y="5121"/>
                    <a:pt x="2959" y="5121"/>
                  </a:cubicBezTo>
                  <a:cubicBezTo>
                    <a:pt x="3399" y="5121"/>
                    <a:pt x="3992" y="4917"/>
                    <a:pt x="4080" y="4568"/>
                  </a:cubicBezTo>
                  <a:cubicBezTo>
                    <a:pt x="4184" y="4148"/>
                    <a:pt x="3239" y="573"/>
                    <a:pt x="1557" y="48"/>
                  </a:cubicBezTo>
                  <a:cubicBezTo>
                    <a:pt x="1453" y="16"/>
                    <a:pt x="1359" y="1"/>
                    <a:pt x="127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32"/>
            <p:cNvSpPr/>
            <p:nvPr/>
          </p:nvSpPr>
          <p:spPr>
            <a:xfrm>
              <a:off x="8336043" y="2704403"/>
              <a:ext cx="80886" cy="100988"/>
            </a:xfrm>
            <a:custGeom>
              <a:rect b="b" l="l" r="r" t="t"/>
              <a:pathLst>
                <a:path extrusionOk="0" h="5712" w="4575">
                  <a:moveTo>
                    <a:pt x="1353" y="0"/>
                  </a:moveTo>
                  <a:cubicBezTo>
                    <a:pt x="1081" y="0"/>
                    <a:pt x="895" y="113"/>
                    <a:pt x="777" y="226"/>
                  </a:cubicBezTo>
                  <a:cubicBezTo>
                    <a:pt x="0" y="969"/>
                    <a:pt x="593" y="3406"/>
                    <a:pt x="720" y="3889"/>
                  </a:cubicBezTo>
                  <a:cubicBezTo>
                    <a:pt x="757" y="4019"/>
                    <a:pt x="876" y="4103"/>
                    <a:pt x="1005" y="4103"/>
                  </a:cubicBezTo>
                  <a:cubicBezTo>
                    <a:pt x="1029" y="4103"/>
                    <a:pt x="1054" y="4100"/>
                    <a:pt x="1079" y="4094"/>
                  </a:cubicBezTo>
                  <a:cubicBezTo>
                    <a:pt x="1235" y="4052"/>
                    <a:pt x="1330" y="3894"/>
                    <a:pt x="1291" y="3737"/>
                  </a:cubicBezTo>
                  <a:cubicBezTo>
                    <a:pt x="1014" y="2681"/>
                    <a:pt x="797" y="1026"/>
                    <a:pt x="1186" y="653"/>
                  </a:cubicBezTo>
                  <a:cubicBezTo>
                    <a:pt x="1207" y="633"/>
                    <a:pt x="1250" y="592"/>
                    <a:pt x="1354" y="592"/>
                  </a:cubicBezTo>
                  <a:cubicBezTo>
                    <a:pt x="1404" y="592"/>
                    <a:pt x="1467" y="601"/>
                    <a:pt x="1549" y="626"/>
                  </a:cubicBezTo>
                  <a:cubicBezTo>
                    <a:pt x="2985" y="1075"/>
                    <a:pt x="3932" y="4333"/>
                    <a:pt x="3873" y="4793"/>
                  </a:cubicBezTo>
                  <a:cubicBezTo>
                    <a:pt x="3830" y="4959"/>
                    <a:pt x="3377" y="5122"/>
                    <a:pt x="3040" y="5122"/>
                  </a:cubicBezTo>
                  <a:cubicBezTo>
                    <a:pt x="2976" y="5122"/>
                    <a:pt x="2916" y="5116"/>
                    <a:pt x="2864" y="5104"/>
                  </a:cubicBezTo>
                  <a:cubicBezTo>
                    <a:pt x="2839" y="5097"/>
                    <a:pt x="2814" y="5094"/>
                    <a:pt x="2790" y="5094"/>
                  </a:cubicBezTo>
                  <a:cubicBezTo>
                    <a:pt x="2658" y="5094"/>
                    <a:pt x="2537" y="5184"/>
                    <a:pt x="2503" y="5318"/>
                  </a:cubicBezTo>
                  <a:cubicBezTo>
                    <a:pt x="2464" y="5477"/>
                    <a:pt x="2561" y="5639"/>
                    <a:pt x="2721" y="5678"/>
                  </a:cubicBezTo>
                  <a:cubicBezTo>
                    <a:pt x="2820" y="5700"/>
                    <a:pt x="2922" y="5712"/>
                    <a:pt x="3023" y="5712"/>
                  </a:cubicBezTo>
                  <a:cubicBezTo>
                    <a:pt x="3029" y="5712"/>
                    <a:pt x="3034" y="5712"/>
                    <a:pt x="3039" y="5712"/>
                  </a:cubicBezTo>
                  <a:cubicBezTo>
                    <a:pt x="3579" y="5712"/>
                    <a:pt x="4313" y="5467"/>
                    <a:pt x="4446" y="4936"/>
                  </a:cubicBezTo>
                  <a:cubicBezTo>
                    <a:pt x="4574" y="4422"/>
                    <a:pt x="3578" y="642"/>
                    <a:pt x="1724" y="62"/>
                  </a:cubicBezTo>
                  <a:cubicBezTo>
                    <a:pt x="1585" y="19"/>
                    <a:pt x="1462" y="0"/>
                    <a:pt x="1353"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32"/>
            <p:cNvSpPr/>
            <p:nvPr/>
          </p:nvSpPr>
          <p:spPr>
            <a:xfrm>
              <a:off x="8410087" y="2793563"/>
              <a:ext cx="265819" cy="181485"/>
            </a:xfrm>
            <a:custGeom>
              <a:rect b="b" l="l" r="r" t="t"/>
              <a:pathLst>
                <a:path extrusionOk="0" h="10265" w="15035">
                  <a:moveTo>
                    <a:pt x="11296" y="1"/>
                  </a:moveTo>
                  <a:cubicBezTo>
                    <a:pt x="10457" y="1"/>
                    <a:pt x="9624" y="57"/>
                    <a:pt x="8970" y="220"/>
                  </a:cubicBezTo>
                  <a:cubicBezTo>
                    <a:pt x="8970" y="220"/>
                    <a:pt x="5153" y="2380"/>
                    <a:pt x="3365" y="3957"/>
                  </a:cubicBezTo>
                  <a:cubicBezTo>
                    <a:pt x="1578" y="5533"/>
                    <a:pt x="1" y="10265"/>
                    <a:pt x="1" y="10265"/>
                  </a:cubicBezTo>
                  <a:cubicBezTo>
                    <a:pt x="1" y="10265"/>
                    <a:pt x="10828" y="2906"/>
                    <a:pt x="12722" y="1855"/>
                  </a:cubicBezTo>
                  <a:cubicBezTo>
                    <a:pt x="14614" y="803"/>
                    <a:pt x="15035" y="277"/>
                    <a:pt x="15035" y="277"/>
                  </a:cubicBezTo>
                  <a:cubicBezTo>
                    <a:pt x="15035" y="277"/>
                    <a:pt x="13154" y="1"/>
                    <a:pt x="1129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2"/>
            <p:cNvSpPr/>
            <p:nvPr/>
          </p:nvSpPr>
          <p:spPr>
            <a:xfrm>
              <a:off x="8404022" y="2788330"/>
              <a:ext cx="278478" cy="191934"/>
            </a:xfrm>
            <a:custGeom>
              <a:rect b="b" l="l" r="r" t="t"/>
              <a:pathLst>
                <a:path extrusionOk="0" h="10856" w="15751">
                  <a:moveTo>
                    <a:pt x="11631" y="592"/>
                  </a:moveTo>
                  <a:cubicBezTo>
                    <a:pt x="12794" y="592"/>
                    <a:pt x="13976" y="703"/>
                    <a:pt x="14683" y="783"/>
                  </a:cubicBezTo>
                  <a:cubicBezTo>
                    <a:pt x="14348" y="1035"/>
                    <a:pt x="13795" y="1407"/>
                    <a:pt x="12920" y="1893"/>
                  </a:cubicBezTo>
                  <a:cubicBezTo>
                    <a:pt x="11310" y="2788"/>
                    <a:pt x="3440" y="8105"/>
                    <a:pt x="932" y="9804"/>
                  </a:cubicBezTo>
                  <a:cubicBezTo>
                    <a:pt x="1471" y="8387"/>
                    <a:pt x="2647" y="5584"/>
                    <a:pt x="3904" y="4475"/>
                  </a:cubicBezTo>
                  <a:cubicBezTo>
                    <a:pt x="5556" y="3016"/>
                    <a:pt x="9035" y="1015"/>
                    <a:pt x="9423" y="793"/>
                  </a:cubicBezTo>
                  <a:cubicBezTo>
                    <a:pt x="10044" y="644"/>
                    <a:pt x="10833" y="592"/>
                    <a:pt x="11631" y="592"/>
                  </a:cubicBezTo>
                  <a:close/>
                  <a:moveTo>
                    <a:pt x="11648" y="0"/>
                  </a:moveTo>
                  <a:cubicBezTo>
                    <a:pt x="10786" y="0"/>
                    <a:pt x="9925" y="59"/>
                    <a:pt x="9241" y="229"/>
                  </a:cubicBezTo>
                  <a:cubicBezTo>
                    <a:pt x="9216" y="236"/>
                    <a:pt x="9191" y="246"/>
                    <a:pt x="9168" y="260"/>
                  </a:cubicBezTo>
                  <a:cubicBezTo>
                    <a:pt x="9011" y="348"/>
                    <a:pt x="5303" y="2452"/>
                    <a:pt x="3513" y="4032"/>
                  </a:cubicBezTo>
                  <a:cubicBezTo>
                    <a:pt x="1687" y="5642"/>
                    <a:pt x="130" y="10271"/>
                    <a:pt x="64" y="10468"/>
                  </a:cubicBezTo>
                  <a:cubicBezTo>
                    <a:pt x="0" y="10658"/>
                    <a:pt x="142" y="10855"/>
                    <a:pt x="344" y="10855"/>
                  </a:cubicBezTo>
                  <a:cubicBezTo>
                    <a:pt x="403" y="10855"/>
                    <a:pt x="461" y="10838"/>
                    <a:pt x="511" y="10805"/>
                  </a:cubicBezTo>
                  <a:cubicBezTo>
                    <a:pt x="618" y="10732"/>
                    <a:pt x="11349" y="3441"/>
                    <a:pt x="13208" y="2409"/>
                  </a:cubicBezTo>
                  <a:cubicBezTo>
                    <a:pt x="15097" y="1360"/>
                    <a:pt x="15562" y="816"/>
                    <a:pt x="15608" y="758"/>
                  </a:cubicBezTo>
                  <a:cubicBezTo>
                    <a:pt x="15750" y="579"/>
                    <a:pt x="15646" y="314"/>
                    <a:pt x="15421" y="281"/>
                  </a:cubicBezTo>
                  <a:cubicBezTo>
                    <a:pt x="15309" y="265"/>
                    <a:pt x="13479" y="0"/>
                    <a:pt x="11648"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2"/>
            <p:cNvSpPr/>
            <p:nvPr/>
          </p:nvSpPr>
          <p:spPr>
            <a:xfrm>
              <a:off x="8826415" y="2624719"/>
              <a:ext cx="218931" cy="175509"/>
            </a:xfrm>
            <a:custGeom>
              <a:rect b="b" l="l" r="r" t="t"/>
              <a:pathLst>
                <a:path extrusionOk="0" h="9927" w="12383">
                  <a:moveTo>
                    <a:pt x="5491" y="0"/>
                  </a:moveTo>
                  <a:cubicBezTo>
                    <a:pt x="5100" y="0"/>
                    <a:pt x="4714" y="38"/>
                    <a:pt x="4343" y="116"/>
                  </a:cubicBezTo>
                  <a:cubicBezTo>
                    <a:pt x="1286" y="760"/>
                    <a:pt x="0" y="3332"/>
                    <a:pt x="0" y="3332"/>
                  </a:cubicBezTo>
                  <a:cubicBezTo>
                    <a:pt x="0" y="5744"/>
                    <a:pt x="5146" y="7674"/>
                    <a:pt x="5146" y="7674"/>
                  </a:cubicBezTo>
                  <a:cubicBezTo>
                    <a:pt x="5146" y="7674"/>
                    <a:pt x="6595" y="9927"/>
                    <a:pt x="8203" y="9927"/>
                  </a:cubicBezTo>
                  <a:cubicBezTo>
                    <a:pt x="9810" y="9927"/>
                    <a:pt x="12383" y="8317"/>
                    <a:pt x="11900" y="4941"/>
                  </a:cubicBezTo>
                  <a:cubicBezTo>
                    <a:pt x="11477" y="1975"/>
                    <a:pt x="8323" y="0"/>
                    <a:pt x="549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32"/>
            <p:cNvSpPr/>
            <p:nvPr/>
          </p:nvSpPr>
          <p:spPr>
            <a:xfrm>
              <a:off x="8821164" y="2619504"/>
              <a:ext cx="225650" cy="185941"/>
            </a:xfrm>
            <a:custGeom>
              <a:rect b="b" l="l" r="r" t="t"/>
              <a:pathLst>
                <a:path extrusionOk="0" h="10517" w="12763">
                  <a:moveTo>
                    <a:pt x="5788" y="591"/>
                  </a:moveTo>
                  <a:cubicBezTo>
                    <a:pt x="7095" y="591"/>
                    <a:pt x="8493" y="1032"/>
                    <a:pt x="9639" y="1834"/>
                  </a:cubicBezTo>
                  <a:cubicBezTo>
                    <a:pt x="10909" y="2723"/>
                    <a:pt x="11714" y="3945"/>
                    <a:pt x="11904" y="5277"/>
                  </a:cubicBezTo>
                  <a:cubicBezTo>
                    <a:pt x="12146" y="6967"/>
                    <a:pt x="11563" y="8052"/>
                    <a:pt x="11032" y="8664"/>
                  </a:cubicBezTo>
                  <a:cubicBezTo>
                    <a:pt x="10226" y="9595"/>
                    <a:pt x="9163" y="9926"/>
                    <a:pt x="8498" y="9926"/>
                  </a:cubicBezTo>
                  <a:cubicBezTo>
                    <a:pt x="7071" y="9926"/>
                    <a:pt x="5705" y="7831"/>
                    <a:pt x="5691" y="7809"/>
                  </a:cubicBezTo>
                  <a:cubicBezTo>
                    <a:pt x="5657" y="7756"/>
                    <a:pt x="5606" y="7715"/>
                    <a:pt x="5546" y="7692"/>
                  </a:cubicBezTo>
                  <a:cubicBezTo>
                    <a:pt x="4186" y="7182"/>
                    <a:pt x="685" y="5481"/>
                    <a:pt x="593" y="3699"/>
                  </a:cubicBezTo>
                  <a:cubicBezTo>
                    <a:pt x="808" y="3316"/>
                    <a:pt x="2074" y="1252"/>
                    <a:pt x="4697" y="701"/>
                  </a:cubicBezTo>
                  <a:cubicBezTo>
                    <a:pt x="5048" y="627"/>
                    <a:pt x="5414" y="591"/>
                    <a:pt x="5788" y="591"/>
                  </a:cubicBezTo>
                  <a:close/>
                  <a:moveTo>
                    <a:pt x="5780" y="1"/>
                  </a:moveTo>
                  <a:cubicBezTo>
                    <a:pt x="5368" y="1"/>
                    <a:pt x="4964" y="40"/>
                    <a:pt x="4578" y="122"/>
                  </a:cubicBezTo>
                  <a:cubicBezTo>
                    <a:pt x="1419" y="786"/>
                    <a:pt x="88" y="3385"/>
                    <a:pt x="32" y="3495"/>
                  </a:cubicBezTo>
                  <a:cubicBezTo>
                    <a:pt x="11" y="3536"/>
                    <a:pt x="0" y="3581"/>
                    <a:pt x="0" y="3627"/>
                  </a:cubicBezTo>
                  <a:cubicBezTo>
                    <a:pt x="0" y="6059"/>
                    <a:pt x="4525" y="7929"/>
                    <a:pt x="5249" y="8212"/>
                  </a:cubicBezTo>
                  <a:cubicBezTo>
                    <a:pt x="5540" y="8639"/>
                    <a:pt x="6913" y="10516"/>
                    <a:pt x="8498" y="10516"/>
                  </a:cubicBezTo>
                  <a:cubicBezTo>
                    <a:pt x="9537" y="10516"/>
                    <a:pt x="10708" y="9942"/>
                    <a:pt x="11480" y="9052"/>
                  </a:cubicBezTo>
                  <a:cubicBezTo>
                    <a:pt x="12092" y="8347"/>
                    <a:pt x="12763" y="7104"/>
                    <a:pt x="12491" y="5194"/>
                  </a:cubicBezTo>
                  <a:cubicBezTo>
                    <a:pt x="12277" y="3699"/>
                    <a:pt x="11385" y="2333"/>
                    <a:pt x="9979" y="1349"/>
                  </a:cubicBezTo>
                  <a:cubicBezTo>
                    <a:pt x="8736" y="478"/>
                    <a:pt x="7209" y="1"/>
                    <a:pt x="578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32"/>
            <p:cNvSpPr/>
            <p:nvPr/>
          </p:nvSpPr>
          <p:spPr>
            <a:xfrm>
              <a:off x="8041582" y="2970805"/>
              <a:ext cx="199059" cy="388925"/>
            </a:xfrm>
            <a:custGeom>
              <a:rect b="b" l="l" r="r" t="t"/>
              <a:pathLst>
                <a:path extrusionOk="0" h="21998" w="11259">
                  <a:moveTo>
                    <a:pt x="8526" y="1"/>
                  </a:moveTo>
                  <a:cubicBezTo>
                    <a:pt x="7078" y="1"/>
                    <a:pt x="6273" y="644"/>
                    <a:pt x="4504" y="1287"/>
                  </a:cubicBezTo>
                  <a:cubicBezTo>
                    <a:pt x="2735" y="1931"/>
                    <a:pt x="1771" y="1770"/>
                    <a:pt x="1287" y="1931"/>
                  </a:cubicBezTo>
                  <a:cubicBezTo>
                    <a:pt x="805" y="2092"/>
                    <a:pt x="1128" y="2735"/>
                    <a:pt x="1771" y="3217"/>
                  </a:cubicBezTo>
                  <a:cubicBezTo>
                    <a:pt x="1985" y="3378"/>
                    <a:pt x="2378" y="3432"/>
                    <a:pt x="2807" y="3432"/>
                  </a:cubicBezTo>
                  <a:cubicBezTo>
                    <a:pt x="3665" y="3432"/>
                    <a:pt x="4665" y="3217"/>
                    <a:pt x="4665" y="3217"/>
                  </a:cubicBezTo>
                  <a:lnTo>
                    <a:pt x="4665" y="3217"/>
                  </a:lnTo>
                  <a:cubicBezTo>
                    <a:pt x="4665" y="3218"/>
                    <a:pt x="1610" y="5309"/>
                    <a:pt x="805" y="5791"/>
                  </a:cubicBezTo>
                  <a:cubicBezTo>
                    <a:pt x="1" y="6273"/>
                    <a:pt x="3056" y="6755"/>
                    <a:pt x="4343" y="6755"/>
                  </a:cubicBezTo>
                  <a:cubicBezTo>
                    <a:pt x="5630" y="6755"/>
                    <a:pt x="6434" y="5952"/>
                    <a:pt x="6434" y="5952"/>
                  </a:cubicBezTo>
                  <a:lnTo>
                    <a:pt x="6434" y="5952"/>
                  </a:lnTo>
                  <a:lnTo>
                    <a:pt x="1289" y="19622"/>
                  </a:lnTo>
                  <a:cubicBezTo>
                    <a:pt x="1156" y="21085"/>
                    <a:pt x="1572" y="21997"/>
                    <a:pt x="4083" y="21997"/>
                  </a:cubicBezTo>
                  <a:cubicBezTo>
                    <a:pt x="4609" y="21997"/>
                    <a:pt x="5227" y="21957"/>
                    <a:pt x="5952" y="21874"/>
                  </a:cubicBezTo>
                  <a:cubicBezTo>
                    <a:pt x="10133" y="21391"/>
                    <a:pt x="10133" y="20748"/>
                    <a:pt x="10133" y="20105"/>
                  </a:cubicBezTo>
                  <a:cubicBezTo>
                    <a:pt x="10133" y="19461"/>
                    <a:pt x="11259" y="4182"/>
                    <a:pt x="11259" y="3379"/>
                  </a:cubicBezTo>
                  <a:cubicBezTo>
                    <a:pt x="11259" y="2574"/>
                    <a:pt x="9972" y="1"/>
                    <a:pt x="852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2"/>
            <p:cNvSpPr/>
            <p:nvPr/>
          </p:nvSpPr>
          <p:spPr>
            <a:xfrm>
              <a:off x="8047576" y="2965607"/>
              <a:ext cx="198299" cy="399338"/>
            </a:xfrm>
            <a:custGeom>
              <a:rect b="b" l="l" r="r" t="t"/>
              <a:pathLst>
                <a:path extrusionOk="0" h="22587" w="11216">
                  <a:moveTo>
                    <a:pt x="8187" y="591"/>
                  </a:moveTo>
                  <a:cubicBezTo>
                    <a:pt x="9414" y="591"/>
                    <a:pt x="10625" y="3002"/>
                    <a:pt x="10625" y="3673"/>
                  </a:cubicBezTo>
                  <a:cubicBezTo>
                    <a:pt x="10625" y="4087"/>
                    <a:pt x="10300" y="8685"/>
                    <a:pt x="10016" y="12743"/>
                  </a:cubicBezTo>
                  <a:cubicBezTo>
                    <a:pt x="9739" y="16682"/>
                    <a:pt x="9498" y="20084"/>
                    <a:pt x="9498" y="20399"/>
                  </a:cubicBezTo>
                  <a:cubicBezTo>
                    <a:pt x="9498" y="20878"/>
                    <a:pt x="9498" y="21421"/>
                    <a:pt x="5579" y="21874"/>
                  </a:cubicBezTo>
                  <a:cubicBezTo>
                    <a:pt x="4885" y="21954"/>
                    <a:pt x="4278" y="21995"/>
                    <a:pt x="3757" y="21995"/>
                  </a:cubicBezTo>
                  <a:cubicBezTo>
                    <a:pt x="2665" y="21995"/>
                    <a:pt x="1948" y="21818"/>
                    <a:pt x="1584" y="21464"/>
                  </a:cubicBezTo>
                  <a:cubicBezTo>
                    <a:pt x="1282" y="21168"/>
                    <a:pt x="1178" y="20724"/>
                    <a:pt x="1241" y="19982"/>
                  </a:cubicBezTo>
                  <a:lnTo>
                    <a:pt x="6371" y="6351"/>
                  </a:lnTo>
                  <a:cubicBezTo>
                    <a:pt x="6420" y="6220"/>
                    <a:pt x="6372" y="6074"/>
                    <a:pt x="6255" y="5998"/>
                  </a:cubicBezTo>
                  <a:cubicBezTo>
                    <a:pt x="6206" y="5966"/>
                    <a:pt x="6150" y="5951"/>
                    <a:pt x="6095" y="5951"/>
                  </a:cubicBezTo>
                  <a:cubicBezTo>
                    <a:pt x="6019" y="5951"/>
                    <a:pt x="5943" y="5980"/>
                    <a:pt x="5886" y="6037"/>
                  </a:cubicBezTo>
                  <a:cubicBezTo>
                    <a:pt x="5879" y="6045"/>
                    <a:pt x="5156" y="6755"/>
                    <a:pt x="4004" y="6755"/>
                  </a:cubicBezTo>
                  <a:cubicBezTo>
                    <a:pt x="2987" y="6755"/>
                    <a:pt x="1327" y="6483"/>
                    <a:pt x="767" y="6247"/>
                  </a:cubicBezTo>
                  <a:cubicBezTo>
                    <a:pt x="1730" y="5644"/>
                    <a:pt x="4374" y="3838"/>
                    <a:pt x="4493" y="3756"/>
                  </a:cubicBezTo>
                  <a:cubicBezTo>
                    <a:pt x="4610" y="3676"/>
                    <a:pt x="4654" y="3525"/>
                    <a:pt x="4597" y="3396"/>
                  </a:cubicBezTo>
                  <a:cubicBezTo>
                    <a:pt x="4550" y="3285"/>
                    <a:pt x="4442" y="3217"/>
                    <a:pt x="4326" y="3217"/>
                  </a:cubicBezTo>
                  <a:cubicBezTo>
                    <a:pt x="4306" y="3217"/>
                    <a:pt x="4285" y="3219"/>
                    <a:pt x="4265" y="3223"/>
                  </a:cubicBezTo>
                  <a:cubicBezTo>
                    <a:pt x="3739" y="3336"/>
                    <a:pt x="3027" y="3431"/>
                    <a:pt x="2459" y="3431"/>
                  </a:cubicBezTo>
                  <a:cubicBezTo>
                    <a:pt x="2075" y="3431"/>
                    <a:pt x="1758" y="3388"/>
                    <a:pt x="1608" y="3276"/>
                  </a:cubicBezTo>
                  <a:cubicBezTo>
                    <a:pt x="1141" y="2925"/>
                    <a:pt x="993" y="2587"/>
                    <a:pt x="1042" y="2505"/>
                  </a:cubicBezTo>
                  <a:cubicBezTo>
                    <a:pt x="1168" y="2464"/>
                    <a:pt x="1368" y="2446"/>
                    <a:pt x="1621" y="2425"/>
                  </a:cubicBezTo>
                  <a:cubicBezTo>
                    <a:pt x="2189" y="2377"/>
                    <a:pt x="3045" y="2304"/>
                    <a:pt x="4266" y="1860"/>
                  </a:cubicBezTo>
                  <a:cubicBezTo>
                    <a:pt x="4831" y="1654"/>
                    <a:pt x="5301" y="1449"/>
                    <a:pt x="5714" y="1267"/>
                  </a:cubicBezTo>
                  <a:cubicBezTo>
                    <a:pt x="6609" y="874"/>
                    <a:pt x="7255" y="591"/>
                    <a:pt x="8187" y="591"/>
                  </a:cubicBezTo>
                  <a:close/>
                  <a:moveTo>
                    <a:pt x="8187" y="0"/>
                  </a:moveTo>
                  <a:cubicBezTo>
                    <a:pt x="7132" y="0"/>
                    <a:pt x="6401" y="320"/>
                    <a:pt x="5477" y="725"/>
                  </a:cubicBezTo>
                  <a:cubicBezTo>
                    <a:pt x="5072" y="903"/>
                    <a:pt x="4611" y="1105"/>
                    <a:pt x="4065" y="1304"/>
                  </a:cubicBezTo>
                  <a:cubicBezTo>
                    <a:pt x="2916" y="1721"/>
                    <a:pt x="2107" y="1790"/>
                    <a:pt x="1572" y="1836"/>
                  </a:cubicBezTo>
                  <a:cubicBezTo>
                    <a:pt x="1280" y="1861"/>
                    <a:pt x="1048" y="1880"/>
                    <a:pt x="855" y="1944"/>
                  </a:cubicBezTo>
                  <a:cubicBezTo>
                    <a:pt x="621" y="2023"/>
                    <a:pt x="466" y="2196"/>
                    <a:pt x="430" y="2419"/>
                  </a:cubicBezTo>
                  <a:cubicBezTo>
                    <a:pt x="354" y="2886"/>
                    <a:pt x="806" y="3412"/>
                    <a:pt x="1254" y="3748"/>
                  </a:cubicBezTo>
                  <a:cubicBezTo>
                    <a:pt x="1530" y="3955"/>
                    <a:pt x="2004" y="4023"/>
                    <a:pt x="2502" y="4023"/>
                  </a:cubicBezTo>
                  <a:cubicBezTo>
                    <a:pt x="2697" y="4023"/>
                    <a:pt x="2896" y="4012"/>
                    <a:pt x="3089" y="3996"/>
                  </a:cubicBezTo>
                  <a:lnTo>
                    <a:pt x="3089" y="3996"/>
                  </a:lnTo>
                  <a:cubicBezTo>
                    <a:pt x="2128" y="4647"/>
                    <a:pt x="799" y="5541"/>
                    <a:pt x="315" y="5831"/>
                  </a:cubicBezTo>
                  <a:cubicBezTo>
                    <a:pt x="0" y="6021"/>
                    <a:pt x="27" y="6262"/>
                    <a:pt x="53" y="6357"/>
                  </a:cubicBezTo>
                  <a:cubicBezTo>
                    <a:pt x="285" y="7194"/>
                    <a:pt x="3968" y="7345"/>
                    <a:pt x="4005" y="7345"/>
                  </a:cubicBezTo>
                  <a:cubicBezTo>
                    <a:pt x="4522" y="7344"/>
                    <a:pt x="5031" y="7227"/>
                    <a:pt x="5496" y="7000"/>
                  </a:cubicBezTo>
                  <a:lnTo>
                    <a:pt x="5496" y="7000"/>
                  </a:lnTo>
                  <a:lnTo>
                    <a:pt x="673" y="19812"/>
                  </a:lnTo>
                  <a:cubicBezTo>
                    <a:pt x="663" y="19837"/>
                    <a:pt x="658" y="19862"/>
                    <a:pt x="655" y="19889"/>
                  </a:cubicBezTo>
                  <a:cubicBezTo>
                    <a:pt x="597" y="20528"/>
                    <a:pt x="604" y="21332"/>
                    <a:pt x="1173" y="21887"/>
                  </a:cubicBezTo>
                  <a:cubicBezTo>
                    <a:pt x="1655" y="22359"/>
                    <a:pt x="2476" y="22587"/>
                    <a:pt x="3746" y="22587"/>
                  </a:cubicBezTo>
                  <a:cubicBezTo>
                    <a:pt x="4294" y="22587"/>
                    <a:pt x="4924" y="22544"/>
                    <a:pt x="5647" y="22461"/>
                  </a:cubicBezTo>
                  <a:cubicBezTo>
                    <a:pt x="9780" y="21984"/>
                    <a:pt x="10090" y="21335"/>
                    <a:pt x="10090" y="20399"/>
                  </a:cubicBezTo>
                  <a:cubicBezTo>
                    <a:pt x="10090" y="20105"/>
                    <a:pt x="10352" y="16384"/>
                    <a:pt x="10605" y="12784"/>
                  </a:cubicBezTo>
                  <a:cubicBezTo>
                    <a:pt x="10905" y="8519"/>
                    <a:pt x="11216" y="4107"/>
                    <a:pt x="11216" y="3673"/>
                  </a:cubicBezTo>
                  <a:cubicBezTo>
                    <a:pt x="11216" y="2772"/>
                    <a:pt x="9852" y="0"/>
                    <a:pt x="818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32"/>
            <p:cNvSpPr/>
            <p:nvPr/>
          </p:nvSpPr>
          <p:spPr>
            <a:xfrm>
              <a:off x="8155336" y="3022873"/>
              <a:ext cx="13508" cy="53146"/>
            </a:xfrm>
            <a:custGeom>
              <a:rect b="b" l="l" r="r" t="t"/>
              <a:pathLst>
                <a:path extrusionOk="0" h="3006" w="764">
                  <a:moveTo>
                    <a:pt x="0" y="3006"/>
                  </a:moveTo>
                  <a:lnTo>
                    <a:pt x="763" y="0"/>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32"/>
            <p:cNvSpPr/>
            <p:nvPr/>
          </p:nvSpPr>
          <p:spPr>
            <a:xfrm>
              <a:off x="8149430" y="3017551"/>
              <a:ext cx="25247" cy="63701"/>
            </a:xfrm>
            <a:custGeom>
              <a:rect b="b" l="l" r="r" t="t"/>
              <a:pathLst>
                <a:path extrusionOk="0" h="3603" w="1428">
                  <a:moveTo>
                    <a:pt x="1099" y="0"/>
                  </a:moveTo>
                  <a:cubicBezTo>
                    <a:pt x="964" y="0"/>
                    <a:pt x="842" y="92"/>
                    <a:pt x="810" y="228"/>
                  </a:cubicBezTo>
                  <a:lnTo>
                    <a:pt x="49" y="3235"/>
                  </a:lnTo>
                  <a:cubicBezTo>
                    <a:pt x="1" y="3421"/>
                    <a:pt x="142" y="3603"/>
                    <a:pt x="334" y="3603"/>
                  </a:cubicBezTo>
                  <a:cubicBezTo>
                    <a:pt x="470" y="3603"/>
                    <a:pt x="587" y="3511"/>
                    <a:pt x="621" y="3380"/>
                  </a:cubicBezTo>
                  <a:lnTo>
                    <a:pt x="1383" y="375"/>
                  </a:lnTo>
                  <a:cubicBezTo>
                    <a:pt x="1427" y="215"/>
                    <a:pt x="1331" y="51"/>
                    <a:pt x="1172" y="9"/>
                  </a:cubicBezTo>
                  <a:cubicBezTo>
                    <a:pt x="1147" y="3"/>
                    <a:pt x="1123" y="0"/>
                    <a:pt x="109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32"/>
            <p:cNvSpPr/>
            <p:nvPr/>
          </p:nvSpPr>
          <p:spPr>
            <a:xfrm>
              <a:off x="8027385" y="3257999"/>
              <a:ext cx="193366" cy="234066"/>
            </a:xfrm>
            <a:custGeom>
              <a:rect b="b" l="l" r="r" t="t"/>
              <a:pathLst>
                <a:path extrusionOk="0" h="13239" w="10937">
                  <a:moveTo>
                    <a:pt x="7077" y="1"/>
                  </a:moveTo>
                  <a:cubicBezTo>
                    <a:pt x="7077" y="1"/>
                    <a:pt x="1931" y="1448"/>
                    <a:pt x="965" y="3700"/>
                  </a:cubicBezTo>
                  <a:cubicBezTo>
                    <a:pt x="1" y="5949"/>
                    <a:pt x="162" y="9329"/>
                    <a:pt x="2092" y="11257"/>
                  </a:cubicBezTo>
                  <a:cubicBezTo>
                    <a:pt x="3430" y="12596"/>
                    <a:pt x="4227" y="13239"/>
                    <a:pt x="5287" y="13239"/>
                  </a:cubicBezTo>
                  <a:cubicBezTo>
                    <a:pt x="5755" y="13239"/>
                    <a:pt x="6275" y="13113"/>
                    <a:pt x="6916" y="12866"/>
                  </a:cubicBezTo>
                  <a:cubicBezTo>
                    <a:pt x="9006" y="12062"/>
                    <a:pt x="9490" y="10775"/>
                    <a:pt x="9650" y="9488"/>
                  </a:cubicBezTo>
                  <a:cubicBezTo>
                    <a:pt x="9811" y="8202"/>
                    <a:pt x="10936" y="3861"/>
                    <a:pt x="70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32"/>
            <p:cNvSpPr/>
            <p:nvPr/>
          </p:nvSpPr>
          <p:spPr>
            <a:xfrm>
              <a:off x="8022417" y="3252748"/>
              <a:ext cx="197804" cy="244497"/>
            </a:xfrm>
            <a:custGeom>
              <a:rect b="b" l="l" r="r" t="t"/>
              <a:pathLst>
                <a:path extrusionOk="0" h="13829" w="11188">
                  <a:moveTo>
                    <a:pt x="7272" y="631"/>
                  </a:moveTo>
                  <a:cubicBezTo>
                    <a:pt x="10543" y="4008"/>
                    <a:pt x="9955" y="7726"/>
                    <a:pt x="9700" y="9325"/>
                  </a:cubicBezTo>
                  <a:cubicBezTo>
                    <a:pt x="9675" y="9490"/>
                    <a:pt x="9652" y="9632"/>
                    <a:pt x="9637" y="9749"/>
                  </a:cubicBezTo>
                  <a:cubicBezTo>
                    <a:pt x="9490" y="10927"/>
                    <a:pt x="9080" y="12122"/>
                    <a:pt x="7090" y="12888"/>
                  </a:cubicBezTo>
                  <a:cubicBezTo>
                    <a:pt x="6489" y="13119"/>
                    <a:pt x="6008" y="13240"/>
                    <a:pt x="5574" y="13240"/>
                  </a:cubicBezTo>
                  <a:cubicBezTo>
                    <a:pt x="4613" y="13240"/>
                    <a:pt x="3881" y="12647"/>
                    <a:pt x="2580" y="11347"/>
                  </a:cubicBezTo>
                  <a:cubicBezTo>
                    <a:pt x="688" y="9453"/>
                    <a:pt x="620" y="6207"/>
                    <a:pt x="1518" y="4114"/>
                  </a:cubicBezTo>
                  <a:cubicBezTo>
                    <a:pt x="2322" y="2236"/>
                    <a:pt x="6394" y="901"/>
                    <a:pt x="7272" y="631"/>
                  </a:cubicBezTo>
                  <a:close/>
                  <a:moveTo>
                    <a:pt x="7357" y="1"/>
                  </a:moveTo>
                  <a:cubicBezTo>
                    <a:pt x="7330" y="1"/>
                    <a:pt x="7303" y="4"/>
                    <a:pt x="7277" y="12"/>
                  </a:cubicBezTo>
                  <a:cubicBezTo>
                    <a:pt x="7061" y="73"/>
                    <a:pt x="1984" y="1525"/>
                    <a:pt x="974" y="3879"/>
                  </a:cubicBezTo>
                  <a:cubicBezTo>
                    <a:pt x="1" y="6152"/>
                    <a:pt x="85" y="9689"/>
                    <a:pt x="2162" y="11765"/>
                  </a:cubicBezTo>
                  <a:cubicBezTo>
                    <a:pt x="3510" y="13111"/>
                    <a:pt x="4373" y="13828"/>
                    <a:pt x="5564" y="13828"/>
                  </a:cubicBezTo>
                  <a:cubicBezTo>
                    <a:pt x="6065" y="13828"/>
                    <a:pt x="6626" y="13700"/>
                    <a:pt x="7303" y="13439"/>
                  </a:cubicBezTo>
                  <a:cubicBezTo>
                    <a:pt x="9588" y="12560"/>
                    <a:pt x="10062" y="11118"/>
                    <a:pt x="10224" y="9822"/>
                  </a:cubicBezTo>
                  <a:cubicBezTo>
                    <a:pt x="10238" y="9710"/>
                    <a:pt x="10259" y="9574"/>
                    <a:pt x="10284" y="9417"/>
                  </a:cubicBezTo>
                  <a:cubicBezTo>
                    <a:pt x="10555" y="7708"/>
                    <a:pt x="11187" y="3709"/>
                    <a:pt x="7566" y="89"/>
                  </a:cubicBezTo>
                  <a:cubicBezTo>
                    <a:pt x="7510" y="31"/>
                    <a:pt x="7434" y="1"/>
                    <a:pt x="73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32"/>
            <p:cNvSpPr/>
            <p:nvPr/>
          </p:nvSpPr>
          <p:spPr>
            <a:xfrm>
              <a:off x="7973355" y="4437609"/>
              <a:ext cx="264457" cy="218949"/>
            </a:xfrm>
            <a:custGeom>
              <a:rect b="b" l="l" r="r" t="t"/>
              <a:pathLst>
                <a:path extrusionOk="0" h="12384" w="14958">
                  <a:moveTo>
                    <a:pt x="2809" y="1"/>
                  </a:moveTo>
                  <a:cubicBezTo>
                    <a:pt x="2412" y="1"/>
                    <a:pt x="2055" y="55"/>
                    <a:pt x="1770" y="185"/>
                  </a:cubicBezTo>
                  <a:cubicBezTo>
                    <a:pt x="1" y="989"/>
                    <a:pt x="1" y="1794"/>
                    <a:pt x="2252" y="5332"/>
                  </a:cubicBezTo>
                  <a:cubicBezTo>
                    <a:pt x="4288" y="8529"/>
                    <a:pt x="9607" y="12384"/>
                    <a:pt x="12155" y="12384"/>
                  </a:cubicBezTo>
                  <a:cubicBezTo>
                    <a:pt x="12426" y="12384"/>
                    <a:pt x="12666" y="12340"/>
                    <a:pt x="12867" y="12248"/>
                  </a:cubicBezTo>
                  <a:cubicBezTo>
                    <a:pt x="14958" y="11282"/>
                    <a:pt x="13028" y="4848"/>
                    <a:pt x="13028" y="4848"/>
                  </a:cubicBezTo>
                  <a:lnTo>
                    <a:pt x="8042" y="1472"/>
                  </a:lnTo>
                  <a:cubicBezTo>
                    <a:pt x="8042" y="1472"/>
                    <a:pt x="4875" y="1"/>
                    <a:pt x="28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32"/>
            <p:cNvSpPr/>
            <p:nvPr/>
          </p:nvSpPr>
          <p:spPr>
            <a:xfrm>
              <a:off x="7973744" y="4432464"/>
              <a:ext cx="269249" cy="229221"/>
            </a:xfrm>
            <a:custGeom>
              <a:rect b="b" l="l" r="r" t="t"/>
              <a:pathLst>
                <a:path extrusionOk="0" h="12965" w="15229">
                  <a:moveTo>
                    <a:pt x="2779" y="588"/>
                  </a:moveTo>
                  <a:cubicBezTo>
                    <a:pt x="4380" y="588"/>
                    <a:pt x="6861" y="1554"/>
                    <a:pt x="7873" y="2021"/>
                  </a:cubicBezTo>
                  <a:lnTo>
                    <a:pt x="12752" y="5326"/>
                  </a:lnTo>
                  <a:cubicBezTo>
                    <a:pt x="13275" y="7120"/>
                    <a:pt x="14216" y="11580"/>
                    <a:pt x="12720" y="12270"/>
                  </a:cubicBezTo>
                  <a:cubicBezTo>
                    <a:pt x="12554" y="12347"/>
                    <a:pt x="12353" y="12383"/>
                    <a:pt x="12122" y="12383"/>
                  </a:cubicBezTo>
                  <a:cubicBezTo>
                    <a:pt x="9808" y="12383"/>
                    <a:pt x="4553" y="8722"/>
                    <a:pt x="2479" y="5464"/>
                  </a:cubicBezTo>
                  <a:cubicBezTo>
                    <a:pt x="1296" y="3605"/>
                    <a:pt x="603" y="2313"/>
                    <a:pt x="807" y="1627"/>
                  </a:cubicBezTo>
                  <a:cubicBezTo>
                    <a:pt x="904" y="1299"/>
                    <a:pt x="1213" y="1044"/>
                    <a:pt x="1870" y="745"/>
                  </a:cubicBezTo>
                  <a:cubicBezTo>
                    <a:pt x="2113" y="634"/>
                    <a:pt x="2424" y="588"/>
                    <a:pt x="2779" y="588"/>
                  </a:cubicBezTo>
                  <a:close/>
                  <a:moveTo>
                    <a:pt x="2779" y="0"/>
                  </a:moveTo>
                  <a:cubicBezTo>
                    <a:pt x="2342" y="0"/>
                    <a:pt x="1946" y="61"/>
                    <a:pt x="1626" y="206"/>
                  </a:cubicBezTo>
                  <a:cubicBezTo>
                    <a:pt x="1016" y="483"/>
                    <a:pt x="428" y="826"/>
                    <a:pt x="241" y="1458"/>
                  </a:cubicBezTo>
                  <a:cubicBezTo>
                    <a:pt x="0" y="2269"/>
                    <a:pt x="438" y="3359"/>
                    <a:pt x="1981" y="5781"/>
                  </a:cubicBezTo>
                  <a:cubicBezTo>
                    <a:pt x="4044" y="9023"/>
                    <a:pt x="9425" y="12964"/>
                    <a:pt x="12155" y="12964"/>
                  </a:cubicBezTo>
                  <a:cubicBezTo>
                    <a:pt x="12462" y="12964"/>
                    <a:pt x="12736" y="12914"/>
                    <a:pt x="12969" y="12807"/>
                  </a:cubicBezTo>
                  <a:cubicBezTo>
                    <a:pt x="15228" y="11764"/>
                    <a:pt x="13494" y="5739"/>
                    <a:pt x="13289" y="5055"/>
                  </a:cubicBezTo>
                  <a:cubicBezTo>
                    <a:pt x="13270" y="4989"/>
                    <a:pt x="13229" y="4934"/>
                    <a:pt x="13172" y="4895"/>
                  </a:cubicBezTo>
                  <a:lnTo>
                    <a:pt x="8186" y="1518"/>
                  </a:lnTo>
                  <a:cubicBezTo>
                    <a:pt x="8173" y="1509"/>
                    <a:pt x="8159" y="1502"/>
                    <a:pt x="8145" y="1496"/>
                  </a:cubicBezTo>
                  <a:cubicBezTo>
                    <a:pt x="7987" y="1423"/>
                    <a:pt x="4897" y="0"/>
                    <a:pt x="2779"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32"/>
            <p:cNvSpPr/>
            <p:nvPr/>
          </p:nvSpPr>
          <p:spPr>
            <a:xfrm>
              <a:off x="7975035" y="4449843"/>
              <a:ext cx="241951" cy="206715"/>
            </a:xfrm>
            <a:custGeom>
              <a:rect b="b" l="l" r="r" t="t"/>
              <a:pathLst>
                <a:path extrusionOk="0" h="11692" w="13685">
                  <a:moveTo>
                    <a:pt x="831" y="0"/>
                  </a:moveTo>
                  <a:lnTo>
                    <a:pt x="831" y="0"/>
                  </a:lnTo>
                  <a:cubicBezTo>
                    <a:pt x="0" y="732"/>
                    <a:pt x="359" y="1812"/>
                    <a:pt x="2157" y="4640"/>
                  </a:cubicBezTo>
                  <a:cubicBezTo>
                    <a:pt x="4193" y="7837"/>
                    <a:pt x="9512" y="11692"/>
                    <a:pt x="12060" y="11692"/>
                  </a:cubicBezTo>
                  <a:cubicBezTo>
                    <a:pt x="12331" y="11692"/>
                    <a:pt x="12571" y="11648"/>
                    <a:pt x="12772" y="11556"/>
                  </a:cubicBezTo>
                  <a:cubicBezTo>
                    <a:pt x="13303" y="11310"/>
                    <a:pt x="13575" y="10711"/>
                    <a:pt x="13685" y="9954"/>
                  </a:cubicBezTo>
                  <a:lnTo>
                    <a:pt x="13685" y="9954"/>
                  </a:lnTo>
                  <a:cubicBezTo>
                    <a:pt x="13113" y="10196"/>
                    <a:pt x="12537" y="10308"/>
                    <a:pt x="11957" y="10308"/>
                  </a:cubicBezTo>
                  <a:cubicBezTo>
                    <a:pt x="9551" y="10308"/>
                    <a:pt x="7092" y="8376"/>
                    <a:pt x="4730" y="5765"/>
                  </a:cubicBezTo>
                  <a:cubicBezTo>
                    <a:pt x="2685" y="3504"/>
                    <a:pt x="1436" y="1249"/>
                    <a:pt x="83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32"/>
            <p:cNvSpPr/>
            <p:nvPr/>
          </p:nvSpPr>
          <p:spPr>
            <a:xfrm>
              <a:off x="7967627" y="4444610"/>
              <a:ext cx="254999" cy="217075"/>
            </a:xfrm>
            <a:custGeom>
              <a:rect b="b" l="l" r="r" t="t"/>
              <a:pathLst>
                <a:path extrusionOk="0" h="12278" w="14423">
                  <a:moveTo>
                    <a:pt x="1192" y="843"/>
                  </a:moveTo>
                  <a:lnTo>
                    <a:pt x="1192" y="843"/>
                  </a:lnTo>
                  <a:cubicBezTo>
                    <a:pt x="1841" y="2108"/>
                    <a:pt x="3058" y="4190"/>
                    <a:pt x="4930" y="6260"/>
                  </a:cubicBezTo>
                  <a:cubicBezTo>
                    <a:pt x="7761" y="9388"/>
                    <a:pt x="10168" y="10908"/>
                    <a:pt x="12354" y="10908"/>
                  </a:cubicBezTo>
                  <a:cubicBezTo>
                    <a:pt x="12813" y="10908"/>
                    <a:pt x="13262" y="10841"/>
                    <a:pt x="13703" y="10708"/>
                  </a:cubicBezTo>
                  <a:lnTo>
                    <a:pt x="13703" y="10708"/>
                  </a:lnTo>
                  <a:cubicBezTo>
                    <a:pt x="13570" y="11157"/>
                    <a:pt x="13357" y="11450"/>
                    <a:pt x="13066" y="11583"/>
                  </a:cubicBezTo>
                  <a:cubicBezTo>
                    <a:pt x="12900" y="11660"/>
                    <a:pt x="12699" y="11696"/>
                    <a:pt x="12469" y="11696"/>
                  </a:cubicBezTo>
                  <a:cubicBezTo>
                    <a:pt x="10154" y="11696"/>
                    <a:pt x="4899" y="8035"/>
                    <a:pt x="2825" y="4777"/>
                  </a:cubicBezTo>
                  <a:cubicBezTo>
                    <a:pt x="1270" y="2332"/>
                    <a:pt x="942" y="1389"/>
                    <a:pt x="1192" y="843"/>
                  </a:cubicBezTo>
                  <a:close/>
                  <a:moveTo>
                    <a:pt x="1249" y="1"/>
                  </a:moveTo>
                  <a:cubicBezTo>
                    <a:pt x="1177" y="1"/>
                    <a:pt x="1108" y="26"/>
                    <a:pt x="1054" y="75"/>
                  </a:cubicBezTo>
                  <a:cubicBezTo>
                    <a:pt x="0" y="1003"/>
                    <a:pt x="596" y="2374"/>
                    <a:pt x="2327" y="5094"/>
                  </a:cubicBezTo>
                  <a:cubicBezTo>
                    <a:pt x="4390" y="8336"/>
                    <a:pt x="9770" y="12277"/>
                    <a:pt x="12501" y="12277"/>
                  </a:cubicBezTo>
                  <a:cubicBezTo>
                    <a:pt x="12808" y="12276"/>
                    <a:pt x="13082" y="12227"/>
                    <a:pt x="13314" y="12118"/>
                  </a:cubicBezTo>
                  <a:cubicBezTo>
                    <a:pt x="13895" y="11852"/>
                    <a:pt x="14258" y="11237"/>
                    <a:pt x="14396" y="10290"/>
                  </a:cubicBezTo>
                  <a:cubicBezTo>
                    <a:pt x="14422" y="10104"/>
                    <a:pt x="14274" y="9952"/>
                    <a:pt x="14103" y="9952"/>
                  </a:cubicBezTo>
                  <a:cubicBezTo>
                    <a:pt x="14065" y="9952"/>
                    <a:pt x="14026" y="9959"/>
                    <a:pt x="13988" y="9976"/>
                  </a:cubicBezTo>
                  <a:cubicBezTo>
                    <a:pt x="13462" y="10199"/>
                    <a:pt x="12921" y="10311"/>
                    <a:pt x="12360" y="10311"/>
                  </a:cubicBezTo>
                  <a:cubicBezTo>
                    <a:pt x="10346" y="10311"/>
                    <a:pt x="8079" y="8858"/>
                    <a:pt x="5369" y="5862"/>
                  </a:cubicBezTo>
                  <a:cubicBezTo>
                    <a:pt x="3323" y="3601"/>
                    <a:pt x="2076" y="1324"/>
                    <a:pt x="1516" y="168"/>
                  </a:cubicBezTo>
                  <a:cubicBezTo>
                    <a:pt x="1476" y="85"/>
                    <a:pt x="1399" y="26"/>
                    <a:pt x="1308" y="7"/>
                  </a:cubicBezTo>
                  <a:cubicBezTo>
                    <a:pt x="1288" y="3"/>
                    <a:pt x="1268" y="1"/>
                    <a:pt x="124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32"/>
            <p:cNvSpPr/>
            <p:nvPr/>
          </p:nvSpPr>
          <p:spPr>
            <a:xfrm>
              <a:off x="8089920" y="3466464"/>
              <a:ext cx="1188591" cy="1193365"/>
            </a:xfrm>
            <a:custGeom>
              <a:rect b="b" l="l" r="r" t="t"/>
              <a:pathLst>
                <a:path extrusionOk="0" h="67498" w="67228">
                  <a:moveTo>
                    <a:pt x="45468" y="1"/>
                  </a:moveTo>
                  <a:cubicBezTo>
                    <a:pt x="42438" y="1"/>
                    <a:pt x="35390" y="859"/>
                    <a:pt x="24609" y="7187"/>
                  </a:cubicBezTo>
                  <a:lnTo>
                    <a:pt x="24769" y="12013"/>
                  </a:lnTo>
                  <a:cubicBezTo>
                    <a:pt x="24769" y="12013"/>
                    <a:pt x="14958" y="15710"/>
                    <a:pt x="10133" y="19088"/>
                  </a:cubicBezTo>
                  <a:cubicBezTo>
                    <a:pt x="5308" y="22466"/>
                    <a:pt x="2091" y="25040"/>
                    <a:pt x="1609" y="28255"/>
                  </a:cubicBezTo>
                  <a:cubicBezTo>
                    <a:pt x="1127" y="31472"/>
                    <a:pt x="1448" y="56401"/>
                    <a:pt x="1448" y="56401"/>
                  </a:cubicBezTo>
                  <a:cubicBezTo>
                    <a:pt x="1448" y="56401"/>
                    <a:pt x="0" y="56723"/>
                    <a:pt x="484" y="57687"/>
                  </a:cubicBezTo>
                  <a:cubicBezTo>
                    <a:pt x="967" y="58653"/>
                    <a:pt x="1931" y="62191"/>
                    <a:pt x="3218" y="62512"/>
                  </a:cubicBezTo>
                  <a:cubicBezTo>
                    <a:pt x="4048" y="62720"/>
                    <a:pt x="5012" y="63062"/>
                    <a:pt x="5678" y="63062"/>
                  </a:cubicBezTo>
                  <a:cubicBezTo>
                    <a:pt x="6044" y="63062"/>
                    <a:pt x="6320" y="62958"/>
                    <a:pt x="6434" y="62673"/>
                  </a:cubicBezTo>
                  <a:cubicBezTo>
                    <a:pt x="6756" y="61868"/>
                    <a:pt x="7720" y="57044"/>
                    <a:pt x="8364" y="55436"/>
                  </a:cubicBezTo>
                  <a:cubicBezTo>
                    <a:pt x="9007" y="53827"/>
                    <a:pt x="10133" y="46268"/>
                    <a:pt x="11098" y="40961"/>
                  </a:cubicBezTo>
                  <a:cubicBezTo>
                    <a:pt x="12063" y="35653"/>
                    <a:pt x="12063" y="31955"/>
                    <a:pt x="12063" y="31955"/>
                  </a:cubicBezTo>
                  <a:cubicBezTo>
                    <a:pt x="12063" y="31955"/>
                    <a:pt x="16405" y="31472"/>
                    <a:pt x="22034" y="29542"/>
                  </a:cubicBezTo>
                  <a:cubicBezTo>
                    <a:pt x="27663" y="27612"/>
                    <a:pt x="35866" y="24074"/>
                    <a:pt x="35866" y="24074"/>
                  </a:cubicBezTo>
                  <a:cubicBezTo>
                    <a:pt x="35866" y="24074"/>
                    <a:pt x="42459" y="40639"/>
                    <a:pt x="43907" y="43857"/>
                  </a:cubicBezTo>
                  <a:cubicBezTo>
                    <a:pt x="45355" y="47074"/>
                    <a:pt x="50984" y="54311"/>
                    <a:pt x="52110" y="56401"/>
                  </a:cubicBezTo>
                  <a:cubicBezTo>
                    <a:pt x="53235" y="58492"/>
                    <a:pt x="60312" y="67498"/>
                    <a:pt x="60312" y="67498"/>
                  </a:cubicBezTo>
                  <a:cubicBezTo>
                    <a:pt x="60312" y="67498"/>
                    <a:pt x="63047" y="65085"/>
                    <a:pt x="64816" y="65085"/>
                  </a:cubicBezTo>
                  <a:lnTo>
                    <a:pt x="67228" y="65085"/>
                  </a:lnTo>
                  <a:cubicBezTo>
                    <a:pt x="67228" y="65085"/>
                    <a:pt x="64332" y="57043"/>
                    <a:pt x="61921" y="52219"/>
                  </a:cubicBezTo>
                  <a:cubicBezTo>
                    <a:pt x="59509" y="47395"/>
                    <a:pt x="54522" y="39513"/>
                    <a:pt x="54522" y="39513"/>
                  </a:cubicBezTo>
                  <a:cubicBezTo>
                    <a:pt x="54522" y="39513"/>
                    <a:pt x="50021" y="11374"/>
                    <a:pt x="49858" y="9439"/>
                  </a:cubicBezTo>
                  <a:cubicBezTo>
                    <a:pt x="49547" y="5726"/>
                    <a:pt x="47168" y="120"/>
                    <a:pt x="47168" y="120"/>
                  </a:cubicBezTo>
                  <a:cubicBezTo>
                    <a:pt x="47168" y="120"/>
                    <a:pt x="46596" y="1"/>
                    <a:pt x="4546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32"/>
            <p:cNvSpPr/>
            <p:nvPr/>
          </p:nvSpPr>
          <p:spPr>
            <a:xfrm>
              <a:off x="8090291" y="3461072"/>
              <a:ext cx="1194372" cy="1203990"/>
            </a:xfrm>
            <a:custGeom>
              <a:rect b="b" l="l" r="r" t="t"/>
              <a:pathLst>
                <a:path extrusionOk="0" h="68099" w="67555">
                  <a:moveTo>
                    <a:pt x="45500" y="609"/>
                  </a:moveTo>
                  <a:cubicBezTo>
                    <a:pt x="46230" y="609"/>
                    <a:pt x="46711" y="659"/>
                    <a:pt x="46938" y="691"/>
                  </a:cubicBezTo>
                  <a:cubicBezTo>
                    <a:pt x="47314" y="1606"/>
                    <a:pt x="49268" y="6482"/>
                    <a:pt x="49543" y="9769"/>
                  </a:cubicBezTo>
                  <a:cubicBezTo>
                    <a:pt x="49704" y="11694"/>
                    <a:pt x="54026" y="38717"/>
                    <a:pt x="54210" y="39865"/>
                  </a:cubicBezTo>
                  <a:cubicBezTo>
                    <a:pt x="54216" y="39905"/>
                    <a:pt x="54230" y="39943"/>
                    <a:pt x="54252" y="39977"/>
                  </a:cubicBezTo>
                  <a:cubicBezTo>
                    <a:pt x="54302" y="40055"/>
                    <a:pt x="59257" y="47900"/>
                    <a:pt x="61636" y="52657"/>
                  </a:cubicBezTo>
                  <a:cubicBezTo>
                    <a:pt x="63708" y="56803"/>
                    <a:pt x="66169" y="63417"/>
                    <a:pt x="66785" y="65094"/>
                  </a:cubicBezTo>
                  <a:lnTo>
                    <a:pt x="64795" y="65094"/>
                  </a:lnTo>
                  <a:cubicBezTo>
                    <a:pt x="63230" y="65094"/>
                    <a:pt x="61055" y="66781"/>
                    <a:pt x="60334" y="67378"/>
                  </a:cubicBezTo>
                  <a:cubicBezTo>
                    <a:pt x="59201" y="65930"/>
                    <a:pt x="53348" y="58420"/>
                    <a:pt x="52349" y="56566"/>
                  </a:cubicBezTo>
                  <a:cubicBezTo>
                    <a:pt x="51897" y="55725"/>
                    <a:pt x="50754" y="54102"/>
                    <a:pt x="49429" y="52222"/>
                  </a:cubicBezTo>
                  <a:cubicBezTo>
                    <a:pt x="47465" y="49432"/>
                    <a:pt x="45022" y="45961"/>
                    <a:pt x="44157" y="44040"/>
                  </a:cubicBezTo>
                  <a:cubicBezTo>
                    <a:pt x="42728" y="40866"/>
                    <a:pt x="36186" y="24434"/>
                    <a:pt x="36119" y="24269"/>
                  </a:cubicBezTo>
                  <a:cubicBezTo>
                    <a:pt x="36075" y="24157"/>
                    <a:pt x="35966" y="24083"/>
                    <a:pt x="35845" y="24083"/>
                  </a:cubicBezTo>
                  <a:cubicBezTo>
                    <a:pt x="35804" y="24083"/>
                    <a:pt x="35765" y="24092"/>
                    <a:pt x="35728" y="24107"/>
                  </a:cubicBezTo>
                  <a:cubicBezTo>
                    <a:pt x="35646" y="24142"/>
                    <a:pt x="27472" y="27662"/>
                    <a:pt x="21919" y="29567"/>
                  </a:cubicBezTo>
                  <a:cubicBezTo>
                    <a:pt x="16388" y="31463"/>
                    <a:pt x="12053" y="31961"/>
                    <a:pt x="12010" y="31966"/>
                  </a:cubicBezTo>
                  <a:cubicBezTo>
                    <a:pt x="11860" y="31982"/>
                    <a:pt x="11747" y="32109"/>
                    <a:pt x="11747" y="32259"/>
                  </a:cubicBezTo>
                  <a:cubicBezTo>
                    <a:pt x="11747" y="32297"/>
                    <a:pt x="11736" y="35997"/>
                    <a:pt x="10788" y="41212"/>
                  </a:cubicBezTo>
                  <a:cubicBezTo>
                    <a:pt x="10502" y="42782"/>
                    <a:pt x="10202" y="44547"/>
                    <a:pt x="9906" y="46298"/>
                  </a:cubicBezTo>
                  <a:cubicBezTo>
                    <a:pt x="9220" y="50344"/>
                    <a:pt x="8510" y="54527"/>
                    <a:pt x="8070" y="55630"/>
                  </a:cubicBezTo>
                  <a:cubicBezTo>
                    <a:pt x="7686" y="56594"/>
                    <a:pt x="7188" y="58680"/>
                    <a:pt x="6789" y="60355"/>
                  </a:cubicBezTo>
                  <a:cubicBezTo>
                    <a:pt x="6520" y="61487"/>
                    <a:pt x="6264" y="62555"/>
                    <a:pt x="6139" y="62868"/>
                  </a:cubicBezTo>
                  <a:cubicBezTo>
                    <a:pt x="6081" y="63015"/>
                    <a:pt x="5904" y="63071"/>
                    <a:pt x="5662" y="63071"/>
                  </a:cubicBezTo>
                  <a:cubicBezTo>
                    <a:pt x="5218" y="63071"/>
                    <a:pt x="4552" y="62884"/>
                    <a:pt x="3976" y="62721"/>
                  </a:cubicBezTo>
                  <a:cubicBezTo>
                    <a:pt x="3736" y="62654"/>
                    <a:pt x="3498" y="62588"/>
                    <a:pt x="3269" y="62530"/>
                  </a:cubicBezTo>
                  <a:cubicBezTo>
                    <a:pt x="2444" y="62323"/>
                    <a:pt x="1647" y="60214"/>
                    <a:pt x="1171" y="58955"/>
                  </a:cubicBezTo>
                  <a:cubicBezTo>
                    <a:pt x="1000" y="58500"/>
                    <a:pt x="852" y="58107"/>
                    <a:pt x="728" y="57860"/>
                  </a:cubicBezTo>
                  <a:cubicBezTo>
                    <a:pt x="629" y="57661"/>
                    <a:pt x="659" y="57547"/>
                    <a:pt x="692" y="57479"/>
                  </a:cubicBezTo>
                  <a:cubicBezTo>
                    <a:pt x="823" y="57202"/>
                    <a:pt x="1326" y="57032"/>
                    <a:pt x="1492" y="56994"/>
                  </a:cubicBezTo>
                  <a:cubicBezTo>
                    <a:pt x="1630" y="56964"/>
                    <a:pt x="1725" y="56842"/>
                    <a:pt x="1724" y="56702"/>
                  </a:cubicBezTo>
                  <a:cubicBezTo>
                    <a:pt x="1720" y="56452"/>
                    <a:pt x="1408" y="31761"/>
                    <a:pt x="1881" y="28604"/>
                  </a:cubicBezTo>
                  <a:cubicBezTo>
                    <a:pt x="2361" y="25408"/>
                    <a:pt x="5816" y="22762"/>
                    <a:pt x="10283" y="19636"/>
                  </a:cubicBezTo>
                  <a:cubicBezTo>
                    <a:pt x="15022" y="16319"/>
                    <a:pt x="24754" y="12631"/>
                    <a:pt x="24852" y="12593"/>
                  </a:cubicBezTo>
                  <a:cubicBezTo>
                    <a:pt x="24971" y="12549"/>
                    <a:pt x="25047" y="12433"/>
                    <a:pt x="25044" y="12307"/>
                  </a:cubicBezTo>
                  <a:lnTo>
                    <a:pt x="24889" y="7659"/>
                  </a:lnTo>
                  <a:cubicBezTo>
                    <a:pt x="35552" y="1431"/>
                    <a:pt x="42553" y="609"/>
                    <a:pt x="45500" y="609"/>
                  </a:cubicBezTo>
                  <a:close/>
                  <a:moveTo>
                    <a:pt x="45389" y="0"/>
                  </a:moveTo>
                  <a:cubicBezTo>
                    <a:pt x="42284" y="0"/>
                    <a:pt x="35248" y="893"/>
                    <a:pt x="24438" y="7237"/>
                  </a:cubicBezTo>
                  <a:cubicBezTo>
                    <a:pt x="24345" y="7293"/>
                    <a:pt x="24288" y="7395"/>
                    <a:pt x="24292" y="7503"/>
                  </a:cubicBezTo>
                  <a:lnTo>
                    <a:pt x="24446" y="12117"/>
                  </a:lnTo>
                  <a:cubicBezTo>
                    <a:pt x="23025" y="12663"/>
                    <a:pt x="14363" y="16057"/>
                    <a:pt x="9943" y="19152"/>
                  </a:cubicBezTo>
                  <a:cubicBezTo>
                    <a:pt x="5359" y="22359"/>
                    <a:pt x="1811" y="25087"/>
                    <a:pt x="1297" y="28517"/>
                  </a:cubicBezTo>
                  <a:cubicBezTo>
                    <a:pt x="835" y="31594"/>
                    <a:pt x="1097" y="53832"/>
                    <a:pt x="1130" y="56485"/>
                  </a:cubicBezTo>
                  <a:cubicBezTo>
                    <a:pt x="835" y="56586"/>
                    <a:pt x="357" y="56808"/>
                    <a:pt x="158" y="57224"/>
                  </a:cubicBezTo>
                  <a:cubicBezTo>
                    <a:pt x="67" y="57416"/>
                    <a:pt x="0" y="57727"/>
                    <a:pt x="198" y="58124"/>
                  </a:cubicBezTo>
                  <a:cubicBezTo>
                    <a:pt x="309" y="58344"/>
                    <a:pt x="452" y="58724"/>
                    <a:pt x="619" y="59164"/>
                  </a:cubicBezTo>
                  <a:cubicBezTo>
                    <a:pt x="1202" y="60709"/>
                    <a:pt x="2000" y="62822"/>
                    <a:pt x="3125" y="63104"/>
                  </a:cubicBezTo>
                  <a:cubicBezTo>
                    <a:pt x="3348" y="63159"/>
                    <a:pt x="3582" y="63225"/>
                    <a:pt x="3815" y="63291"/>
                  </a:cubicBezTo>
                  <a:cubicBezTo>
                    <a:pt x="4469" y="63476"/>
                    <a:pt x="5135" y="63663"/>
                    <a:pt x="5670" y="63663"/>
                  </a:cubicBezTo>
                  <a:cubicBezTo>
                    <a:pt x="6145" y="63663"/>
                    <a:pt x="6517" y="63515"/>
                    <a:pt x="6688" y="63088"/>
                  </a:cubicBezTo>
                  <a:cubicBezTo>
                    <a:pt x="6829" y="62735"/>
                    <a:pt x="7065" y="61745"/>
                    <a:pt x="7363" y="60493"/>
                  </a:cubicBezTo>
                  <a:cubicBezTo>
                    <a:pt x="7759" y="58835"/>
                    <a:pt x="8250" y="56772"/>
                    <a:pt x="8618" y="55851"/>
                  </a:cubicBezTo>
                  <a:cubicBezTo>
                    <a:pt x="9083" y="54687"/>
                    <a:pt x="9765" y="50661"/>
                    <a:pt x="10489" y="46397"/>
                  </a:cubicBezTo>
                  <a:cubicBezTo>
                    <a:pt x="10785" y="44649"/>
                    <a:pt x="11084" y="42885"/>
                    <a:pt x="11368" y="41319"/>
                  </a:cubicBezTo>
                  <a:cubicBezTo>
                    <a:pt x="12183" y="36839"/>
                    <a:pt x="12314" y="33459"/>
                    <a:pt x="12335" y="32521"/>
                  </a:cubicBezTo>
                  <a:cubicBezTo>
                    <a:pt x="13357" y="32383"/>
                    <a:pt x="17288" y="31781"/>
                    <a:pt x="22110" y="30126"/>
                  </a:cubicBezTo>
                  <a:cubicBezTo>
                    <a:pt x="27102" y="28415"/>
                    <a:pt x="34195" y="25406"/>
                    <a:pt x="35682" y="24771"/>
                  </a:cubicBezTo>
                  <a:cubicBezTo>
                    <a:pt x="36560" y="26971"/>
                    <a:pt x="42287" y="41328"/>
                    <a:pt x="43618" y="44283"/>
                  </a:cubicBezTo>
                  <a:cubicBezTo>
                    <a:pt x="44505" y="46257"/>
                    <a:pt x="46865" y="49607"/>
                    <a:pt x="48947" y="52563"/>
                  </a:cubicBezTo>
                  <a:cubicBezTo>
                    <a:pt x="50259" y="54427"/>
                    <a:pt x="51394" y="56037"/>
                    <a:pt x="51829" y="56847"/>
                  </a:cubicBezTo>
                  <a:cubicBezTo>
                    <a:pt x="52953" y="58935"/>
                    <a:pt x="59769" y="67617"/>
                    <a:pt x="60058" y="67985"/>
                  </a:cubicBezTo>
                  <a:cubicBezTo>
                    <a:pt x="60108" y="68049"/>
                    <a:pt x="60183" y="68090"/>
                    <a:pt x="60263" y="68097"/>
                  </a:cubicBezTo>
                  <a:cubicBezTo>
                    <a:pt x="60273" y="68098"/>
                    <a:pt x="60282" y="68098"/>
                    <a:pt x="60291" y="68098"/>
                  </a:cubicBezTo>
                  <a:cubicBezTo>
                    <a:pt x="60363" y="68098"/>
                    <a:pt x="60432" y="68073"/>
                    <a:pt x="60486" y="68025"/>
                  </a:cubicBezTo>
                  <a:cubicBezTo>
                    <a:pt x="60514" y="68001"/>
                    <a:pt x="63158" y="65686"/>
                    <a:pt x="64795" y="65686"/>
                  </a:cubicBezTo>
                  <a:lnTo>
                    <a:pt x="67207" y="65686"/>
                  </a:lnTo>
                  <a:cubicBezTo>
                    <a:pt x="67411" y="65686"/>
                    <a:pt x="67554" y="65483"/>
                    <a:pt x="67485" y="65291"/>
                  </a:cubicBezTo>
                  <a:cubicBezTo>
                    <a:pt x="67456" y="65210"/>
                    <a:pt x="64557" y="57176"/>
                    <a:pt x="62164" y="52392"/>
                  </a:cubicBezTo>
                  <a:cubicBezTo>
                    <a:pt x="59874" y="47813"/>
                    <a:pt x="55220" y="40404"/>
                    <a:pt x="54784" y="39713"/>
                  </a:cubicBezTo>
                  <a:cubicBezTo>
                    <a:pt x="54551" y="38256"/>
                    <a:pt x="50288" y="11581"/>
                    <a:pt x="50132" y="9720"/>
                  </a:cubicBezTo>
                  <a:cubicBezTo>
                    <a:pt x="49821" y="6004"/>
                    <a:pt x="47517" y="541"/>
                    <a:pt x="47419" y="310"/>
                  </a:cubicBezTo>
                  <a:cubicBezTo>
                    <a:pt x="47381" y="221"/>
                    <a:pt x="47302" y="155"/>
                    <a:pt x="47207" y="135"/>
                  </a:cubicBezTo>
                  <a:cubicBezTo>
                    <a:pt x="47122" y="118"/>
                    <a:pt x="46513" y="0"/>
                    <a:pt x="453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32"/>
            <p:cNvSpPr/>
            <p:nvPr/>
          </p:nvSpPr>
          <p:spPr>
            <a:xfrm>
              <a:off x="9070930" y="4590488"/>
              <a:ext cx="235727" cy="205972"/>
            </a:xfrm>
            <a:custGeom>
              <a:rect b="b" l="l" r="r" t="t"/>
              <a:pathLst>
                <a:path extrusionOk="0" h="11650" w="13333">
                  <a:moveTo>
                    <a:pt x="9191" y="1"/>
                  </a:moveTo>
                  <a:cubicBezTo>
                    <a:pt x="8006" y="1"/>
                    <a:pt x="6490" y="869"/>
                    <a:pt x="4825" y="3922"/>
                  </a:cubicBezTo>
                  <a:cubicBezTo>
                    <a:pt x="4825" y="3922"/>
                    <a:pt x="3861" y="5529"/>
                    <a:pt x="3699" y="6013"/>
                  </a:cubicBezTo>
                  <a:cubicBezTo>
                    <a:pt x="3538" y="6495"/>
                    <a:pt x="0" y="6977"/>
                    <a:pt x="483" y="8586"/>
                  </a:cubicBezTo>
                  <a:cubicBezTo>
                    <a:pt x="965" y="10194"/>
                    <a:pt x="4664" y="11481"/>
                    <a:pt x="6434" y="11642"/>
                  </a:cubicBezTo>
                  <a:cubicBezTo>
                    <a:pt x="6491" y="11647"/>
                    <a:pt x="6549" y="11649"/>
                    <a:pt x="6609" y="11649"/>
                  </a:cubicBezTo>
                  <a:cubicBezTo>
                    <a:pt x="8426" y="11649"/>
                    <a:pt x="11761" y="9369"/>
                    <a:pt x="12384" y="8746"/>
                  </a:cubicBezTo>
                  <a:cubicBezTo>
                    <a:pt x="12764" y="8366"/>
                    <a:pt x="13332" y="5869"/>
                    <a:pt x="13028" y="3920"/>
                  </a:cubicBezTo>
                  <a:cubicBezTo>
                    <a:pt x="12817" y="2576"/>
                    <a:pt x="11741" y="1508"/>
                    <a:pt x="11741" y="1508"/>
                  </a:cubicBezTo>
                  <a:cubicBezTo>
                    <a:pt x="11741" y="1508"/>
                    <a:pt x="10753" y="1"/>
                    <a:pt x="919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32"/>
            <p:cNvSpPr/>
            <p:nvPr/>
          </p:nvSpPr>
          <p:spPr>
            <a:xfrm>
              <a:off x="9067305" y="4585254"/>
              <a:ext cx="244497" cy="216421"/>
            </a:xfrm>
            <a:custGeom>
              <a:rect b="b" l="l" r="r" t="t"/>
              <a:pathLst>
                <a:path extrusionOk="0" h="12241" w="13829">
                  <a:moveTo>
                    <a:pt x="9394" y="593"/>
                  </a:moveTo>
                  <a:cubicBezTo>
                    <a:pt x="10775" y="593"/>
                    <a:pt x="11689" y="1954"/>
                    <a:pt x="11699" y="1968"/>
                  </a:cubicBezTo>
                  <a:cubicBezTo>
                    <a:pt x="11710" y="1984"/>
                    <a:pt x="11723" y="2000"/>
                    <a:pt x="11738" y="2014"/>
                  </a:cubicBezTo>
                  <a:cubicBezTo>
                    <a:pt x="11748" y="2024"/>
                    <a:pt x="12748" y="3028"/>
                    <a:pt x="12940" y="4263"/>
                  </a:cubicBezTo>
                  <a:cubicBezTo>
                    <a:pt x="13238" y="6172"/>
                    <a:pt x="12651" y="8564"/>
                    <a:pt x="12380" y="8833"/>
                  </a:cubicBezTo>
                  <a:cubicBezTo>
                    <a:pt x="11788" y="9425"/>
                    <a:pt x="8535" y="11650"/>
                    <a:pt x="6824" y="11650"/>
                  </a:cubicBezTo>
                  <a:cubicBezTo>
                    <a:pt x="6769" y="11650"/>
                    <a:pt x="6717" y="11648"/>
                    <a:pt x="6665" y="11643"/>
                  </a:cubicBezTo>
                  <a:cubicBezTo>
                    <a:pt x="4917" y="11483"/>
                    <a:pt x="1393" y="10203"/>
                    <a:pt x="971" y="8797"/>
                  </a:cubicBezTo>
                  <a:cubicBezTo>
                    <a:pt x="744" y="8040"/>
                    <a:pt x="1814" y="7560"/>
                    <a:pt x="3029" y="7097"/>
                  </a:cubicBezTo>
                  <a:cubicBezTo>
                    <a:pt x="3689" y="6844"/>
                    <a:pt x="4088" y="6693"/>
                    <a:pt x="4185" y="6402"/>
                  </a:cubicBezTo>
                  <a:cubicBezTo>
                    <a:pt x="4307" y="6032"/>
                    <a:pt x="5020" y="4811"/>
                    <a:pt x="5283" y="4370"/>
                  </a:cubicBezTo>
                  <a:cubicBezTo>
                    <a:pt x="5286" y="4366"/>
                    <a:pt x="5287" y="4362"/>
                    <a:pt x="5289" y="4360"/>
                  </a:cubicBezTo>
                  <a:cubicBezTo>
                    <a:pt x="6603" y="1953"/>
                    <a:pt x="7991" y="651"/>
                    <a:pt x="9306" y="595"/>
                  </a:cubicBezTo>
                  <a:cubicBezTo>
                    <a:pt x="9335" y="593"/>
                    <a:pt x="9365" y="593"/>
                    <a:pt x="9394" y="593"/>
                  </a:cubicBezTo>
                  <a:close/>
                  <a:moveTo>
                    <a:pt x="9421" y="0"/>
                  </a:moveTo>
                  <a:cubicBezTo>
                    <a:pt x="9376" y="0"/>
                    <a:pt x="9331" y="1"/>
                    <a:pt x="9285" y="4"/>
                  </a:cubicBezTo>
                  <a:cubicBezTo>
                    <a:pt x="7731" y="67"/>
                    <a:pt x="6212" y="1435"/>
                    <a:pt x="4773" y="4070"/>
                  </a:cubicBezTo>
                  <a:cubicBezTo>
                    <a:pt x="4659" y="4262"/>
                    <a:pt x="3789" y="5721"/>
                    <a:pt x="3646" y="6173"/>
                  </a:cubicBezTo>
                  <a:cubicBezTo>
                    <a:pt x="3567" y="6258"/>
                    <a:pt x="3134" y="6423"/>
                    <a:pt x="2819" y="6544"/>
                  </a:cubicBezTo>
                  <a:cubicBezTo>
                    <a:pt x="1696" y="6972"/>
                    <a:pt x="0" y="7621"/>
                    <a:pt x="404" y="8967"/>
                  </a:cubicBezTo>
                  <a:cubicBezTo>
                    <a:pt x="943" y="10763"/>
                    <a:pt x="4787" y="12066"/>
                    <a:pt x="6611" y="12232"/>
                  </a:cubicBezTo>
                  <a:cubicBezTo>
                    <a:pt x="6673" y="12238"/>
                    <a:pt x="6737" y="12240"/>
                    <a:pt x="6804" y="12240"/>
                  </a:cubicBezTo>
                  <a:cubicBezTo>
                    <a:pt x="8719" y="12240"/>
                    <a:pt x="12126" y="9923"/>
                    <a:pt x="12798" y="9252"/>
                  </a:cubicBezTo>
                  <a:cubicBezTo>
                    <a:pt x="13292" y="8758"/>
                    <a:pt x="13828" y="6114"/>
                    <a:pt x="13525" y="4172"/>
                  </a:cubicBezTo>
                  <a:cubicBezTo>
                    <a:pt x="13316" y="2839"/>
                    <a:pt x="12339" y="1785"/>
                    <a:pt x="12175" y="1618"/>
                  </a:cubicBezTo>
                  <a:cubicBezTo>
                    <a:pt x="12026" y="1401"/>
                    <a:pt x="11011" y="0"/>
                    <a:pt x="9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32"/>
            <p:cNvSpPr/>
            <p:nvPr/>
          </p:nvSpPr>
          <p:spPr>
            <a:xfrm>
              <a:off x="9078355" y="4620950"/>
              <a:ext cx="228302" cy="175509"/>
            </a:xfrm>
            <a:custGeom>
              <a:rect b="b" l="l" r="r" t="t"/>
              <a:pathLst>
                <a:path extrusionOk="0" h="9927" w="12913">
                  <a:moveTo>
                    <a:pt x="11513" y="0"/>
                  </a:moveTo>
                  <a:cubicBezTo>
                    <a:pt x="10297" y="76"/>
                    <a:pt x="8877" y="435"/>
                    <a:pt x="7943" y="1555"/>
                  </a:cubicBezTo>
                  <a:cubicBezTo>
                    <a:pt x="6335" y="3485"/>
                    <a:pt x="7140" y="7828"/>
                    <a:pt x="5210" y="8471"/>
                  </a:cubicBezTo>
                  <a:cubicBezTo>
                    <a:pt x="5042" y="8527"/>
                    <a:pt x="4859" y="8552"/>
                    <a:pt x="4666" y="8552"/>
                  </a:cubicBezTo>
                  <a:cubicBezTo>
                    <a:pt x="3202" y="8552"/>
                    <a:pt x="1121" y="7087"/>
                    <a:pt x="74" y="6270"/>
                  </a:cubicBezTo>
                  <a:cubicBezTo>
                    <a:pt x="6" y="6462"/>
                    <a:pt x="1" y="6669"/>
                    <a:pt x="63" y="6863"/>
                  </a:cubicBezTo>
                  <a:cubicBezTo>
                    <a:pt x="545" y="8471"/>
                    <a:pt x="4244" y="9758"/>
                    <a:pt x="6014" y="9919"/>
                  </a:cubicBezTo>
                  <a:cubicBezTo>
                    <a:pt x="6071" y="9924"/>
                    <a:pt x="6129" y="9926"/>
                    <a:pt x="6189" y="9926"/>
                  </a:cubicBezTo>
                  <a:cubicBezTo>
                    <a:pt x="8006" y="9926"/>
                    <a:pt x="11341" y="7646"/>
                    <a:pt x="11964" y="7023"/>
                  </a:cubicBezTo>
                  <a:cubicBezTo>
                    <a:pt x="12344" y="6643"/>
                    <a:pt x="12912" y="4148"/>
                    <a:pt x="12608" y="2199"/>
                  </a:cubicBezTo>
                  <a:cubicBezTo>
                    <a:pt x="12453" y="1210"/>
                    <a:pt x="11833" y="375"/>
                    <a:pt x="1151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32"/>
            <p:cNvSpPr/>
            <p:nvPr/>
          </p:nvSpPr>
          <p:spPr>
            <a:xfrm>
              <a:off x="9073069" y="4615717"/>
              <a:ext cx="238733" cy="185958"/>
            </a:xfrm>
            <a:custGeom>
              <a:rect b="b" l="l" r="r" t="t"/>
              <a:pathLst>
                <a:path extrusionOk="0" h="10518" w="13503">
                  <a:moveTo>
                    <a:pt x="11683" y="602"/>
                  </a:moveTo>
                  <a:cubicBezTo>
                    <a:pt x="12011" y="1010"/>
                    <a:pt x="12486" y="1722"/>
                    <a:pt x="12614" y="2540"/>
                  </a:cubicBezTo>
                  <a:cubicBezTo>
                    <a:pt x="12912" y="4449"/>
                    <a:pt x="12325" y="6841"/>
                    <a:pt x="12054" y="7110"/>
                  </a:cubicBezTo>
                  <a:cubicBezTo>
                    <a:pt x="11462" y="7702"/>
                    <a:pt x="8209" y="9927"/>
                    <a:pt x="6498" y="9927"/>
                  </a:cubicBezTo>
                  <a:cubicBezTo>
                    <a:pt x="6443" y="9927"/>
                    <a:pt x="6391" y="9925"/>
                    <a:pt x="6339" y="9920"/>
                  </a:cubicBezTo>
                  <a:cubicBezTo>
                    <a:pt x="4631" y="9764"/>
                    <a:pt x="1225" y="8537"/>
                    <a:pt x="678" y="7169"/>
                  </a:cubicBezTo>
                  <a:lnTo>
                    <a:pt x="678" y="7169"/>
                  </a:lnTo>
                  <a:cubicBezTo>
                    <a:pt x="1890" y="8061"/>
                    <a:pt x="3638" y="9142"/>
                    <a:pt x="4977" y="9142"/>
                  </a:cubicBezTo>
                  <a:cubicBezTo>
                    <a:pt x="5198" y="9142"/>
                    <a:pt x="5407" y="9112"/>
                    <a:pt x="5602" y="9048"/>
                  </a:cubicBezTo>
                  <a:cubicBezTo>
                    <a:pt x="6819" y="8641"/>
                    <a:pt x="7077" y="7100"/>
                    <a:pt x="7350" y="5470"/>
                  </a:cubicBezTo>
                  <a:cubicBezTo>
                    <a:pt x="7565" y="4187"/>
                    <a:pt x="7786" y="2860"/>
                    <a:pt x="8470" y="2040"/>
                  </a:cubicBezTo>
                  <a:cubicBezTo>
                    <a:pt x="9170" y="1200"/>
                    <a:pt x="10250" y="717"/>
                    <a:pt x="11683" y="602"/>
                  </a:cubicBezTo>
                  <a:close/>
                  <a:moveTo>
                    <a:pt x="11822" y="0"/>
                  </a:moveTo>
                  <a:cubicBezTo>
                    <a:pt x="11814" y="0"/>
                    <a:pt x="11805" y="1"/>
                    <a:pt x="11796" y="2"/>
                  </a:cubicBezTo>
                  <a:cubicBezTo>
                    <a:pt x="10120" y="105"/>
                    <a:pt x="8849" y="663"/>
                    <a:pt x="8016" y="1662"/>
                  </a:cubicBezTo>
                  <a:cubicBezTo>
                    <a:pt x="7231" y="2604"/>
                    <a:pt x="6995" y="4012"/>
                    <a:pt x="6768" y="5373"/>
                  </a:cubicBezTo>
                  <a:cubicBezTo>
                    <a:pt x="6525" y="6823"/>
                    <a:pt x="6295" y="8193"/>
                    <a:pt x="5415" y="8486"/>
                  </a:cubicBezTo>
                  <a:cubicBezTo>
                    <a:pt x="5281" y="8531"/>
                    <a:pt x="5129" y="8553"/>
                    <a:pt x="4961" y="8553"/>
                  </a:cubicBezTo>
                  <a:cubicBezTo>
                    <a:pt x="3963" y="8553"/>
                    <a:pt x="2399" y="7772"/>
                    <a:pt x="556" y="6333"/>
                  </a:cubicBezTo>
                  <a:cubicBezTo>
                    <a:pt x="501" y="6291"/>
                    <a:pt x="437" y="6271"/>
                    <a:pt x="374" y="6271"/>
                  </a:cubicBezTo>
                  <a:cubicBezTo>
                    <a:pt x="254" y="6271"/>
                    <a:pt x="139" y="6343"/>
                    <a:pt x="95" y="6468"/>
                  </a:cubicBezTo>
                  <a:cubicBezTo>
                    <a:pt x="5" y="6719"/>
                    <a:pt x="0" y="6991"/>
                    <a:pt x="78" y="7244"/>
                  </a:cubicBezTo>
                  <a:cubicBezTo>
                    <a:pt x="617" y="9040"/>
                    <a:pt x="4461" y="10343"/>
                    <a:pt x="6285" y="10509"/>
                  </a:cubicBezTo>
                  <a:cubicBezTo>
                    <a:pt x="6347" y="10515"/>
                    <a:pt x="6411" y="10517"/>
                    <a:pt x="6478" y="10517"/>
                  </a:cubicBezTo>
                  <a:cubicBezTo>
                    <a:pt x="8393" y="10517"/>
                    <a:pt x="11800" y="8200"/>
                    <a:pt x="12472" y="7529"/>
                  </a:cubicBezTo>
                  <a:cubicBezTo>
                    <a:pt x="12967" y="7035"/>
                    <a:pt x="13502" y="4391"/>
                    <a:pt x="13199" y="2449"/>
                  </a:cubicBezTo>
                  <a:cubicBezTo>
                    <a:pt x="13036" y="1404"/>
                    <a:pt x="12402" y="533"/>
                    <a:pt x="12039" y="105"/>
                  </a:cubicBezTo>
                  <a:cubicBezTo>
                    <a:pt x="11984" y="42"/>
                    <a:pt x="11905" y="0"/>
                    <a:pt x="118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32"/>
            <p:cNvSpPr/>
            <p:nvPr/>
          </p:nvSpPr>
          <p:spPr>
            <a:xfrm>
              <a:off x="9184647" y="4638825"/>
              <a:ext cx="121974" cy="157635"/>
            </a:xfrm>
            <a:custGeom>
              <a:rect b="b" l="l" r="r" t="t"/>
              <a:pathLst>
                <a:path extrusionOk="0" h="8916" w="6899">
                  <a:moveTo>
                    <a:pt x="5281" y="0"/>
                  </a:moveTo>
                  <a:cubicBezTo>
                    <a:pt x="4386" y="0"/>
                    <a:pt x="2860" y="308"/>
                    <a:pt x="2414" y="2313"/>
                  </a:cubicBezTo>
                  <a:cubicBezTo>
                    <a:pt x="1771" y="5209"/>
                    <a:pt x="2574" y="7139"/>
                    <a:pt x="1" y="8908"/>
                  </a:cubicBezTo>
                  <a:cubicBezTo>
                    <a:pt x="58" y="8913"/>
                    <a:pt x="117" y="8916"/>
                    <a:pt x="177" y="8916"/>
                  </a:cubicBezTo>
                  <a:cubicBezTo>
                    <a:pt x="1996" y="8916"/>
                    <a:pt x="5330" y="6636"/>
                    <a:pt x="5952" y="6012"/>
                  </a:cubicBezTo>
                  <a:cubicBezTo>
                    <a:pt x="6332" y="5632"/>
                    <a:pt x="6899" y="3135"/>
                    <a:pt x="6596" y="1188"/>
                  </a:cubicBezTo>
                  <a:cubicBezTo>
                    <a:pt x="6530" y="766"/>
                    <a:pt x="6376" y="378"/>
                    <a:pt x="6200" y="36"/>
                  </a:cubicBezTo>
                  <a:lnTo>
                    <a:pt x="5952" y="61"/>
                  </a:lnTo>
                  <a:cubicBezTo>
                    <a:pt x="5952" y="61"/>
                    <a:pt x="5679" y="0"/>
                    <a:pt x="528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32"/>
            <p:cNvSpPr/>
            <p:nvPr/>
          </p:nvSpPr>
          <p:spPr>
            <a:xfrm>
              <a:off x="9177664" y="4633609"/>
              <a:ext cx="134138" cy="168066"/>
            </a:xfrm>
            <a:custGeom>
              <a:rect b="b" l="l" r="r" t="t"/>
              <a:pathLst>
                <a:path extrusionOk="0" h="9506" w="7587">
                  <a:moveTo>
                    <a:pt x="5664" y="589"/>
                  </a:moveTo>
                  <a:cubicBezTo>
                    <a:pt x="6007" y="589"/>
                    <a:pt x="6251" y="639"/>
                    <a:pt x="6283" y="647"/>
                  </a:cubicBezTo>
                  <a:cubicBezTo>
                    <a:pt x="6303" y="651"/>
                    <a:pt x="6325" y="653"/>
                    <a:pt x="6347" y="653"/>
                  </a:cubicBezTo>
                  <a:cubicBezTo>
                    <a:pt x="6357" y="653"/>
                    <a:pt x="6367" y="653"/>
                    <a:pt x="6377" y="652"/>
                  </a:cubicBezTo>
                  <a:lnTo>
                    <a:pt x="6420" y="648"/>
                  </a:lnTo>
                  <a:cubicBezTo>
                    <a:pt x="6562" y="955"/>
                    <a:pt x="6654" y="1246"/>
                    <a:pt x="6698" y="1529"/>
                  </a:cubicBezTo>
                  <a:cubicBezTo>
                    <a:pt x="6996" y="3437"/>
                    <a:pt x="6409" y="5829"/>
                    <a:pt x="6138" y="6099"/>
                  </a:cubicBezTo>
                  <a:cubicBezTo>
                    <a:pt x="5628" y="6609"/>
                    <a:pt x="3125" y="8328"/>
                    <a:pt x="1363" y="8796"/>
                  </a:cubicBezTo>
                  <a:cubicBezTo>
                    <a:pt x="2556" y="7628"/>
                    <a:pt x="2667" y="6350"/>
                    <a:pt x="2793" y="4906"/>
                  </a:cubicBezTo>
                  <a:cubicBezTo>
                    <a:pt x="2855" y="4207"/>
                    <a:pt x="2918" y="3484"/>
                    <a:pt x="3098" y="2672"/>
                  </a:cubicBezTo>
                  <a:lnTo>
                    <a:pt x="3098" y="2672"/>
                  </a:lnTo>
                  <a:lnTo>
                    <a:pt x="3096" y="2674"/>
                  </a:lnTo>
                  <a:cubicBezTo>
                    <a:pt x="3497" y="871"/>
                    <a:pt x="4855" y="589"/>
                    <a:pt x="5664" y="589"/>
                  </a:cubicBezTo>
                  <a:close/>
                  <a:moveTo>
                    <a:pt x="5671" y="0"/>
                  </a:moveTo>
                  <a:cubicBezTo>
                    <a:pt x="5402" y="0"/>
                    <a:pt x="5082" y="26"/>
                    <a:pt x="4747" y="110"/>
                  </a:cubicBezTo>
                  <a:cubicBezTo>
                    <a:pt x="3932" y="314"/>
                    <a:pt x="2885" y="902"/>
                    <a:pt x="2520" y="2545"/>
                  </a:cubicBezTo>
                  <a:cubicBezTo>
                    <a:pt x="2331" y="3394"/>
                    <a:pt x="2263" y="4169"/>
                    <a:pt x="2204" y="4854"/>
                  </a:cubicBezTo>
                  <a:cubicBezTo>
                    <a:pt x="2055" y="6551"/>
                    <a:pt x="1949" y="7776"/>
                    <a:pt x="228" y="8959"/>
                  </a:cubicBezTo>
                  <a:cubicBezTo>
                    <a:pt x="0" y="9116"/>
                    <a:pt x="94" y="9472"/>
                    <a:pt x="369" y="9497"/>
                  </a:cubicBezTo>
                  <a:cubicBezTo>
                    <a:pt x="431" y="9503"/>
                    <a:pt x="495" y="9505"/>
                    <a:pt x="562" y="9505"/>
                  </a:cubicBezTo>
                  <a:cubicBezTo>
                    <a:pt x="2477" y="9505"/>
                    <a:pt x="5884" y="7188"/>
                    <a:pt x="6556" y="6517"/>
                  </a:cubicBezTo>
                  <a:cubicBezTo>
                    <a:pt x="7051" y="6023"/>
                    <a:pt x="7586" y="3379"/>
                    <a:pt x="7283" y="1437"/>
                  </a:cubicBezTo>
                  <a:cubicBezTo>
                    <a:pt x="7220" y="1036"/>
                    <a:pt x="7081" y="630"/>
                    <a:pt x="6857" y="197"/>
                  </a:cubicBezTo>
                  <a:cubicBezTo>
                    <a:pt x="6807" y="99"/>
                    <a:pt x="6706" y="37"/>
                    <a:pt x="6598" y="37"/>
                  </a:cubicBezTo>
                  <a:cubicBezTo>
                    <a:pt x="6587" y="37"/>
                    <a:pt x="6576" y="37"/>
                    <a:pt x="6565" y="38"/>
                  </a:cubicBezTo>
                  <a:lnTo>
                    <a:pt x="6360" y="59"/>
                  </a:lnTo>
                  <a:cubicBezTo>
                    <a:pt x="6256" y="40"/>
                    <a:pt x="6003" y="0"/>
                    <a:pt x="56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32"/>
            <p:cNvSpPr/>
            <p:nvPr/>
          </p:nvSpPr>
          <p:spPr>
            <a:xfrm>
              <a:off x="8746838" y="3798671"/>
              <a:ext cx="179487" cy="92979"/>
            </a:xfrm>
            <a:custGeom>
              <a:rect b="b" l="l" r="r" t="t"/>
              <a:pathLst>
                <a:path extrusionOk="0" h="5259" w="10152">
                  <a:moveTo>
                    <a:pt x="9814" y="0"/>
                  </a:moveTo>
                  <a:cubicBezTo>
                    <a:pt x="9768" y="0"/>
                    <a:pt x="9721" y="11"/>
                    <a:pt x="9677" y="34"/>
                  </a:cubicBezTo>
                  <a:lnTo>
                    <a:pt x="188" y="4697"/>
                  </a:lnTo>
                  <a:cubicBezTo>
                    <a:pt x="64" y="4759"/>
                    <a:pt x="0" y="4896"/>
                    <a:pt x="30" y="5030"/>
                  </a:cubicBezTo>
                  <a:cubicBezTo>
                    <a:pt x="62" y="5163"/>
                    <a:pt x="181" y="5258"/>
                    <a:pt x="319" y="5259"/>
                  </a:cubicBezTo>
                  <a:cubicBezTo>
                    <a:pt x="364" y="5259"/>
                    <a:pt x="408" y="5247"/>
                    <a:pt x="448" y="5227"/>
                  </a:cubicBezTo>
                  <a:lnTo>
                    <a:pt x="9938" y="564"/>
                  </a:lnTo>
                  <a:cubicBezTo>
                    <a:pt x="10087" y="493"/>
                    <a:pt x="10152" y="315"/>
                    <a:pt x="10079" y="165"/>
                  </a:cubicBezTo>
                  <a:cubicBezTo>
                    <a:pt x="10026" y="60"/>
                    <a:pt x="9922" y="0"/>
                    <a:pt x="981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32"/>
            <p:cNvSpPr/>
            <p:nvPr/>
          </p:nvSpPr>
          <p:spPr>
            <a:xfrm>
              <a:off x="8823852" y="3824325"/>
              <a:ext cx="155991" cy="30357"/>
            </a:xfrm>
            <a:custGeom>
              <a:rect b="b" l="l" r="r" t="t"/>
              <a:pathLst>
                <a:path extrusionOk="0" h="1717" w="8823">
                  <a:moveTo>
                    <a:pt x="8505" y="0"/>
                  </a:moveTo>
                  <a:cubicBezTo>
                    <a:pt x="8492" y="0"/>
                    <a:pt x="8479" y="1"/>
                    <a:pt x="8466" y="3"/>
                  </a:cubicBezTo>
                  <a:lnTo>
                    <a:pt x="265" y="1127"/>
                  </a:lnTo>
                  <a:cubicBezTo>
                    <a:pt x="111" y="1149"/>
                    <a:pt x="0" y="1286"/>
                    <a:pt x="10" y="1441"/>
                  </a:cubicBezTo>
                  <a:cubicBezTo>
                    <a:pt x="21" y="1596"/>
                    <a:pt x="149" y="1715"/>
                    <a:pt x="304" y="1717"/>
                  </a:cubicBezTo>
                  <a:cubicBezTo>
                    <a:pt x="318" y="1715"/>
                    <a:pt x="332" y="1714"/>
                    <a:pt x="345" y="1713"/>
                  </a:cubicBezTo>
                  <a:lnTo>
                    <a:pt x="8548" y="587"/>
                  </a:lnTo>
                  <a:cubicBezTo>
                    <a:pt x="8709" y="566"/>
                    <a:pt x="8822" y="416"/>
                    <a:pt x="8800" y="255"/>
                  </a:cubicBezTo>
                  <a:cubicBezTo>
                    <a:pt x="8778" y="107"/>
                    <a:pt x="8651" y="0"/>
                    <a:pt x="850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32"/>
            <p:cNvSpPr/>
            <p:nvPr/>
          </p:nvSpPr>
          <p:spPr>
            <a:xfrm>
              <a:off x="8058661" y="2663173"/>
              <a:ext cx="943670" cy="967644"/>
            </a:xfrm>
            <a:custGeom>
              <a:rect b="b" l="l" r="r" t="t"/>
              <a:pathLst>
                <a:path extrusionOk="0" h="54731" w="53375">
                  <a:moveTo>
                    <a:pt x="47339" y="1"/>
                  </a:moveTo>
                  <a:cubicBezTo>
                    <a:pt x="47156" y="1"/>
                    <a:pt x="46977" y="11"/>
                    <a:pt x="46802" y="31"/>
                  </a:cubicBezTo>
                  <a:cubicBezTo>
                    <a:pt x="44067" y="354"/>
                    <a:pt x="36992" y="5178"/>
                    <a:pt x="36509" y="5660"/>
                  </a:cubicBezTo>
                  <a:cubicBezTo>
                    <a:pt x="36027" y="6144"/>
                    <a:pt x="34097" y="7269"/>
                    <a:pt x="33293" y="7913"/>
                  </a:cubicBezTo>
                  <a:cubicBezTo>
                    <a:pt x="33293" y="7913"/>
                    <a:pt x="16728" y="18205"/>
                    <a:pt x="15280" y="19170"/>
                  </a:cubicBezTo>
                  <a:cubicBezTo>
                    <a:pt x="13832" y="20135"/>
                    <a:pt x="10938" y="22065"/>
                    <a:pt x="11099" y="22709"/>
                  </a:cubicBezTo>
                  <a:cubicBezTo>
                    <a:pt x="11259" y="23352"/>
                    <a:pt x="2574" y="37505"/>
                    <a:pt x="2574" y="37505"/>
                  </a:cubicBezTo>
                  <a:cubicBezTo>
                    <a:pt x="2574" y="37505"/>
                    <a:pt x="0" y="40881"/>
                    <a:pt x="2414" y="43937"/>
                  </a:cubicBezTo>
                  <a:cubicBezTo>
                    <a:pt x="3376" y="45156"/>
                    <a:pt x="4312" y="45556"/>
                    <a:pt x="5162" y="45556"/>
                  </a:cubicBezTo>
                  <a:cubicBezTo>
                    <a:pt x="6443" y="45556"/>
                    <a:pt x="7526" y="44646"/>
                    <a:pt x="8203" y="44259"/>
                  </a:cubicBezTo>
                  <a:cubicBezTo>
                    <a:pt x="9328" y="43616"/>
                    <a:pt x="18174" y="35252"/>
                    <a:pt x="18174" y="35252"/>
                  </a:cubicBezTo>
                  <a:lnTo>
                    <a:pt x="26337" y="54731"/>
                  </a:lnTo>
                  <a:cubicBezTo>
                    <a:pt x="26337" y="54731"/>
                    <a:pt x="36949" y="47614"/>
                    <a:pt x="48583" y="47614"/>
                  </a:cubicBezTo>
                  <a:cubicBezTo>
                    <a:pt x="48953" y="47614"/>
                    <a:pt x="49324" y="47621"/>
                    <a:pt x="49696" y="47636"/>
                  </a:cubicBezTo>
                  <a:lnTo>
                    <a:pt x="41655" y="16114"/>
                  </a:lnTo>
                  <a:cubicBezTo>
                    <a:pt x="41655" y="16114"/>
                    <a:pt x="52752" y="7750"/>
                    <a:pt x="53073" y="4856"/>
                  </a:cubicBezTo>
                  <a:cubicBezTo>
                    <a:pt x="53375" y="2146"/>
                    <a:pt x="50012" y="1"/>
                    <a:pt x="473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32"/>
            <p:cNvSpPr/>
            <p:nvPr/>
          </p:nvSpPr>
          <p:spPr>
            <a:xfrm>
              <a:off x="8052579" y="2657975"/>
              <a:ext cx="951874" cy="978075"/>
            </a:xfrm>
            <a:custGeom>
              <a:rect b="b" l="l" r="r" t="t"/>
              <a:pathLst>
                <a:path extrusionOk="0" h="55321" w="53839">
                  <a:moveTo>
                    <a:pt x="47695" y="590"/>
                  </a:moveTo>
                  <a:cubicBezTo>
                    <a:pt x="49186" y="590"/>
                    <a:pt x="50898" y="1292"/>
                    <a:pt x="52011" y="2399"/>
                  </a:cubicBezTo>
                  <a:cubicBezTo>
                    <a:pt x="52592" y="2977"/>
                    <a:pt x="53257" y="3917"/>
                    <a:pt x="53124" y="5118"/>
                  </a:cubicBezTo>
                  <a:cubicBezTo>
                    <a:pt x="52872" y="7388"/>
                    <a:pt x="44880" y="13868"/>
                    <a:pt x="41821" y="16172"/>
                  </a:cubicBezTo>
                  <a:cubicBezTo>
                    <a:pt x="41726" y="16244"/>
                    <a:pt x="41683" y="16366"/>
                    <a:pt x="41713" y="16482"/>
                  </a:cubicBezTo>
                  <a:lnTo>
                    <a:pt x="49656" y="47623"/>
                  </a:lnTo>
                  <a:cubicBezTo>
                    <a:pt x="49418" y="47617"/>
                    <a:pt x="49179" y="47614"/>
                    <a:pt x="48941" y="47614"/>
                  </a:cubicBezTo>
                  <a:cubicBezTo>
                    <a:pt x="38425" y="47614"/>
                    <a:pt x="28637" y="53441"/>
                    <a:pt x="26817" y="54585"/>
                  </a:cubicBezTo>
                  <a:lnTo>
                    <a:pt x="18790" y="35433"/>
                  </a:lnTo>
                  <a:cubicBezTo>
                    <a:pt x="18753" y="35344"/>
                    <a:pt x="18674" y="35278"/>
                    <a:pt x="18579" y="35258"/>
                  </a:cubicBezTo>
                  <a:cubicBezTo>
                    <a:pt x="18562" y="35254"/>
                    <a:pt x="18545" y="35251"/>
                    <a:pt x="18529" y="35251"/>
                  </a:cubicBezTo>
                  <a:cubicBezTo>
                    <a:pt x="18525" y="35251"/>
                    <a:pt x="18522" y="35251"/>
                    <a:pt x="18518" y="35252"/>
                  </a:cubicBezTo>
                  <a:cubicBezTo>
                    <a:pt x="18443" y="35252"/>
                    <a:pt x="18370" y="35281"/>
                    <a:pt x="18314" y="35332"/>
                  </a:cubicBezTo>
                  <a:cubicBezTo>
                    <a:pt x="15264" y="38217"/>
                    <a:pt x="9266" y="43802"/>
                    <a:pt x="8400" y="44296"/>
                  </a:cubicBezTo>
                  <a:cubicBezTo>
                    <a:pt x="8260" y="44377"/>
                    <a:pt x="8104" y="44478"/>
                    <a:pt x="7933" y="44590"/>
                  </a:cubicBezTo>
                  <a:cubicBezTo>
                    <a:pt x="7249" y="45032"/>
                    <a:pt x="6429" y="45563"/>
                    <a:pt x="5510" y="45563"/>
                  </a:cubicBezTo>
                  <a:cubicBezTo>
                    <a:pt x="4733" y="45563"/>
                    <a:pt x="3885" y="45183"/>
                    <a:pt x="2990" y="44048"/>
                  </a:cubicBezTo>
                  <a:cubicBezTo>
                    <a:pt x="750" y="41213"/>
                    <a:pt x="3054" y="38108"/>
                    <a:pt x="3170" y="37954"/>
                  </a:cubicBezTo>
                  <a:cubicBezTo>
                    <a:pt x="7161" y="31448"/>
                    <a:pt x="11886" y="23562"/>
                    <a:pt x="11731" y="22950"/>
                  </a:cubicBezTo>
                  <a:cubicBezTo>
                    <a:pt x="11762" y="22573"/>
                    <a:pt x="13127" y="21484"/>
                    <a:pt x="15788" y="19710"/>
                  </a:cubicBezTo>
                  <a:cubicBezTo>
                    <a:pt x="17214" y="18759"/>
                    <a:pt x="33625" y="8560"/>
                    <a:pt x="33820" y="8437"/>
                  </a:cubicBezTo>
                  <a:cubicBezTo>
                    <a:pt x="34175" y="8153"/>
                    <a:pt x="34775" y="7761"/>
                    <a:pt x="35354" y="7381"/>
                  </a:cubicBezTo>
                  <a:cubicBezTo>
                    <a:pt x="36085" y="6901"/>
                    <a:pt x="36778" y="6448"/>
                    <a:pt x="37061" y="6165"/>
                  </a:cubicBezTo>
                  <a:cubicBezTo>
                    <a:pt x="37445" y="5781"/>
                    <a:pt x="44533" y="931"/>
                    <a:pt x="47180" y="620"/>
                  </a:cubicBezTo>
                  <a:cubicBezTo>
                    <a:pt x="47348" y="600"/>
                    <a:pt x="47520" y="590"/>
                    <a:pt x="47695" y="590"/>
                  </a:cubicBezTo>
                  <a:close/>
                  <a:moveTo>
                    <a:pt x="47681" y="1"/>
                  </a:moveTo>
                  <a:cubicBezTo>
                    <a:pt x="47488" y="1"/>
                    <a:pt x="47297" y="11"/>
                    <a:pt x="47112" y="33"/>
                  </a:cubicBezTo>
                  <a:cubicBezTo>
                    <a:pt x="44277" y="365"/>
                    <a:pt x="37183" y="5206"/>
                    <a:pt x="36644" y="5745"/>
                  </a:cubicBezTo>
                  <a:cubicBezTo>
                    <a:pt x="36403" y="5987"/>
                    <a:pt x="35705" y="6444"/>
                    <a:pt x="35030" y="6886"/>
                  </a:cubicBezTo>
                  <a:cubicBezTo>
                    <a:pt x="34440" y="7274"/>
                    <a:pt x="33829" y="7674"/>
                    <a:pt x="33480" y="7955"/>
                  </a:cubicBezTo>
                  <a:cubicBezTo>
                    <a:pt x="33316" y="8058"/>
                    <a:pt x="16895" y="18262"/>
                    <a:pt x="15459" y="19219"/>
                  </a:cubicBezTo>
                  <a:cubicBezTo>
                    <a:pt x="12164" y="21416"/>
                    <a:pt x="11050" y="22395"/>
                    <a:pt x="11147" y="23028"/>
                  </a:cubicBezTo>
                  <a:cubicBezTo>
                    <a:pt x="10965" y="23902"/>
                    <a:pt x="5865" y="32430"/>
                    <a:pt x="2682" y="37619"/>
                  </a:cubicBezTo>
                  <a:cubicBezTo>
                    <a:pt x="2656" y="37655"/>
                    <a:pt x="1" y="41216"/>
                    <a:pt x="2525" y="44415"/>
                  </a:cubicBezTo>
                  <a:cubicBezTo>
                    <a:pt x="3556" y="45721"/>
                    <a:pt x="4576" y="46145"/>
                    <a:pt x="5496" y="46145"/>
                  </a:cubicBezTo>
                  <a:cubicBezTo>
                    <a:pt x="6619" y="46145"/>
                    <a:pt x="7593" y="45513"/>
                    <a:pt x="8254" y="45085"/>
                  </a:cubicBezTo>
                  <a:cubicBezTo>
                    <a:pt x="8415" y="44980"/>
                    <a:pt x="8562" y="44884"/>
                    <a:pt x="8693" y="44810"/>
                  </a:cubicBezTo>
                  <a:cubicBezTo>
                    <a:pt x="9728" y="44218"/>
                    <a:pt x="16807" y="37567"/>
                    <a:pt x="18411" y="36055"/>
                  </a:cubicBezTo>
                  <a:lnTo>
                    <a:pt x="26407" y="55139"/>
                  </a:lnTo>
                  <a:cubicBezTo>
                    <a:pt x="26441" y="55220"/>
                    <a:pt x="26511" y="55281"/>
                    <a:pt x="26595" y="55308"/>
                  </a:cubicBezTo>
                  <a:cubicBezTo>
                    <a:pt x="26623" y="55315"/>
                    <a:pt x="26652" y="55320"/>
                    <a:pt x="26681" y="55320"/>
                  </a:cubicBezTo>
                  <a:cubicBezTo>
                    <a:pt x="26738" y="55320"/>
                    <a:pt x="26795" y="55303"/>
                    <a:pt x="26844" y="55271"/>
                  </a:cubicBezTo>
                  <a:cubicBezTo>
                    <a:pt x="26954" y="55198"/>
                    <a:pt x="37514" y="48204"/>
                    <a:pt x="48915" y="48204"/>
                  </a:cubicBezTo>
                  <a:cubicBezTo>
                    <a:pt x="49285" y="48204"/>
                    <a:pt x="49657" y="48212"/>
                    <a:pt x="50029" y="48227"/>
                  </a:cubicBezTo>
                  <a:cubicBezTo>
                    <a:pt x="50030" y="48227"/>
                    <a:pt x="50032" y="48227"/>
                    <a:pt x="50033" y="48227"/>
                  </a:cubicBezTo>
                  <a:cubicBezTo>
                    <a:pt x="50125" y="48227"/>
                    <a:pt x="50211" y="48187"/>
                    <a:pt x="50271" y="48118"/>
                  </a:cubicBezTo>
                  <a:cubicBezTo>
                    <a:pt x="50329" y="48045"/>
                    <a:pt x="50350" y="47949"/>
                    <a:pt x="50327" y="47858"/>
                  </a:cubicBezTo>
                  <a:lnTo>
                    <a:pt x="42334" y="16526"/>
                  </a:lnTo>
                  <a:cubicBezTo>
                    <a:pt x="43748" y="15451"/>
                    <a:pt x="53398" y="8013"/>
                    <a:pt x="53713" y="5184"/>
                  </a:cubicBezTo>
                  <a:cubicBezTo>
                    <a:pt x="53839" y="4048"/>
                    <a:pt x="53394" y="2940"/>
                    <a:pt x="52427" y="1981"/>
                  </a:cubicBezTo>
                  <a:cubicBezTo>
                    <a:pt x="51208" y="768"/>
                    <a:pt x="49328" y="1"/>
                    <a:pt x="4768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32"/>
            <p:cNvSpPr/>
            <p:nvPr/>
          </p:nvSpPr>
          <p:spPr>
            <a:xfrm>
              <a:off x="8087869" y="2663173"/>
              <a:ext cx="914445" cy="967644"/>
            </a:xfrm>
            <a:custGeom>
              <a:rect b="b" l="l" r="r" t="t"/>
              <a:pathLst>
                <a:path extrusionOk="0" h="54731" w="51722">
                  <a:moveTo>
                    <a:pt x="45687" y="1"/>
                  </a:moveTo>
                  <a:cubicBezTo>
                    <a:pt x="45504" y="1"/>
                    <a:pt x="45325" y="11"/>
                    <a:pt x="45150" y="31"/>
                  </a:cubicBezTo>
                  <a:cubicBezTo>
                    <a:pt x="44055" y="161"/>
                    <a:pt x="42262" y="1012"/>
                    <a:pt x="40475" y="2018"/>
                  </a:cubicBezTo>
                  <a:cubicBezTo>
                    <a:pt x="40602" y="1995"/>
                    <a:pt x="40739" y="1980"/>
                    <a:pt x="40882" y="1980"/>
                  </a:cubicBezTo>
                  <a:cubicBezTo>
                    <a:pt x="41425" y="1980"/>
                    <a:pt x="42063" y="2189"/>
                    <a:pt x="42632" y="2919"/>
                  </a:cubicBezTo>
                  <a:cubicBezTo>
                    <a:pt x="43960" y="4627"/>
                    <a:pt x="41113" y="10129"/>
                    <a:pt x="41113" y="10129"/>
                  </a:cubicBezTo>
                  <a:cubicBezTo>
                    <a:pt x="41113" y="10129"/>
                    <a:pt x="40233" y="4386"/>
                    <a:pt x="40021" y="4386"/>
                  </a:cubicBezTo>
                  <a:cubicBezTo>
                    <a:pt x="39989" y="4386"/>
                    <a:pt x="39972" y="4517"/>
                    <a:pt x="39975" y="4817"/>
                  </a:cubicBezTo>
                  <a:cubicBezTo>
                    <a:pt x="40003" y="7108"/>
                    <a:pt x="39406" y="14113"/>
                    <a:pt x="39406" y="14113"/>
                  </a:cubicBezTo>
                  <a:cubicBezTo>
                    <a:pt x="39406" y="14113"/>
                    <a:pt x="36408" y="10515"/>
                    <a:pt x="35876" y="10515"/>
                  </a:cubicBezTo>
                  <a:cubicBezTo>
                    <a:pt x="35810" y="10515"/>
                    <a:pt x="35782" y="10571"/>
                    <a:pt x="35803" y="10698"/>
                  </a:cubicBezTo>
                  <a:cubicBezTo>
                    <a:pt x="35993" y="11836"/>
                    <a:pt x="38458" y="22461"/>
                    <a:pt x="39977" y="26444"/>
                  </a:cubicBezTo>
                  <a:cubicBezTo>
                    <a:pt x="41494" y="30428"/>
                    <a:pt x="38837" y="41622"/>
                    <a:pt x="37320" y="44847"/>
                  </a:cubicBezTo>
                  <a:cubicBezTo>
                    <a:pt x="37186" y="45131"/>
                    <a:pt x="37072" y="45259"/>
                    <a:pt x="36973" y="45259"/>
                  </a:cubicBezTo>
                  <a:cubicBezTo>
                    <a:pt x="36073" y="45259"/>
                    <a:pt x="36466" y="34693"/>
                    <a:pt x="35522" y="34693"/>
                  </a:cubicBezTo>
                  <a:cubicBezTo>
                    <a:pt x="35391" y="34693"/>
                    <a:pt x="35234" y="34897"/>
                    <a:pt x="35044" y="35361"/>
                  </a:cubicBezTo>
                  <a:cubicBezTo>
                    <a:pt x="33335" y="39534"/>
                    <a:pt x="27644" y="51107"/>
                    <a:pt x="26316" y="52245"/>
                  </a:cubicBezTo>
                  <a:cubicBezTo>
                    <a:pt x="26276" y="52280"/>
                    <a:pt x="26238" y="52297"/>
                    <a:pt x="26203" y="52297"/>
                  </a:cubicBezTo>
                  <a:cubicBezTo>
                    <a:pt x="25149" y="52297"/>
                    <a:pt x="26753" y="36708"/>
                    <a:pt x="27211" y="34614"/>
                  </a:cubicBezTo>
                  <a:lnTo>
                    <a:pt x="27211" y="34614"/>
                  </a:lnTo>
                  <a:cubicBezTo>
                    <a:pt x="26633" y="36419"/>
                    <a:pt x="22712" y="47883"/>
                    <a:pt x="22712" y="47883"/>
                  </a:cubicBezTo>
                  <a:lnTo>
                    <a:pt x="17400" y="34222"/>
                  </a:lnTo>
                  <a:cubicBezTo>
                    <a:pt x="17400" y="34222"/>
                    <a:pt x="9732" y="27992"/>
                    <a:pt x="9201" y="27992"/>
                  </a:cubicBezTo>
                  <a:cubicBezTo>
                    <a:pt x="9153" y="27992"/>
                    <a:pt x="9163" y="28042"/>
                    <a:pt x="9241" y="28151"/>
                  </a:cubicBezTo>
                  <a:cubicBezTo>
                    <a:pt x="10191" y="29478"/>
                    <a:pt x="12467" y="33653"/>
                    <a:pt x="12467" y="33653"/>
                  </a:cubicBezTo>
                  <a:cubicBezTo>
                    <a:pt x="12467" y="33653"/>
                    <a:pt x="8426" y="32816"/>
                    <a:pt x="7867" y="32816"/>
                  </a:cubicBezTo>
                  <a:cubicBezTo>
                    <a:pt x="7774" y="32816"/>
                    <a:pt x="7778" y="32840"/>
                    <a:pt x="7913" y="32894"/>
                  </a:cubicBezTo>
                  <a:cubicBezTo>
                    <a:pt x="8862" y="33273"/>
                    <a:pt x="13036" y="35362"/>
                    <a:pt x="13036" y="35362"/>
                  </a:cubicBezTo>
                  <a:cubicBezTo>
                    <a:pt x="13036" y="35362"/>
                    <a:pt x="4499" y="41433"/>
                    <a:pt x="2032" y="42192"/>
                  </a:cubicBezTo>
                  <a:cubicBezTo>
                    <a:pt x="1363" y="42397"/>
                    <a:pt x="665" y="42504"/>
                    <a:pt x="0" y="42563"/>
                  </a:cubicBezTo>
                  <a:cubicBezTo>
                    <a:pt x="177" y="43061"/>
                    <a:pt x="433" y="43525"/>
                    <a:pt x="761" y="43938"/>
                  </a:cubicBezTo>
                  <a:cubicBezTo>
                    <a:pt x="1722" y="45156"/>
                    <a:pt x="2659" y="45557"/>
                    <a:pt x="3508" y="45557"/>
                  </a:cubicBezTo>
                  <a:cubicBezTo>
                    <a:pt x="4790" y="45557"/>
                    <a:pt x="5874" y="44646"/>
                    <a:pt x="6551" y="44259"/>
                  </a:cubicBezTo>
                  <a:cubicBezTo>
                    <a:pt x="7676" y="43616"/>
                    <a:pt x="16522" y="35254"/>
                    <a:pt x="16522" y="35254"/>
                  </a:cubicBezTo>
                  <a:lnTo>
                    <a:pt x="24685" y="54731"/>
                  </a:lnTo>
                  <a:cubicBezTo>
                    <a:pt x="24685" y="54731"/>
                    <a:pt x="35295" y="47615"/>
                    <a:pt x="46928" y="47615"/>
                  </a:cubicBezTo>
                  <a:cubicBezTo>
                    <a:pt x="47299" y="47615"/>
                    <a:pt x="47671" y="47622"/>
                    <a:pt x="48044" y="47637"/>
                  </a:cubicBezTo>
                  <a:lnTo>
                    <a:pt x="40003" y="16114"/>
                  </a:lnTo>
                  <a:cubicBezTo>
                    <a:pt x="40003" y="16114"/>
                    <a:pt x="51100" y="7752"/>
                    <a:pt x="51421" y="4856"/>
                  </a:cubicBezTo>
                  <a:cubicBezTo>
                    <a:pt x="51722" y="2146"/>
                    <a:pt x="48360" y="1"/>
                    <a:pt x="45687" y="1"/>
                  </a:cubicBezTo>
                  <a:close/>
                </a:path>
              </a:pathLst>
            </a:custGeom>
            <a:solidFill>
              <a:srgbClr val="C6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32"/>
            <p:cNvSpPr/>
            <p:nvPr/>
          </p:nvSpPr>
          <p:spPr>
            <a:xfrm>
              <a:off x="8087869" y="2663173"/>
              <a:ext cx="914445" cy="967644"/>
            </a:xfrm>
            <a:custGeom>
              <a:rect b="b" l="l" r="r" t="t"/>
              <a:pathLst>
                <a:path extrusionOk="0" h="54731" w="51722">
                  <a:moveTo>
                    <a:pt x="45687" y="1"/>
                  </a:moveTo>
                  <a:cubicBezTo>
                    <a:pt x="45504" y="1"/>
                    <a:pt x="45325" y="11"/>
                    <a:pt x="45150" y="31"/>
                  </a:cubicBezTo>
                  <a:cubicBezTo>
                    <a:pt x="44055" y="161"/>
                    <a:pt x="42262" y="1012"/>
                    <a:pt x="40475" y="2018"/>
                  </a:cubicBezTo>
                  <a:cubicBezTo>
                    <a:pt x="40602" y="1995"/>
                    <a:pt x="40739" y="1980"/>
                    <a:pt x="40882" y="1980"/>
                  </a:cubicBezTo>
                  <a:cubicBezTo>
                    <a:pt x="41425" y="1980"/>
                    <a:pt x="42063" y="2189"/>
                    <a:pt x="42632" y="2919"/>
                  </a:cubicBezTo>
                  <a:cubicBezTo>
                    <a:pt x="43960" y="4627"/>
                    <a:pt x="41113" y="10129"/>
                    <a:pt x="41113" y="10129"/>
                  </a:cubicBezTo>
                  <a:cubicBezTo>
                    <a:pt x="41113" y="10129"/>
                    <a:pt x="40233" y="4386"/>
                    <a:pt x="40021" y="4386"/>
                  </a:cubicBezTo>
                  <a:cubicBezTo>
                    <a:pt x="39989" y="4386"/>
                    <a:pt x="39972" y="4517"/>
                    <a:pt x="39975" y="4817"/>
                  </a:cubicBezTo>
                  <a:cubicBezTo>
                    <a:pt x="40003" y="7108"/>
                    <a:pt x="39406" y="14113"/>
                    <a:pt x="39406" y="14113"/>
                  </a:cubicBezTo>
                  <a:cubicBezTo>
                    <a:pt x="39406" y="14113"/>
                    <a:pt x="36408" y="10515"/>
                    <a:pt x="35876" y="10515"/>
                  </a:cubicBezTo>
                  <a:cubicBezTo>
                    <a:pt x="35810" y="10515"/>
                    <a:pt x="35782" y="10571"/>
                    <a:pt x="35803" y="10698"/>
                  </a:cubicBezTo>
                  <a:cubicBezTo>
                    <a:pt x="35993" y="11836"/>
                    <a:pt x="38458" y="22461"/>
                    <a:pt x="39977" y="26444"/>
                  </a:cubicBezTo>
                  <a:cubicBezTo>
                    <a:pt x="41494" y="30428"/>
                    <a:pt x="38837" y="41622"/>
                    <a:pt x="37320" y="44847"/>
                  </a:cubicBezTo>
                  <a:cubicBezTo>
                    <a:pt x="37186" y="45131"/>
                    <a:pt x="37072" y="45259"/>
                    <a:pt x="36973" y="45259"/>
                  </a:cubicBezTo>
                  <a:cubicBezTo>
                    <a:pt x="36073" y="45259"/>
                    <a:pt x="36466" y="34693"/>
                    <a:pt x="35522" y="34693"/>
                  </a:cubicBezTo>
                  <a:cubicBezTo>
                    <a:pt x="35391" y="34693"/>
                    <a:pt x="35234" y="34897"/>
                    <a:pt x="35044" y="35361"/>
                  </a:cubicBezTo>
                  <a:cubicBezTo>
                    <a:pt x="33335" y="39534"/>
                    <a:pt x="27644" y="51107"/>
                    <a:pt x="26316" y="52245"/>
                  </a:cubicBezTo>
                  <a:cubicBezTo>
                    <a:pt x="26276" y="52280"/>
                    <a:pt x="26238" y="52297"/>
                    <a:pt x="26203" y="52297"/>
                  </a:cubicBezTo>
                  <a:cubicBezTo>
                    <a:pt x="25149" y="52297"/>
                    <a:pt x="26753" y="36708"/>
                    <a:pt x="27211" y="34614"/>
                  </a:cubicBezTo>
                  <a:lnTo>
                    <a:pt x="27211" y="34614"/>
                  </a:lnTo>
                  <a:cubicBezTo>
                    <a:pt x="26633" y="36419"/>
                    <a:pt x="22712" y="47883"/>
                    <a:pt x="22712" y="47883"/>
                  </a:cubicBezTo>
                  <a:lnTo>
                    <a:pt x="17400" y="34222"/>
                  </a:lnTo>
                  <a:cubicBezTo>
                    <a:pt x="17400" y="34222"/>
                    <a:pt x="9732" y="27992"/>
                    <a:pt x="9201" y="27992"/>
                  </a:cubicBezTo>
                  <a:cubicBezTo>
                    <a:pt x="9153" y="27992"/>
                    <a:pt x="9163" y="28042"/>
                    <a:pt x="9241" y="28151"/>
                  </a:cubicBezTo>
                  <a:cubicBezTo>
                    <a:pt x="10191" y="29478"/>
                    <a:pt x="12467" y="33653"/>
                    <a:pt x="12467" y="33653"/>
                  </a:cubicBezTo>
                  <a:cubicBezTo>
                    <a:pt x="12467" y="33653"/>
                    <a:pt x="8426" y="32816"/>
                    <a:pt x="7867" y="32816"/>
                  </a:cubicBezTo>
                  <a:cubicBezTo>
                    <a:pt x="7774" y="32816"/>
                    <a:pt x="7778" y="32840"/>
                    <a:pt x="7913" y="32894"/>
                  </a:cubicBezTo>
                  <a:cubicBezTo>
                    <a:pt x="8862" y="33273"/>
                    <a:pt x="13036" y="35362"/>
                    <a:pt x="13036" y="35362"/>
                  </a:cubicBezTo>
                  <a:cubicBezTo>
                    <a:pt x="13036" y="35362"/>
                    <a:pt x="4499" y="41433"/>
                    <a:pt x="2032" y="42192"/>
                  </a:cubicBezTo>
                  <a:cubicBezTo>
                    <a:pt x="1363" y="42397"/>
                    <a:pt x="665" y="42504"/>
                    <a:pt x="0" y="42563"/>
                  </a:cubicBezTo>
                  <a:cubicBezTo>
                    <a:pt x="177" y="43061"/>
                    <a:pt x="433" y="43525"/>
                    <a:pt x="761" y="43938"/>
                  </a:cubicBezTo>
                  <a:cubicBezTo>
                    <a:pt x="1722" y="45156"/>
                    <a:pt x="2659" y="45557"/>
                    <a:pt x="3508" y="45557"/>
                  </a:cubicBezTo>
                  <a:cubicBezTo>
                    <a:pt x="4790" y="45557"/>
                    <a:pt x="5874" y="44646"/>
                    <a:pt x="6551" y="44259"/>
                  </a:cubicBezTo>
                  <a:cubicBezTo>
                    <a:pt x="7676" y="43616"/>
                    <a:pt x="16522" y="35254"/>
                    <a:pt x="16522" y="35254"/>
                  </a:cubicBezTo>
                  <a:lnTo>
                    <a:pt x="24685" y="54731"/>
                  </a:lnTo>
                  <a:cubicBezTo>
                    <a:pt x="24685" y="54731"/>
                    <a:pt x="35295" y="47615"/>
                    <a:pt x="46928" y="47615"/>
                  </a:cubicBezTo>
                  <a:cubicBezTo>
                    <a:pt x="47299" y="47615"/>
                    <a:pt x="47671" y="47622"/>
                    <a:pt x="48044" y="47637"/>
                  </a:cubicBezTo>
                  <a:lnTo>
                    <a:pt x="40003" y="16114"/>
                  </a:lnTo>
                  <a:cubicBezTo>
                    <a:pt x="40003" y="16114"/>
                    <a:pt x="51100" y="7752"/>
                    <a:pt x="51421" y="4856"/>
                  </a:cubicBezTo>
                  <a:cubicBezTo>
                    <a:pt x="51722" y="2146"/>
                    <a:pt x="48360" y="1"/>
                    <a:pt x="45687" y="1"/>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32"/>
            <p:cNvSpPr/>
            <p:nvPr/>
          </p:nvSpPr>
          <p:spPr>
            <a:xfrm>
              <a:off x="8509254" y="3396469"/>
              <a:ext cx="27068" cy="234348"/>
            </a:xfrm>
            <a:custGeom>
              <a:rect b="b" l="l" r="r" t="t"/>
              <a:pathLst>
                <a:path extrusionOk="0" h="13255" w="1531">
                  <a:moveTo>
                    <a:pt x="1530" y="1"/>
                  </a:moveTo>
                  <a:lnTo>
                    <a:pt x="1530" y="1"/>
                  </a:lnTo>
                  <a:cubicBezTo>
                    <a:pt x="1" y="7647"/>
                    <a:pt x="851" y="13255"/>
                    <a:pt x="851" y="13255"/>
                  </a:cubicBezTo>
                  <a:lnTo>
                    <a:pt x="153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32"/>
            <p:cNvSpPr/>
            <p:nvPr/>
          </p:nvSpPr>
          <p:spPr>
            <a:xfrm>
              <a:off x="8504250" y="3391236"/>
              <a:ext cx="37747" cy="244815"/>
            </a:xfrm>
            <a:custGeom>
              <a:rect b="b" l="l" r="r" t="t"/>
              <a:pathLst>
                <a:path extrusionOk="0" h="13847" w="2135">
                  <a:moveTo>
                    <a:pt x="1814" y="1"/>
                  </a:moveTo>
                  <a:cubicBezTo>
                    <a:pt x="1676" y="1"/>
                    <a:pt x="1551" y="98"/>
                    <a:pt x="1523" y="238"/>
                  </a:cubicBezTo>
                  <a:cubicBezTo>
                    <a:pt x="0" y="7847"/>
                    <a:pt x="833" y="13538"/>
                    <a:pt x="840" y="13595"/>
                  </a:cubicBezTo>
                  <a:cubicBezTo>
                    <a:pt x="863" y="13738"/>
                    <a:pt x="986" y="13845"/>
                    <a:pt x="1132" y="13846"/>
                  </a:cubicBezTo>
                  <a:cubicBezTo>
                    <a:pt x="1147" y="13845"/>
                    <a:pt x="1162" y="13844"/>
                    <a:pt x="1178" y="13841"/>
                  </a:cubicBezTo>
                  <a:cubicBezTo>
                    <a:pt x="1339" y="13817"/>
                    <a:pt x="1450" y="13666"/>
                    <a:pt x="1426" y="13505"/>
                  </a:cubicBezTo>
                  <a:cubicBezTo>
                    <a:pt x="1417" y="13450"/>
                    <a:pt x="602" y="7855"/>
                    <a:pt x="2102" y="354"/>
                  </a:cubicBezTo>
                  <a:cubicBezTo>
                    <a:pt x="2134" y="194"/>
                    <a:pt x="2030" y="38"/>
                    <a:pt x="1870" y="6"/>
                  </a:cubicBezTo>
                  <a:cubicBezTo>
                    <a:pt x="1851" y="3"/>
                    <a:pt x="1833" y="1"/>
                    <a:pt x="18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32"/>
            <p:cNvSpPr/>
            <p:nvPr/>
          </p:nvSpPr>
          <p:spPr>
            <a:xfrm>
              <a:off x="8497231" y="3258264"/>
              <a:ext cx="54083" cy="198299"/>
            </a:xfrm>
            <a:custGeom>
              <a:rect b="b" l="l" r="r" t="t"/>
              <a:pathLst>
                <a:path extrusionOk="0" h="11216" w="3059">
                  <a:moveTo>
                    <a:pt x="3059" y="1"/>
                  </a:moveTo>
                  <a:lnTo>
                    <a:pt x="3059" y="1"/>
                  </a:lnTo>
                  <a:cubicBezTo>
                    <a:pt x="1" y="8496"/>
                    <a:pt x="1" y="11216"/>
                    <a:pt x="1" y="11216"/>
                  </a:cubicBezTo>
                  <a:lnTo>
                    <a:pt x="305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32"/>
            <p:cNvSpPr/>
            <p:nvPr/>
          </p:nvSpPr>
          <p:spPr>
            <a:xfrm>
              <a:off x="8492033" y="3253137"/>
              <a:ext cx="65151" cy="208642"/>
            </a:xfrm>
            <a:custGeom>
              <a:rect b="b" l="l" r="r" t="t"/>
              <a:pathLst>
                <a:path extrusionOk="0" h="11801" w="3685">
                  <a:moveTo>
                    <a:pt x="3352" y="1"/>
                  </a:moveTo>
                  <a:cubicBezTo>
                    <a:pt x="3233" y="1"/>
                    <a:pt x="3121" y="73"/>
                    <a:pt x="3076" y="191"/>
                  </a:cubicBezTo>
                  <a:cubicBezTo>
                    <a:pt x="35" y="8638"/>
                    <a:pt x="0" y="11393"/>
                    <a:pt x="0" y="11506"/>
                  </a:cubicBezTo>
                  <a:cubicBezTo>
                    <a:pt x="0" y="11668"/>
                    <a:pt x="132" y="11801"/>
                    <a:pt x="295" y="11801"/>
                  </a:cubicBezTo>
                  <a:cubicBezTo>
                    <a:pt x="457" y="11801"/>
                    <a:pt x="589" y="11670"/>
                    <a:pt x="591" y="11507"/>
                  </a:cubicBezTo>
                  <a:cubicBezTo>
                    <a:pt x="591" y="11480"/>
                    <a:pt x="641" y="8701"/>
                    <a:pt x="3632" y="391"/>
                  </a:cubicBezTo>
                  <a:cubicBezTo>
                    <a:pt x="3684" y="238"/>
                    <a:pt x="3604" y="73"/>
                    <a:pt x="3452" y="19"/>
                  </a:cubicBezTo>
                  <a:cubicBezTo>
                    <a:pt x="3419" y="6"/>
                    <a:pt x="3385" y="1"/>
                    <a:pt x="335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32"/>
            <p:cNvSpPr/>
            <p:nvPr/>
          </p:nvSpPr>
          <p:spPr>
            <a:xfrm>
              <a:off x="8266225" y="3161325"/>
              <a:ext cx="113771" cy="125121"/>
            </a:xfrm>
            <a:custGeom>
              <a:rect b="b" l="l" r="r" t="t"/>
              <a:pathLst>
                <a:path extrusionOk="0" h="7077" w="6435">
                  <a:moveTo>
                    <a:pt x="162" y="1"/>
                  </a:moveTo>
                  <a:lnTo>
                    <a:pt x="1" y="2413"/>
                  </a:lnTo>
                  <a:lnTo>
                    <a:pt x="6434" y="7076"/>
                  </a:lnTo>
                  <a:lnTo>
                    <a:pt x="16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32"/>
            <p:cNvSpPr/>
            <p:nvPr/>
          </p:nvSpPr>
          <p:spPr>
            <a:xfrm>
              <a:off x="8260302" y="3155950"/>
              <a:ext cx="126571" cy="135729"/>
            </a:xfrm>
            <a:custGeom>
              <a:rect b="b" l="l" r="r" t="t"/>
              <a:pathLst>
                <a:path extrusionOk="0" h="7677" w="7159">
                  <a:moveTo>
                    <a:pt x="489" y="0"/>
                  </a:moveTo>
                  <a:cubicBezTo>
                    <a:pt x="419" y="0"/>
                    <a:pt x="349" y="25"/>
                    <a:pt x="293" y="75"/>
                  </a:cubicBezTo>
                  <a:cubicBezTo>
                    <a:pt x="167" y="188"/>
                    <a:pt x="160" y="380"/>
                    <a:pt x="277" y="501"/>
                  </a:cubicBezTo>
                  <a:lnTo>
                    <a:pt x="4759" y="5558"/>
                  </a:lnTo>
                  <a:lnTo>
                    <a:pt x="510" y="2478"/>
                  </a:lnTo>
                  <a:cubicBezTo>
                    <a:pt x="457" y="2440"/>
                    <a:pt x="396" y="2421"/>
                    <a:pt x="336" y="2421"/>
                  </a:cubicBezTo>
                  <a:cubicBezTo>
                    <a:pt x="244" y="2421"/>
                    <a:pt x="154" y="2463"/>
                    <a:pt x="97" y="2543"/>
                  </a:cubicBezTo>
                  <a:cubicBezTo>
                    <a:pt x="1" y="2675"/>
                    <a:pt x="30" y="2860"/>
                    <a:pt x="162" y="2957"/>
                  </a:cubicBezTo>
                  <a:lnTo>
                    <a:pt x="6596" y="7620"/>
                  </a:lnTo>
                  <a:cubicBezTo>
                    <a:pt x="6646" y="7656"/>
                    <a:pt x="6706" y="7676"/>
                    <a:pt x="6769" y="7676"/>
                  </a:cubicBezTo>
                  <a:cubicBezTo>
                    <a:pt x="7024" y="7676"/>
                    <a:pt x="7158" y="7375"/>
                    <a:pt x="6990" y="7185"/>
                  </a:cubicBezTo>
                  <a:lnTo>
                    <a:pt x="717" y="108"/>
                  </a:lnTo>
                  <a:cubicBezTo>
                    <a:pt x="658" y="37"/>
                    <a:pt x="574" y="0"/>
                    <a:pt x="48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32"/>
            <p:cNvSpPr/>
            <p:nvPr/>
          </p:nvSpPr>
          <p:spPr>
            <a:xfrm>
              <a:off x="8795104" y="2743334"/>
              <a:ext cx="37004" cy="204734"/>
            </a:xfrm>
            <a:custGeom>
              <a:rect b="b" l="l" r="r" t="t"/>
              <a:pathLst>
                <a:path extrusionOk="0" h="11580" w="2093">
                  <a:moveTo>
                    <a:pt x="2092" y="1"/>
                  </a:moveTo>
                  <a:lnTo>
                    <a:pt x="1" y="2574"/>
                  </a:lnTo>
                  <a:lnTo>
                    <a:pt x="1" y="11580"/>
                  </a:lnTo>
                  <a:lnTo>
                    <a:pt x="209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32"/>
            <p:cNvSpPr/>
            <p:nvPr/>
          </p:nvSpPr>
          <p:spPr>
            <a:xfrm>
              <a:off x="8789888" y="2738119"/>
              <a:ext cx="47860" cy="215183"/>
            </a:xfrm>
            <a:custGeom>
              <a:rect b="b" l="l" r="r" t="t"/>
              <a:pathLst>
                <a:path extrusionOk="0" h="12171" w="2707">
                  <a:moveTo>
                    <a:pt x="2386" y="0"/>
                  </a:moveTo>
                  <a:cubicBezTo>
                    <a:pt x="2246" y="0"/>
                    <a:pt x="2122" y="100"/>
                    <a:pt x="2095" y="243"/>
                  </a:cubicBezTo>
                  <a:lnTo>
                    <a:pt x="592" y="8574"/>
                  </a:lnTo>
                  <a:lnTo>
                    <a:pt x="592" y="2869"/>
                  </a:lnTo>
                  <a:cubicBezTo>
                    <a:pt x="592" y="2705"/>
                    <a:pt x="460" y="2573"/>
                    <a:pt x="296" y="2573"/>
                  </a:cubicBezTo>
                  <a:cubicBezTo>
                    <a:pt x="132" y="2573"/>
                    <a:pt x="0" y="2705"/>
                    <a:pt x="0" y="2869"/>
                  </a:cubicBezTo>
                  <a:lnTo>
                    <a:pt x="0" y="11875"/>
                  </a:lnTo>
                  <a:cubicBezTo>
                    <a:pt x="0" y="12029"/>
                    <a:pt x="117" y="12156"/>
                    <a:pt x="270" y="12170"/>
                  </a:cubicBezTo>
                  <a:cubicBezTo>
                    <a:pt x="278" y="12171"/>
                    <a:pt x="287" y="12171"/>
                    <a:pt x="296" y="12171"/>
                  </a:cubicBezTo>
                  <a:cubicBezTo>
                    <a:pt x="440" y="12171"/>
                    <a:pt x="562" y="12069"/>
                    <a:pt x="587" y="11928"/>
                  </a:cubicBezTo>
                  <a:lnTo>
                    <a:pt x="2678" y="349"/>
                  </a:lnTo>
                  <a:cubicBezTo>
                    <a:pt x="2707" y="187"/>
                    <a:pt x="2600" y="34"/>
                    <a:pt x="2439" y="5"/>
                  </a:cubicBezTo>
                  <a:cubicBezTo>
                    <a:pt x="2421" y="2"/>
                    <a:pt x="2403" y="0"/>
                    <a:pt x="238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33"/>
          <p:cNvSpPr/>
          <p:nvPr/>
        </p:nvSpPr>
        <p:spPr>
          <a:xfrm>
            <a:off x="7832959" y="4277030"/>
            <a:ext cx="315680" cy="904371"/>
          </a:xfrm>
          <a:custGeom>
            <a:rect b="b" l="l" r="r" t="t"/>
            <a:pathLst>
              <a:path extrusionOk="0" h="37091" w="12947">
                <a:moveTo>
                  <a:pt x="6957" y="1"/>
                </a:moveTo>
                <a:lnTo>
                  <a:pt x="6957" y="11049"/>
                </a:lnTo>
                <a:lnTo>
                  <a:pt x="0" y="11049"/>
                </a:lnTo>
                <a:lnTo>
                  <a:pt x="0" y="37090"/>
                </a:lnTo>
                <a:lnTo>
                  <a:pt x="521" y="37090"/>
                </a:lnTo>
                <a:lnTo>
                  <a:pt x="521" y="11569"/>
                </a:lnTo>
                <a:lnTo>
                  <a:pt x="7477" y="11569"/>
                </a:lnTo>
                <a:lnTo>
                  <a:pt x="7477" y="521"/>
                </a:lnTo>
                <a:lnTo>
                  <a:pt x="12947" y="521"/>
                </a:lnTo>
                <a:lnTo>
                  <a:pt x="12947" y="1"/>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33"/>
          <p:cNvSpPr txBox="1"/>
          <p:nvPr>
            <p:ph idx="6" type="title"/>
          </p:nvPr>
        </p:nvSpPr>
        <p:spPr>
          <a:xfrm>
            <a:off x="2497200" y="146913"/>
            <a:ext cx="4149600" cy="53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Methodology</a:t>
            </a:r>
            <a:endParaRPr sz="3600"/>
          </a:p>
        </p:txBody>
      </p:sp>
      <p:sp>
        <p:nvSpPr>
          <p:cNvPr id="961" name="Google Shape;961;p33"/>
          <p:cNvSpPr/>
          <p:nvPr/>
        </p:nvSpPr>
        <p:spPr>
          <a:xfrm>
            <a:off x="313400" y="2518224"/>
            <a:ext cx="927329" cy="539756"/>
          </a:xfrm>
          <a:custGeom>
            <a:rect b="b" l="l" r="r" t="t"/>
            <a:pathLst>
              <a:path extrusionOk="0" h="46015" w="79073">
                <a:moveTo>
                  <a:pt x="29262" y="1"/>
                </a:moveTo>
                <a:cubicBezTo>
                  <a:pt x="18282" y="1"/>
                  <a:pt x="9382" y="8902"/>
                  <a:pt x="9382" y="19881"/>
                </a:cubicBezTo>
                <a:cubicBezTo>
                  <a:pt x="9382" y="20126"/>
                  <a:pt x="9392" y="20367"/>
                  <a:pt x="9401" y="20611"/>
                </a:cubicBezTo>
                <a:cubicBezTo>
                  <a:pt x="3976" y="22156"/>
                  <a:pt x="0" y="27139"/>
                  <a:pt x="0" y="33059"/>
                </a:cubicBezTo>
                <a:cubicBezTo>
                  <a:pt x="0" y="39606"/>
                  <a:pt x="4862" y="45004"/>
                  <a:pt x="11168" y="45877"/>
                </a:cubicBezTo>
                <a:lnTo>
                  <a:pt x="11168" y="46015"/>
                </a:lnTo>
                <a:lnTo>
                  <a:pt x="69691" y="46015"/>
                </a:lnTo>
                <a:cubicBezTo>
                  <a:pt x="74872" y="46015"/>
                  <a:pt x="79072" y="41814"/>
                  <a:pt x="79072" y="36633"/>
                </a:cubicBezTo>
                <a:cubicBezTo>
                  <a:pt x="79072" y="31666"/>
                  <a:pt x="75209" y="27611"/>
                  <a:pt x="70325" y="27283"/>
                </a:cubicBezTo>
                <a:cubicBezTo>
                  <a:pt x="70488" y="26404"/>
                  <a:pt x="70585" y="25499"/>
                  <a:pt x="70585" y="24571"/>
                </a:cubicBezTo>
                <a:cubicBezTo>
                  <a:pt x="70585" y="16429"/>
                  <a:pt x="63985" y="9829"/>
                  <a:pt x="55842" y="9829"/>
                </a:cubicBezTo>
                <a:cubicBezTo>
                  <a:pt x="55835" y="9829"/>
                  <a:pt x="55828" y="9829"/>
                  <a:pt x="55820" y="9829"/>
                </a:cubicBezTo>
                <a:cubicBezTo>
                  <a:pt x="52910" y="9829"/>
                  <a:pt x="50065" y="10696"/>
                  <a:pt x="47648" y="12318"/>
                </a:cubicBezTo>
                <a:cubicBezTo>
                  <a:pt x="44672" y="5091"/>
                  <a:pt x="37563" y="1"/>
                  <a:pt x="2926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33"/>
          <p:cNvSpPr txBox="1"/>
          <p:nvPr>
            <p:ph idx="8" type="title"/>
          </p:nvPr>
        </p:nvSpPr>
        <p:spPr>
          <a:xfrm>
            <a:off x="31575" y="3430450"/>
            <a:ext cx="1689300" cy="53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Data Preprocessing</a:t>
            </a:r>
            <a:endParaRPr sz="1800"/>
          </a:p>
        </p:txBody>
      </p:sp>
      <p:sp>
        <p:nvSpPr>
          <p:cNvPr id="963" name="Google Shape;963;p33"/>
          <p:cNvSpPr/>
          <p:nvPr/>
        </p:nvSpPr>
        <p:spPr>
          <a:xfrm>
            <a:off x="1838913" y="2518224"/>
            <a:ext cx="927329" cy="539756"/>
          </a:xfrm>
          <a:custGeom>
            <a:rect b="b" l="l" r="r" t="t"/>
            <a:pathLst>
              <a:path extrusionOk="0" h="46015" w="79073">
                <a:moveTo>
                  <a:pt x="29262" y="1"/>
                </a:moveTo>
                <a:cubicBezTo>
                  <a:pt x="18282" y="1"/>
                  <a:pt x="9382" y="8902"/>
                  <a:pt x="9382" y="19881"/>
                </a:cubicBezTo>
                <a:cubicBezTo>
                  <a:pt x="9382" y="20126"/>
                  <a:pt x="9392" y="20367"/>
                  <a:pt x="9401" y="20611"/>
                </a:cubicBezTo>
                <a:cubicBezTo>
                  <a:pt x="3976" y="22156"/>
                  <a:pt x="0" y="27139"/>
                  <a:pt x="0" y="33059"/>
                </a:cubicBezTo>
                <a:cubicBezTo>
                  <a:pt x="0" y="39606"/>
                  <a:pt x="4862" y="45004"/>
                  <a:pt x="11168" y="45877"/>
                </a:cubicBezTo>
                <a:lnTo>
                  <a:pt x="11168" y="46015"/>
                </a:lnTo>
                <a:lnTo>
                  <a:pt x="69691" y="46015"/>
                </a:lnTo>
                <a:cubicBezTo>
                  <a:pt x="74872" y="46015"/>
                  <a:pt x="79072" y="41814"/>
                  <a:pt x="79072" y="36633"/>
                </a:cubicBezTo>
                <a:cubicBezTo>
                  <a:pt x="79072" y="31666"/>
                  <a:pt x="75209" y="27611"/>
                  <a:pt x="70325" y="27283"/>
                </a:cubicBezTo>
                <a:cubicBezTo>
                  <a:pt x="70488" y="26404"/>
                  <a:pt x="70585" y="25499"/>
                  <a:pt x="70585" y="24571"/>
                </a:cubicBezTo>
                <a:cubicBezTo>
                  <a:pt x="70585" y="16429"/>
                  <a:pt x="63985" y="9829"/>
                  <a:pt x="55842" y="9829"/>
                </a:cubicBezTo>
                <a:cubicBezTo>
                  <a:pt x="55835" y="9829"/>
                  <a:pt x="55828" y="9829"/>
                  <a:pt x="55820" y="9829"/>
                </a:cubicBezTo>
                <a:cubicBezTo>
                  <a:pt x="52910" y="9829"/>
                  <a:pt x="50065" y="10696"/>
                  <a:pt x="47648" y="12318"/>
                </a:cubicBezTo>
                <a:cubicBezTo>
                  <a:pt x="44672" y="5091"/>
                  <a:pt x="37563" y="1"/>
                  <a:pt x="2926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33"/>
          <p:cNvSpPr/>
          <p:nvPr/>
        </p:nvSpPr>
        <p:spPr>
          <a:xfrm>
            <a:off x="3364413" y="2518224"/>
            <a:ext cx="927329" cy="539756"/>
          </a:xfrm>
          <a:custGeom>
            <a:rect b="b" l="l" r="r" t="t"/>
            <a:pathLst>
              <a:path extrusionOk="0" h="46015" w="79073">
                <a:moveTo>
                  <a:pt x="29262" y="1"/>
                </a:moveTo>
                <a:cubicBezTo>
                  <a:pt x="18282" y="1"/>
                  <a:pt x="9382" y="8902"/>
                  <a:pt x="9382" y="19881"/>
                </a:cubicBezTo>
                <a:cubicBezTo>
                  <a:pt x="9382" y="20126"/>
                  <a:pt x="9392" y="20367"/>
                  <a:pt x="9401" y="20611"/>
                </a:cubicBezTo>
                <a:cubicBezTo>
                  <a:pt x="3976" y="22156"/>
                  <a:pt x="0" y="27139"/>
                  <a:pt x="0" y="33059"/>
                </a:cubicBezTo>
                <a:cubicBezTo>
                  <a:pt x="0" y="39606"/>
                  <a:pt x="4862" y="45004"/>
                  <a:pt x="11168" y="45877"/>
                </a:cubicBezTo>
                <a:lnTo>
                  <a:pt x="11168" y="46015"/>
                </a:lnTo>
                <a:lnTo>
                  <a:pt x="69691" y="46015"/>
                </a:lnTo>
                <a:cubicBezTo>
                  <a:pt x="74872" y="46015"/>
                  <a:pt x="79072" y="41814"/>
                  <a:pt x="79072" y="36633"/>
                </a:cubicBezTo>
                <a:cubicBezTo>
                  <a:pt x="79072" y="31666"/>
                  <a:pt x="75209" y="27611"/>
                  <a:pt x="70325" y="27283"/>
                </a:cubicBezTo>
                <a:cubicBezTo>
                  <a:pt x="70488" y="26404"/>
                  <a:pt x="70585" y="25499"/>
                  <a:pt x="70585" y="24571"/>
                </a:cubicBezTo>
                <a:cubicBezTo>
                  <a:pt x="70585" y="16429"/>
                  <a:pt x="63985" y="9829"/>
                  <a:pt x="55842" y="9829"/>
                </a:cubicBezTo>
                <a:cubicBezTo>
                  <a:pt x="55835" y="9829"/>
                  <a:pt x="55828" y="9829"/>
                  <a:pt x="55820" y="9829"/>
                </a:cubicBezTo>
                <a:cubicBezTo>
                  <a:pt x="52910" y="9829"/>
                  <a:pt x="50065" y="10696"/>
                  <a:pt x="47648" y="12318"/>
                </a:cubicBezTo>
                <a:cubicBezTo>
                  <a:pt x="44672" y="5091"/>
                  <a:pt x="37563" y="1"/>
                  <a:pt x="2926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33"/>
          <p:cNvSpPr/>
          <p:nvPr/>
        </p:nvSpPr>
        <p:spPr>
          <a:xfrm>
            <a:off x="4889913" y="2518224"/>
            <a:ext cx="927329" cy="539756"/>
          </a:xfrm>
          <a:custGeom>
            <a:rect b="b" l="l" r="r" t="t"/>
            <a:pathLst>
              <a:path extrusionOk="0" h="46015" w="79073">
                <a:moveTo>
                  <a:pt x="29262" y="1"/>
                </a:moveTo>
                <a:cubicBezTo>
                  <a:pt x="18282" y="1"/>
                  <a:pt x="9382" y="8902"/>
                  <a:pt x="9382" y="19881"/>
                </a:cubicBezTo>
                <a:cubicBezTo>
                  <a:pt x="9382" y="20126"/>
                  <a:pt x="9392" y="20367"/>
                  <a:pt x="9401" y="20611"/>
                </a:cubicBezTo>
                <a:cubicBezTo>
                  <a:pt x="3976" y="22156"/>
                  <a:pt x="0" y="27139"/>
                  <a:pt x="0" y="33059"/>
                </a:cubicBezTo>
                <a:cubicBezTo>
                  <a:pt x="0" y="39606"/>
                  <a:pt x="4862" y="45004"/>
                  <a:pt x="11168" y="45877"/>
                </a:cubicBezTo>
                <a:lnTo>
                  <a:pt x="11168" y="46015"/>
                </a:lnTo>
                <a:lnTo>
                  <a:pt x="69691" y="46015"/>
                </a:lnTo>
                <a:cubicBezTo>
                  <a:pt x="74872" y="46015"/>
                  <a:pt x="79072" y="41814"/>
                  <a:pt x="79072" y="36633"/>
                </a:cubicBezTo>
                <a:cubicBezTo>
                  <a:pt x="79072" y="31666"/>
                  <a:pt x="75209" y="27611"/>
                  <a:pt x="70325" y="27283"/>
                </a:cubicBezTo>
                <a:cubicBezTo>
                  <a:pt x="70488" y="26404"/>
                  <a:pt x="70585" y="25499"/>
                  <a:pt x="70585" y="24571"/>
                </a:cubicBezTo>
                <a:cubicBezTo>
                  <a:pt x="70585" y="16429"/>
                  <a:pt x="63985" y="9829"/>
                  <a:pt x="55842" y="9829"/>
                </a:cubicBezTo>
                <a:cubicBezTo>
                  <a:pt x="55835" y="9829"/>
                  <a:pt x="55828" y="9829"/>
                  <a:pt x="55820" y="9829"/>
                </a:cubicBezTo>
                <a:cubicBezTo>
                  <a:pt x="52910" y="9829"/>
                  <a:pt x="50065" y="10696"/>
                  <a:pt x="47648" y="12318"/>
                </a:cubicBezTo>
                <a:cubicBezTo>
                  <a:pt x="44672" y="5091"/>
                  <a:pt x="37563" y="1"/>
                  <a:pt x="2926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33"/>
          <p:cNvSpPr txBox="1"/>
          <p:nvPr>
            <p:ph idx="8" type="title"/>
          </p:nvPr>
        </p:nvSpPr>
        <p:spPr>
          <a:xfrm>
            <a:off x="3092163" y="3430450"/>
            <a:ext cx="1471800" cy="53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Feature Binning</a:t>
            </a:r>
            <a:endParaRPr sz="1800"/>
          </a:p>
        </p:txBody>
      </p:sp>
      <p:sp>
        <p:nvSpPr>
          <p:cNvPr id="967" name="Google Shape;967;p33"/>
          <p:cNvSpPr txBox="1"/>
          <p:nvPr>
            <p:ph idx="8" type="title"/>
          </p:nvPr>
        </p:nvSpPr>
        <p:spPr>
          <a:xfrm>
            <a:off x="971049" y="1549988"/>
            <a:ext cx="2663100" cy="53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Feature Selection</a:t>
            </a:r>
            <a:endParaRPr sz="1800"/>
          </a:p>
        </p:txBody>
      </p:sp>
      <p:sp>
        <p:nvSpPr>
          <p:cNvPr id="968" name="Google Shape;968;p33"/>
          <p:cNvSpPr txBox="1"/>
          <p:nvPr>
            <p:ph idx="8" type="title"/>
          </p:nvPr>
        </p:nvSpPr>
        <p:spPr>
          <a:xfrm>
            <a:off x="3971325" y="1522438"/>
            <a:ext cx="2923500" cy="53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WOE </a:t>
            </a:r>
            <a:r>
              <a:rPr lang="en" sz="1800"/>
              <a:t>Transformation </a:t>
            </a:r>
            <a:endParaRPr sz="1800"/>
          </a:p>
        </p:txBody>
      </p:sp>
      <p:cxnSp>
        <p:nvCxnSpPr>
          <p:cNvPr id="969" name="Google Shape;969;p33"/>
          <p:cNvCxnSpPr>
            <a:stCxn id="962" idx="0"/>
          </p:cNvCxnSpPr>
          <p:nvPr/>
        </p:nvCxnSpPr>
        <p:spPr>
          <a:xfrm rot="10800000">
            <a:off x="866625" y="2893750"/>
            <a:ext cx="9600" cy="536700"/>
          </a:xfrm>
          <a:prstGeom prst="straightConnector1">
            <a:avLst/>
          </a:prstGeom>
          <a:noFill/>
          <a:ln cap="flat" cmpd="sng" w="19050">
            <a:solidFill>
              <a:schemeClr val="lt1"/>
            </a:solidFill>
            <a:prstDash val="solid"/>
            <a:round/>
            <a:headEnd len="med" w="med" type="oval"/>
            <a:tailEnd len="med" w="med" type="none"/>
          </a:ln>
        </p:spPr>
      </p:cxnSp>
      <p:cxnSp>
        <p:nvCxnSpPr>
          <p:cNvPr id="970" name="Google Shape;970;p33"/>
          <p:cNvCxnSpPr/>
          <p:nvPr/>
        </p:nvCxnSpPr>
        <p:spPr>
          <a:xfrm>
            <a:off x="2302563" y="2150800"/>
            <a:ext cx="0" cy="623400"/>
          </a:xfrm>
          <a:prstGeom prst="straightConnector1">
            <a:avLst/>
          </a:prstGeom>
          <a:noFill/>
          <a:ln cap="flat" cmpd="sng" w="19050">
            <a:solidFill>
              <a:schemeClr val="lt1"/>
            </a:solidFill>
            <a:prstDash val="solid"/>
            <a:round/>
            <a:headEnd len="med" w="med" type="oval"/>
            <a:tailEnd len="med" w="med" type="none"/>
          </a:ln>
        </p:spPr>
      </p:cxnSp>
      <p:cxnSp>
        <p:nvCxnSpPr>
          <p:cNvPr id="971" name="Google Shape;971;p33"/>
          <p:cNvCxnSpPr>
            <a:stCxn id="966" idx="0"/>
          </p:cNvCxnSpPr>
          <p:nvPr/>
        </p:nvCxnSpPr>
        <p:spPr>
          <a:xfrm rot="10800000">
            <a:off x="3828063" y="2897950"/>
            <a:ext cx="0" cy="532500"/>
          </a:xfrm>
          <a:prstGeom prst="straightConnector1">
            <a:avLst/>
          </a:prstGeom>
          <a:noFill/>
          <a:ln cap="flat" cmpd="sng" w="19050">
            <a:solidFill>
              <a:schemeClr val="lt1"/>
            </a:solidFill>
            <a:prstDash val="solid"/>
            <a:round/>
            <a:headEnd len="med" w="med" type="oval"/>
            <a:tailEnd len="med" w="med" type="none"/>
          </a:ln>
        </p:spPr>
      </p:cxnSp>
      <p:cxnSp>
        <p:nvCxnSpPr>
          <p:cNvPr id="972" name="Google Shape;972;p33"/>
          <p:cNvCxnSpPr/>
          <p:nvPr/>
        </p:nvCxnSpPr>
        <p:spPr>
          <a:xfrm>
            <a:off x="5353586" y="2150800"/>
            <a:ext cx="0" cy="575700"/>
          </a:xfrm>
          <a:prstGeom prst="straightConnector1">
            <a:avLst/>
          </a:prstGeom>
          <a:noFill/>
          <a:ln cap="flat" cmpd="sng" w="19050">
            <a:solidFill>
              <a:schemeClr val="lt1"/>
            </a:solidFill>
            <a:prstDash val="solid"/>
            <a:round/>
            <a:headEnd len="med" w="med" type="oval"/>
            <a:tailEnd len="med" w="med" type="none"/>
          </a:ln>
        </p:spPr>
      </p:cxnSp>
      <p:sp>
        <p:nvSpPr>
          <p:cNvPr id="973" name="Google Shape;973;p33"/>
          <p:cNvSpPr txBox="1"/>
          <p:nvPr/>
        </p:nvSpPr>
        <p:spPr>
          <a:xfrm>
            <a:off x="629038" y="2625875"/>
            <a:ext cx="28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Viga"/>
                <a:ea typeface="Viga"/>
                <a:cs typeface="Viga"/>
                <a:sym typeface="Viga"/>
              </a:rPr>
              <a:t>1</a:t>
            </a:r>
            <a:endParaRPr sz="1800">
              <a:latin typeface="Viga"/>
              <a:ea typeface="Viga"/>
              <a:cs typeface="Viga"/>
              <a:sym typeface="Viga"/>
            </a:endParaRPr>
          </a:p>
        </p:txBody>
      </p:sp>
      <p:sp>
        <p:nvSpPr>
          <p:cNvPr id="974" name="Google Shape;974;p33"/>
          <p:cNvSpPr txBox="1"/>
          <p:nvPr/>
        </p:nvSpPr>
        <p:spPr>
          <a:xfrm>
            <a:off x="2126775" y="2596275"/>
            <a:ext cx="28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Viga"/>
                <a:ea typeface="Viga"/>
                <a:cs typeface="Viga"/>
                <a:sym typeface="Viga"/>
              </a:rPr>
              <a:t>2</a:t>
            </a:r>
            <a:endParaRPr sz="1800">
              <a:latin typeface="Viga"/>
              <a:ea typeface="Viga"/>
              <a:cs typeface="Viga"/>
              <a:sym typeface="Viga"/>
            </a:endParaRPr>
          </a:p>
        </p:txBody>
      </p:sp>
      <p:sp>
        <p:nvSpPr>
          <p:cNvPr id="975" name="Google Shape;975;p33"/>
          <p:cNvSpPr/>
          <p:nvPr/>
        </p:nvSpPr>
        <p:spPr>
          <a:xfrm>
            <a:off x="6361738" y="2515699"/>
            <a:ext cx="927329" cy="539756"/>
          </a:xfrm>
          <a:custGeom>
            <a:rect b="b" l="l" r="r" t="t"/>
            <a:pathLst>
              <a:path extrusionOk="0" h="46015" w="79073">
                <a:moveTo>
                  <a:pt x="29262" y="1"/>
                </a:moveTo>
                <a:cubicBezTo>
                  <a:pt x="18282" y="1"/>
                  <a:pt x="9382" y="8902"/>
                  <a:pt x="9382" y="19881"/>
                </a:cubicBezTo>
                <a:cubicBezTo>
                  <a:pt x="9382" y="20126"/>
                  <a:pt x="9392" y="20367"/>
                  <a:pt x="9401" y="20611"/>
                </a:cubicBezTo>
                <a:cubicBezTo>
                  <a:pt x="3976" y="22156"/>
                  <a:pt x="0" y="27139"/>
                  <a:pt x="0" y="33059"/>
                </a:cubicBezTo>
                <a:cubicBezTo>
                  <a:pt x="0" y="39606"/>
                  <a:pt x="4862" y="45004"/>
                  <a:pt x="11168" y="45877"/>
                </a:cubicBezTo>
                <a:lnTo>
                  <a:pt x="11168" y="46015"/>
                </a:lnTo>
                <a:lnTo>
                  <a:pt x="69691" y="46015"/>
                </a:lnTo>
                <a:cubicBezTo>
                  <a:pt x="74872" y="46015"/>
                  <a:pt x="79072" y="41814"/>
                  <a:pt x="79072" y="36633"/>
                </a:cubicBezTo>
                <a:cubicBezTo>
                  <a:pt x="79072" y="31666"/>
                  <a:pt x="75209" y="27611"/>
                  <a:pt x="70325" y="27283"/>
                </a:cubicBezTo>
                <a:cubicBezTo>
                  <a:pt x="70488" y="26404"/>
                  <a:pt x="70585" y="25499"/>
                  <a:pt x="70585" y="24571"/>
                </a:cubicBezTo>
                <a:cubicBezTo>
                  <a:pt x="70585" y="16429"/>
                  <a:pt x="63985" y="9829"/>
                  <a:pt x="55842" y="9829"/>
                </a:cubicBezTo>
                <a:cubicBezTo>
                  <a:pt x="55835" y="9829"/>
                  <a:pt x="55828" y="9829"/>
                  <a:pt x="55820" y="9829"/>
                </a:cubicBezTo>
                <a:cubicBezTo>
                  <a:pt x="52910" y="9829"/>
                  <a:pt x="50065" y="10696"/>
                  <a:pt x="47648" y="12318"/>
                </a:cubicBezTo>
                <a:cubicBezTo>
                  <a:pt x="44672" y="5091"/>
                  <a:pt x="37563" y="1"/>
                  <a:pt x="2926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33"/>
          <p:cNvSpPr/>
          <p:nvPr/>
        </p:nvSpPr>
        <p:spPr>
          <a:xfrm>
            <a:off x="7887238" y="2515699"/>
            <a:ext cx="927329" cy="539756"/>
          </a:xfrm>
          <a:custGeom>
            <a:rect b="b" l="l" r="r" t="t"/>
            <a:pathLst>
              <a:path extrusionOk="0" h="46015" w="79073">
                <a:moveTo>
                  <a:pt x="29262" y="1"/>
                </a:moveTo>
                <a:cubicBezTo>
                  <a:pt x="18282" y="1"/>
                  <a:pt x="9382" y="8902"/>
                  <a:pt x="9382" y="19881"/>
                </a:cubicBezTo>
                <a:cubicBezTo>
                  <a:pt x="9382" y="20126"/>
                  <a:pt x="9392" y="20367"/>
                  <a:pt x="9401" y="20611"/>
                </a:cubicBezTo>
                <a:cubicBezTo>
                  <a:pt x="3976" y="22156"/>
                  <a:pt x="0" y="27139"/>
                  <a:pt x="0" y="33059"/>
                </a:cubicBezTo>
                <a:cubicBezTo>
                  <a:pt x="0" y="39606"/>
                  <a:pt x="4862" y="45004"/>
                  <a:pt x="11168" y="45877"/>
                </a:cubicBezTo>
                <a:lnTo>
                  <a:pt x="11168" y="46015"/>
                </a:lnTo>
                <a:lnTo>
                  <a:pt x="69691" y="46015"/>
                </a:lnTo>
                <a:cubicBezTo>
                  <a:pt x="74872" y="46015"/>
                  <a:pt x="79072" y="41814"/>
                  <a:pt x="79072" y="36633"/>
                </a:cubicBezTo>
                <a:cubicBezTo>
                  <a:pt x="79072" y="31666"/>
                  <a:pt x="75209" y="27611"/>
                  <a:pt x="70325" y="27283"/>
                </a:cubicBezTo>
                <a:cubicBezTo>
                  <a:pt x="70488" y="26404"/>
                  <a:pt x="70585" y="25499"/>
                  <a:pt x="70585" y="24571"/>
                </a:cubicBezTo>
                <a:cubicBezTo>
                  <a:pt x="70585" y="16429"/>
                  <a:pt x="63985" y="9829"/>
                  <a:pt x="55842" y="9829"/>
                </a:cubicBezTo>
                <a:cubicBezTo>
                  <a:pt x="55835" y="9829"/>
                  <a:pt x="55828" y="9829"/>
                  <a:pt x="55820" y="9829"/>
                </a:cubicBezTo>
                <a:cubicBezTo>
                  <a:pt x="52910" y="9829"/>
                  <a:pt x="50065" y="10696"/>
                  <a:pt x="47648" y="12318"/>
                </a:cubicBezTo>
                <a:cubicBezTo>
                  <a:pt x="44672" y="5091"/>
                  <a:pt x="37563" y="1"/>
                  <a:pt x="2926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33"/>
          <p:cNvSpPr txBox="1"/>
          <p:nvPr>
            <p:ph idx="8" type="title"/>
          </p:nvPr>
        </p:nvSpPr>
        <p:spPr>
          <a:xfrm>
            <a:off x="5773549" y="3430450"/>
            <a:ext cx="2113800" cy="53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800"/>
              <a:t>Performance of</a:t>
            </a:r>
            <a:r>
              <a:rPr lang="en" sz="1800"/>
              <a:t> ML algorithms</a:t>
            </a:r>
            <a:endParaRPr sz="1800"/>
          </a:p>
        </p:txBody>
      </p:sp>
      <p:sp>
        <p:nvSpPr>
          <p:cNvPr id="978" name="Google Shape;978;p33"/>
          <p:cNvSpPr txBox="1"/>
          <p:nvPr>
            <p:ph idx="8" type="title"/>
          </p:nvPr>
        </p:nvSpPr>
        <p:spPr>
          <a:xfrm>
            <a:off x="6865900" y="1365013"/>
            <a:ext cx="2039400" cy="539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800"/>
              <a:t>Scorecard Building and Testing</a:t>
            </a:r>
            <a:endParaRPr sz="1800"/>
          </a:p>
        </p:txBody>
      </p:sp>
      <p:cxnSp>
        <p:nvCxnSpPr>
          <p:cNvPr id="979" name="Google Shape;979;p33"/>
          <p:cNvCxnSpPr>
            <a:stCxn id="977" idx="0"/>
          </p:cNvCxnSpPr>
          <p:nvPr/>
        </p:nvCxnSpPr>
        <p:spPr>
          <a:xfrm rot="10800000">
            <a:off x="6830449" y="2897950"/>
            <a:ext cx="0" cy="532500"/>
          </a:xfrm>
          <a:prstGeom prst="straightConnector1">
            <a:avLst/>
          </a:prstGeom>
          <a:noFill/>
          <a:ln cap="flat" cmpd="sng" w="19050">
            <a:solidFill>
              <a:schemeClr val="lt1"/>
            </a:solidFill>
            <a:prstDash val="solid"/>
            <a:round/>
            <a:headEnd len="med" w="med" type="oval"/>
            <a:tailEnd len="med" w="med" type="none"/>
          </a:ln>
        </p:spPr>
      </p:cxnSp>
      <p:cxnSp>
        <p:nvCxnSpPr>
          <p:cNvPr id="980" name="Google Shape;980;p33"/>
          <p:cNvCxnSpPr/>
          <p:nvPr/>
        </p:nvCxnSpPr>
        <p:spPr>
          <a:xfrm>
            <a:off x="8350911" y="2148275"/>
            <a:ext cx="0" cy="575700"/>
          </a:xfrm>
          <a:prstGeom prst="straightConnector1">
            <a:avLst/>
          </a:prstGeom>
          <a:noFill/>
          <a:ln cap="flat" cmpd="sng" w="19050">
            <a:solidFill>
              <a:schemeClr val="lt1"/>
            </a:solidFill>
            <a:prstDash val="solid"/>
            <a:round/>
            <a:headEnd len="med" w="med" type="oval"/>
            <a:tailEnd len="med" w="med" type="none"/>
          </a:ln>
        </p:spPr>
      </p:cxnSp>
      <p:sp>
        <p:nvSpPr>
          <p:cNvPr id="981" name="Google Shape;981;p33"/>
          <p:cNvSpPr txBox="1"/>
          <p:nvPr/>
        </p:nvSpPr>
        <p:spPr>
          <a:xfrm>
            <a:off x="3684813" y="2596275"/>
            <a:ext cx="28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Viga"/>
                <a:ea typeface="Viga"/>
                <a:cs typeface="Viga"/>
                <a:sym typeface="Viga"/>
              </a:rPr>
              <a:t>3</a:t>
            </a:r>
            <a:endParaRPr sz="1800">
              <a:latin typeface="Viga"/>
              <a:ea typeface="Viga"/>
              <a:cs typeface="Viga"/>
              <a:sym typeface="Viga"/>
            </a:endParaRPr>
          </a:p>
        </p:txBody>
      </p:sp>
      <p:sp>
        <p:nvSpPr>
          <p:cNvPr id="982" name="Google Shape;982;p33"/>
          <p:cNvSpPr txBox="1"/>
          <p:nvPr/>
        </p:nvSpPr>
        <p:spPr>
          <a:xfrm>
            <a:off x="5183475" y="2596275"/>
            <a:ext cx="28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Viga"/>
                <a:ea typeface="Viga"/>
                <a:cs typeface="Viga"/>
                <a:sym typeface="Viga"/>
              </a:rPr>
              <a:t>4</a:t>
            </a:r>
            <a:endParaRPr sz="1800">
              <a:latin typeface="Viga"/>
              <a:ea typeface="Viga"/>
              <a:cs typeface="Viga"/>
              <a:sym typeface="Viga"/>
            </a:endParaRPr>
          </a:p>
        </p:txBody>
      </p:sp>
      <p:sp>
        <p:nvSpPr>
          <p:cNvPr id="983" name="Google Shape;983;p33"/>
          <p:cNvSpPr txBox="1"/>
          <p:nvPr/>
        </p:nvSpPr>
        <p:spPr>
          <a:xfrm>
            <a:off x="6682125" y="2625875"/>
            <a:ext cx="28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Viga"/>
                <a:ea typeface="Viga"/>
                <a:cs typeface="Viga"/>
                <a:sym typeface="Viga"/>
              </a:rPr>
              <a:t>5</a:t>
            </a:r>
            <a:endParaRPr sz="1800">
              <a:latin typeface="Viga"/>
              <a:ea typeface="Viga"/>
              <a:cs typeface="Viga"/>
              <a:sym typeface="Viga"/>
            </a:endParaRPr>
          </a:p>
        </p:txBody>
      </p:sp>
      <p:sp>
        <p:nvSpPr>
          <p:cNvPr id="984" name="Google Shape;984;p33"/>
          <p:cNvSpPr txBox="1"/>
          <p:nvPr/>
        </p:nvSpPr>
        <p:spPr>
          <a:xfrm>
            <a:off x="8207650" y="2596275"/>
            <a:ext cx="28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Viga"/>
                <a:ea typeface="Viga"/>
                <a:cs typeface="Viga"/>
                <a:sym typeface="Viga"/>
              </a:rPr>
              <a:t>6</a:t>
            </a:r>
            <a:endParaRPr sz="1800">
              <a:latin typeface="Viga"/>
              <a:ea typeface="Viga"/>
              <a:cs typeface="Viga"/>
              <a:sym typeface="Viga"/>
            </a:endParaRPr>
          </a:p>
        </p:txBody>
      </p:sp>
      <p:cxnSp>
        <p:nvCxnSpPr>
          <p:cNvPr id="985" name="Google Shape;985;p33"/>
          <p:cNvCxnSpPr/>
          <p:nvPr/>
        </p:nvCxnSpPr>
        <p:spPr>
          <a:xfrm>
            <a:off x="-89700" y="1116650"/>
            <a:ext cx="9323400" cy="4800"/>
          </a:xfrm>
          <a:prstGeom prst="straightConnector1">
            <a:avLst/>
          </a:prstGeom>
          <a:noFill/>
          <a:ln cap="flat" cmpd="sng" w="19050">
            <a:solidFill>
              <a:schemeClr val="lt1"/>
            </a:solidFill>
            <a:prstDash val="solid"/>
            <a:round/>
            <a:headEnd len="med" w="med" type="oval"/>
            <a:tailEnd len="med" w="med" type="oval"/>
          </a:ln>
        </p:spPr>
      </p:cxnSp>
      <p:cxnSp>
        <p:nvCxnSpPr>
          <p:cNvPr id="986" name="Google Shape;986;p33"/>
          <p:cNvCxnSpPr/>
          <p:nvPr/>
        </p:nvCxnSpPr>
        <p:spPr>
          <a:xfrm>
            <a:off x="-89700" y="4277025"/>
            <a:ext cx="9323400" cy="4800"/>
          </a:xfrm>
          <a:prstGeom prst="straightConnector1">
            <a:avLst/>
          </a:prstGeom>
          <a:noFill/>
          <a:ln cap="flat" cmpd="sng" w="19050">
            <a:solidFill>
              <a:schemeClr val="lt1"/>
            </a:solidFill>
            <a:prstDash val="solid"/>
            <a:round/>
            <a:headEnd len="med" w="med" type="oval"/>
            <a:tailEnd len="med" w="med" type="oval"/>
          </a:ln>
        </p:spPr>
      </p:cxnSp>
      <p:sp>
        <p:nvSpPr>
          <p:cNvPr id="987" name="Google Shape;987;p33"/>
          <p:cNvSpPr/>
          <p:nvPr/>
        </p:nvSpPr>
        <p:spPr>
          <a:xfrm>
            <a:off x="879828" y="150374"/>
            <a:ext cx="809962" cy="813726"/>
          </a:xfrm>
          <a:custGeom>
            <a:rect b="b" l="l" r="r" t="t"/>
            <a:pathLst>
              <a:path extrusionOk="0" h="48646" w="48421">
                <a:moveTo>
                  <a:pt x="24183" y="11733"/>
                </a:moveTo>
                <a:cubicBezTo>
                  <a:pt x="31152" y="11733"/>
                  <a:pt x="36801" y="17381"/>
                  <a:pt x="36801" y="24350"/>
                </a:cubicBezTo>
                <a:cubicBezTo>
                  <a:pt x="36801" y="31318"/>
                  <a:pt x="31152" y="36968"/>
                  <a:pt x="24183" y="36968"/>
                </a:cubicBezTo>
                <a:cubicBezTo>
                  <a:pt x="17216" y="36968"/>
                  <a:pt x="11567" y="31318"/>
                  <a:pt x="11567" y="24350"/>
                </a:cubicBezTo>
                <a:cubicBezTo>
                  <a:pt x="11567" y="17381"/>
                  <a:pt x="17216" y="11733"/>
                  <a:pt x="24183" y="11733"/>
                </a:cubicBezTo>
                <a:close/>
                <a:moveTo>
                  <a:pt x="21577" y="0"/>
                </a:moveTo>
                <a:lnTo>
                  <a:pt x="20414" y="4612"/>
                </a:lnTo>
                <a:cubicBezTo>
                  <a:pt x="18846" y="4911"/>
                  <a:pt x="17321" y="5395"/>
                  <a:pt x="15870" y="6056"/>
                </a:cubicBezTo>
                <a:lnTo>
                  <a:pt x="12257" y="2930"/>
                </a:lnTo>
                <a:lnTo>
                  <a:pt x="8117" y="5828"/>
                </a:lnTo>
                <a:lnTo>
                  <a:pt x="9824" y="10300"/>
                </a:lnTo>
                <a:cubicBezTo>
                  <a:pt x="8711" y="11436"/>
                  <a:pt x="7737" y="12699"/>
                  <a:pt x="6921" y="14065"/>
                </a:cubicBezTo>
                <a:lnTo>
                  <a:pt x="2163" y="13574"/>
                </a:lnTo>
                <a:lnTo>
                  <a:pt x="434" y="18323"/>
                </a:lnTo>
                <a:lnTo>
                  <a:pt x="4374" y="20996"/>
                </a:lnTo>
                <a:cubicBezTo>
                  <a:pt x="4185" y="22104"/>
                  <a:pt x="4090" y="23226"/>
                  <a:pt x="4090" y="24350"/>
                </a:cubicBezTo>
                <a:cubicBezTo>
                  <a:pt x="4090" y="24828"/>
                  <a:pt x="4112" y="25301"/>
                  <a:pt x="4145" y="25770"/>
                </a:cubicBezTo>
                <a:lnTo>
                  <a:pt x="1" y="28083"/>
                </a:lnTo>
                <a:lnTo>
                  <a:pt x="1309" y="32966"/>
                </a:lnTo>
                <a:lnTo>
                  <a:pt x="6000" y="32905"/>
                </a:lnTo>
                <a:cubicBezTo>
                  <a:pt x="6690" y="34369"/>
                  <a:pt x="7555" y="35744"/>
                  <a:pt x="8576" y="37002"/>
                </a:cubicBezTo>
                <a:lnTo>
                  <a:pt x="6551" y="41209"/>
                </a:lnTo>
                <a:lnTo>
                  <a:pt x="10422" y="44458"/>
                </a:lnTo>
                <a:lnTo>
                  <a:pt x="14173" y="41772"/>
                </a:lnTo>
                <a:cubicBezTo>
                  <a:pt x="15596" y="42590"/>
                  <a:pt x="17113" y="43231"/>
                  <a:pt x="18693" y="43678"/>
                </a:cubicBezTo>
                <a:lnTo>
                  <a:pt x="19445" y="48204"/>
                </a:lnTo>
                <a:lnTo>
                  <a:pt x="24478" y="48645"/>
                </a:lnTo>
                <a:lnTo>
                  <a:pt x="25998" y="44360"/>
                </a:lnTo>
                <a:cubicBezTo>
                  <a:pt x="27649" y="44213"/>
                  <a:pt x="29276" y="43859"/>
                  <a:pt x="30841" y="43310"/>
                </a:cubicBezTo>
                <a:lnTo>
                  <a:pt x="34018" y="46538"/>
                </a:lnTo>
                <a:lnTo>
                  <a:pt x="38395" y="44012"/>
                </a:lnTo>
                <a:lnTo>
                  <a:pt x="37193" y="39659"/>
                </a:lnTo>
                <a:cubicBezTo>
                  <a:pt x="38461" y="38581"/>
                  <a:pt x="39589" y="37349"/>
                  <a:pt x="40554" y="35995"/>
                </a:cubicBezTo>
                <a:lnTo>
                  <a:pt x="45000" y="36815"/>
                </a:lnTo>
                <a:lnTo>
                  <a:pt x="47137" y="32234"/>
                </a:lnTo>
                <a:lnTo>
                  <a:pt x="43649" y="29355"/>
                </a:lnTo>
                <a:cubicBezTo>
                  <a:pt x="44060" y="27748"/>
                  <a:pt x="44270" y="26095"/>
                  <a:pt x="44276" y="24436"/>
                </a:cubicBezTo>
                <a:lnTo>
                  <a:pt x="48420" y="22549"/>
                </a:lnTo>
                <a:lnTo>
                  <a:pt x="47543" y="17571"/>
                </a:lnTo>
                <a:lnTo>
                  <a:pt x="42970" y="17217"/>
                </a:lnTo>
                <a:cubicBezTo>
                  <a:pt x="42387" y="15684"/>
                  <a:pt x="41619" y="14229"/>
                  <a:pt x="40681" y="12883"/>
                </a:cubicBezTo>
                <a:lnTo>
                  <a:pt x="43039" y="8902"/>
                </a:lnTo>
                <a:lnTo>
                  <a:pt x="39466" y="5330"/>
                </a:lnTo>
                <a:lnTo>
                  <a:pt x="35454" y="7711"/>
                </a:lnTo>
                <a:cubicBezTo>
                  <a:pt x="33145" y="6146"/>
                  <a:pt x="30536" y="5080"/>
                  <a:pt x="27790" y="4584"/>
                </a:cubicBezTo>
                <a:lnTo>
                  <a:pt x="26630"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33"/>
          <p:cNvSpPr/>
          <p:nvPr/>
        </p:nvSpPr>
        <p:spPr>
          <a:xfrm>
            <a:off x="873158" y="136264"/>
            <a:ext cx="823328" cy="826138"/>
          </a:xfrm>
          <a:custGeom>
            <a:rect b="b" l="l" r="r" t="t"/>
            <a:pathLst>
              <a:path extrusionOk="0" h="49388" w="49220">
                <a:moveTo>
                  <a:pt x="24588" y="12476"/>
                </a:moveTo>
                <a:cubicBezTo>
                  <a:pt x="31341" y="12476"/>
                  <a:pt x="36833" y="17970"/>
                  <a:pt x="36833" y="24722"/>
                </a:cubicBezTo>
                <a:cubicBezTo>
                  <a:pt x="36833" y="31474"/>
                  <a:pt x="31341" y="36969"/>
                  <a:pt x="24588" y="36969"/>
                </a:cubicBezTo>
                <a:cubicBezTo>
                  <a:pt x="17836" y="36969"/>
                  <a:pt x="12342" y="31473"/>
                  <a:pt x="12342" y="24722"/>
                </a:cubicBezTo>
                <a:cubicBezTo>
                  <a:pt x="12342" y="17970"/>
                  <a:pt x="17836" y="12476"/>
                  <a:pt x="24588" y="12476"/>
                </a:cubicBezTo>
                <a:close/>
                <a:moveTo>
                  <a:pt x="24587" y="11733"/>
                </a:moveTo>
                <a:cubicBezTo>
                  <a:pt x="17425" y="11733"/>
                  <a:pt x="11600" y="17560"/>
                  <a:pt x="11600" y="24722"/>
                </a:cubicBezTo>
                <a:cubicBezTo>
                  <a:pt x="11600" y="31884"/>
                  <a:pt x="17426" y="37711"/>
                  <a:pt x="24588" y="37711"/>
                </a:cubicBezTo>
                <a:lnTo>
                  <a:pt x="24588" y="37711"/>
                </a:lnTo>
                <a:cubicBezTo>
                  <a:pt x="31751" y="37711"/>
                  <a:pt x="37577" y="31884"/>
                  <a:pt x="37577" y="24722"/>
                </a:cubicBezTo>
                <a:cubicBezTo>
                  <a:pt x="37577" y="17560"/>
                  <a:pt x="31750" y="11733"/>
                  <a:pt x="24587" y="11733"/>
                </a:cubicBezTo>
                <a:close/>
                <a:moveTo>
                  <a:pt x="24588" y="37711"/>
                </a:moveTo>
                <a:cubicBezTo>
                  <a:pt x="24587" y="37711"/>
                  <a:pt x="24587" y="37711"/>
                  <a:pt x="24587" y="37711"/>
                </a:cubicBezTo>
                <a:lnTo>
                  <a:pt x="24588" y="37711"/>
                </a:lnTo>
                <a:cubicBezTo>
                  <a:pt x="24588" y="37711"/>
                  <a:pt x="24588" y="37711"/>
                  <a:pt x="24588" y="37711"/>
                </a:cubicBezTo>
                <a:close/>
                <a:moveTo>
                  <a:pt x="26745" y="743"/>
                </a:moveTo>
                <a:lnTo>
                  <a:pt x="27835" y="5048"/>
                </a:lnTo>
                <a:cubicBezTo>
                  <a:pt x="27870" y="5189"/>
                  <a:pt x="27985" y="5296"/>
                  <a:pt x="28129" y="5323"/>
                </a:cubicBezTo>
                <a:cubicBezTo>
                  <a:pt x="30843" y="5814"/>
                  <a:pt x="33373" y="6848"/>
                  <a:pt x="35648" y="8391"/>
                </a:cubicBezTo>
                <a:cubicBezTo>
                  <a:pt x="35711" y="8434"/>
                  <a:pt x="35784" y="8455"/>
                  <a:pt x="35857" y="8455"/>
                </a:cubicBezTo>
                <a:cubicBezTo>
                  <a:pt x="35922" y="8455"/>
                  <a:pt x="35988" y="8438"/>
                  <a:pt x="36046" y="8403"/>
                </a:cubicBezTo>
                <a:lnTo>
                  <a:pt x="39812" y="6168"/>
                </a:lnTo>
                <a:lnTo>
                  <a:pt x="42977" y="9334"/>
                </a:lnTo>
                <a:lnTo>
                  <a:pt x="40767" y="13067"/>
                </a:lnTo>
                <a:cubicBezTo>
                  <a:pt x="40693" y="13192"/>
                  <a:pt x="40699" y="13349"/>
                  <a:pt x="40782" y="13468"/>
                </a:cubicBezTo>
                <a:cubicBezTo>
                  <a:pt x="41701" y="14788"/>
                  <a:pt x="42455" y="16216"/>
                  <a:pt x="43027" y="17721"/>
                </a:cubicBezTo>
                <a:cubicBezTo>
                  <a:pt x="43078" y="17854"/>
                  <a:pt x="43202" y="17948"/>
                  <a:pt x="43346" y="17960"/>
                </a:cubicBezTo>
                <a:lnTo>
                  <a:pt x="47632" y="18292"/>
                </a:lnTo>
                <a:lnTo>
                  <a:pt x="48410" y="22701"/>
                </a:lnTo>
                <a:lnTo>
                  <a:pt x="44528" y="24470"/>
                </a:lnTo>
                <a:cubicBezTo>
                  <a:pt x="44396" y="24531"/>
                  <a:pt x="44311" y="24661"/>
                  <a:pt x="44310" y="24807"/>
                </a:cubicBezTo>
                <a:cubicBezTo>
                  <a:pt x="44304" y="26434"/>
                  <a:pt x="44099" y="28056"/>
                  <a:pt x="43695" y="29633"/>
                </a:cubicBezTo>
                <a:cubicBezTo>
                  <a:pt x="43660" y="29773"/>
                  <a:pt x="43707" y="29920"/>
                  <a:pt x="43818" y="30012"/>
                </a:cubicBezTo>
                <a:lnTo>
                  <a:pt x="47085" y="32708"/>
                </a:lnTo>
                <a:lnTo>
                  <a:pt x="45194" y="36768"/>
                </a:lnTo>
                <a:lnTo>
                  <a:pt x="41030" y="36000"/>
                </a:lnTo>
                <a:cubicBezTo>
                  <a:pt x="41007" y="35996"/>
                  <a:pt x="40984" y="35994"/>
                  <a:pt x="40961" y="35994"/>
                </a:cubicBezTo>
                <a:cubicBezTo>
                  <a:pt x="40842" y="35994"/>
                  <a:pt x="40728" y="36051"/>
                  <a:pt x="40659" y="36150"/>
                </a:cubicBezTo>
                <a:cubicBezTo>
                  <a:pt x="39711" y="37481"/>
                  <a:pt x="38602" y="38688"/>
                  <a:pt x="37359" y="39747"/>
                </a:cubicBezTo>
                <a:cubicBezTo>
                  <a:pt x="37248" y="39841"/>
                  <a:pt x="37202" y="39989"/>
                  <a:pt x="37240" y="40129"/>
                </a:cubicBezTo>
                <a:lnTo>
                  <a:pt x="38366" y="44205"/>
                </a:lnTo>
                <a:lnTo>
                  <a:pt x="34486" y="46444"/>
                </a:lnTo>
                <a:lnTo>
                  <a:pt x="31513" y="43421"/>
                </a:lnTo>
                <a:cubicBezTo>
                  <a:pt x="31441" y="43349"/>
                  <a:pt x="31346" y="43310"/>
                  <a:pt x="31248" y="43310"/>
                </a:cubicBezTo>
                <a:cubicBezTo>
                  <a:pt x="31207" y="43310"/>
                  <a:pt x="31165" y="43317"/>
                  <a:pt x="31124" y="43332"/>
                </a:cubicBezTo>
                <a:cubicBezTo>
                  <a:pt x="29588" y="43869"/>
                  <a:pt x="27990" y="44215"/>
                  <a:pt x="26369" y="44361"/>
                </a:cubicBezTo>
                <a:cubicBezTo>
                  <a:pt x="26223" y="44373"/>
                  <a:pt x="26100" y="44469"/>
                  <a:pt x="26051" y="44606"/>
                </a:cubicBezTo>
                <a:lnTo>
                  <a:pt x="24629" y="48621"/>
                </a:lnTo>
                <a:lnTo>
                  <a:pt x="20168" y="48230"/>
                </a:lnTo>
                <a:lnTo>
                  <a:pt x="19464" y="43988"/>
                </a:lnTo>
                <a:cubicBezTo>
                  <a:pt x="19440" y="43847"/>
                  <a:pt x="19338" y="43731"/>
                  <a:pt x="19198" y="43691"/>
                </a:cubicBezTo>
                <a:cubicBezTo>
                  <a:pt x="17649" y="43251"/>
                  <a:pt x="16160" y="42623"/>
                  <a:pt x="14764" y="41820"/>
                </a:cubicBezTo>
                <a:cubicBezTo>
                  <a:pt x="14706" y="41787"/>
                  <a:pt x="14642" y="41770"/>
                  <a:pt x="14578" y="41770"/>
                </a:cubicBezTo>
                <a:cubicBezTo>
                  <a:pt x="14502" y="41770"/>
                  <a:pt x="14426" y="41793"/>
                  <a:pt x="14362" y="41839"/>
                </a:cubicBezTo>
                <a:lnTo>
                  <a:pt x="10845" y="44358"/>
                </a:lnTo>
                <a:lnTo>
                  <a:pt x="7415" y="41481"/>
                </a:lnTo>
                <a:lnTo>
                  <a:pt x="9316" y="37534"/>
                </a:lnTo>
                <a:cubicBezTo>
                  <a:pt x="9378" y="37404"/>
                  <a:pt x="9359" y="37251"/>
                  <a:pt x="9268" y="37138"/>
                </a:cubicBezTo>
                <a:cubicBezTo>
                  <a:pt x="8267" y="35905"/>
                  <a:pt x="7418" y="34554"/>
                  <a:pt x="6741" y="33117"/>
                </a:cubicBezTo>
                <a:cubicBezTo>
                  <a:pt x="6679" y="32986"/>
                  <a:pt x="6542" y="32915"/>
                  <a:pt x="6399" y="32904"/>
                </a:cubicBezTo>
                <a:lnTo>
                  <a:pt x="1997" y="32961"/>
                </a:lnTo>
                <a:lnTo>
                  <a:pt x="840" y="28638"/>
                </a:lnTo>
                <a:lnTo>
                  <a:pt x="4730" y="26466"/>
                </a:lnTo>
                <a:cubicBezTo>
                  <a:pt x="4857" y="26396"/>
                  <a:pt x="4931" y="26259"/>
                  <a:pt x="4920" y="26115"/>
                </a:cubicBezTo>
                <a:cubicBezTo>
                  <a:pt x="4882" y="25582"/>
                  <a:pt x="4865" y="25140"/>
                  <a:pt x="4865" y="24722"/>
                </a:cubicBezTo>
                <a:cubicBezTo>
                  <a:pt x="4867" y="23617"/>
                  <a:pt x="4960" y="22516"/>
                  <a:pt x="5145" y="21429"/>
                </a:cubicBezTo>
                <a:cubicBezTo>
                  <a:pt x="5168" y="21285"/>
                  <a:pt x="5106" y="21141"/>
                  <a:pt x="4986" y="21059"/>
                </a:cubicBezTo>
                <a:lnTo>
                  <a:pt x="1287" y="18549"/>
                </a:lnTo>
                <a:lnTo>
                  <a:pt x="2818" y="14345"/>
                </a:lnTo>
                <a:lnTo>
                  <a:pt x="7286" y="14806"/>
                </a:lnTo>
                <a:cubicBezTo>
                  <a:pt x="7299" y="14807"/>
                  <a:pt x="7312" y="14808"/>
                  <a:pt x="7324" y="14808"/>
                </a:cubicBezTo>
                <a:cubicBezTo>
                  <a:pt x="7454" y="14808"/>
                  <a:pt x="7576" y="14740"/>
                  <a:pt x="7644" y="14628"/>
                </a:cubicBezTo>
                <a:cubicBezTo>
                  <a:pt x="8444" y="13287"/>
                  <a:pt x="9400" y="12047"/>
                  <a:pt x="10493" y="10932"/>
                </a:cubicBezTo>
                <a:cubicBezTo>
                  <a:pt x="10594" y="10828"/>
                  <a:pt x="10627" y="10675"/>
                  <a:pt x="10575" y="10540"/>
                </a:cubicBezTo>
                <a:lnTo>
                  <a:pt x="8971" y="6339"/>
                </a:lnTo>
                <a:lnTo>
                  <a:pt x="12638" y="3773"/>
                </a:lnTo>
                <a:lnTo>
                  <a:pt x="16031" y="6710"/>
                </a:lnTo>
                <a:cubicBezTo>
                  <a:pt x="16100" y="6770"/>
                  <a:pt x="16187" y="6801"/>
                  <a:pt x="16274" y="6801"/>
                </a:cubicBezTo>
                <a:cubicBezTo>
                  <a:pt x="16326" y="6801"/>
                  <a:pt x="16378" y="6790"/>
                  <a:pt x="16427" y="6768"/>
                </a:cubicBezTo>
                <a:cubicBezTo>
                  <a:pt x="17853" y="6119"/>
                  <a:pt x="19350" y="5644"/>
                  <a:pt x="20887" y="5351"/>
                </a:cubicBezTo>
                <a:cubicBezTo>
                  <a:pt x="21029" y="5323"/>
                  <a:pt x="21142" y="5216"/>
                  <a:pt x="21178" y="5076"/>
                </a:cubicBezTo>
                <a:lnTo>
                  <a:pt x="22270" y="743"/>
                </a:lnTo>
                <a:close/>
                <a:moveTo>
                  <a:pt x="27037" y="1"/>
                </a:moveTo>
                <a:cubicBezTo>
                  <a:pt x="27036" y="1"/>
                  <a:pt x="27035" y="1"/>
                  <a:pt x="27034" y="1"/>
                </a:cubicBezTo>
                <a:lnTo>
                  <a:pt x="21981" y="1"/>
                </a:lnTo>
                <a:cubicBezTo>
                  <a:pt x="21980" y="1"/>
                  <a:pt x="21979" y="1"/>
                  <a:pt x="21978" y="1"/>
                </a:cubicBezTo>
                <a:cubicBezTo>
                  <a:pt x="21808" y="1"/>
                  <a:pt x="21661" y="116"/>
                  <a:pt x="21620" y="281"/>
                </a:cubicBezTo>
                <a:lnTo>
                  <a:pt x="20514" y="4667"/>
                </a:lnTo>
                <a:cubicBezTo>
                  <a:pt x="19078" y="4958"/>
                  <a:pt x="17678" y="5402"/>
                  <a:pt x="16338" y="5994"/>
                </a:cubicBezTo>
                <a:lnTo>
                  <a:pt x="12903" y="3021"/>
                </a:lnTo>
                <a:cubicBezTo>
                  <a:pt x="12834" y="2961"/>
                  <a:pt x="12747" y="2931"/>
                  <a:pt x="12660" y="2931"/>
                </a:cubicBezTo>
                <a:cubicBezTo>
                  <a:pt x="12586" y="2931"/>
                  <a:pt x="12512" y="2953"/>
                  <a:pt x="12448" y="2997"/>
                </a:cubicBezTo>
                <a:lnTo>
                  <a:pt x="8309" y="5896"/>
                </a:lnTo>
                <a:cubicBezTo>
                  <a:pt x="8168" y="5994"/>
                  <a:pt x="8113" y="6174"/>
                  <a:pt x="8174" y="6334"/>
                </a:cubicBezTo>
                <a:lnTo>
                  <a:pt x="9795" y="10583"/>
                </a:lnTo>
                <a:cubicBezTo>
                  <a:pt x="8787" y="11638"/>
                  <a:pt x="7893" y="12798"/>
                  <a:pt x="7129" y="14042"/>
                </a:cubicBezTo>
                <a:lnTo>
                  <a:pt x="2605" y="13576"/>
                </a:lnTo>
                <a:cubicBezTo>
                  <a:pt x="2592" y="13575"/>
                  <a:pt x="2580" y="13574"/>
                  <a:pt x="2567" y="13574"/>
                </a:cubicBezTo>
                <a:cubicBezTo>
                  <a:pt x="2412" y="13574"/>
                  <a:pt x="2271" y="13672"/>
                  <a:pt x="2218" y="13820"/>
                </a:cubicBezTo>
                <a:lnTo>
                  <a:pt x="489" y="18567"/>
                </a:lnTo>
                <a:cubicBezTo>
                  <a:pt x="431" y="18728"/>
                  <a:pt x="489" y="18906"/>
                  <a:pt x="630" y="19002"/>
                </a:cubicBezTo>
                <a:lnTo>
                  <a:pt x="4372" y="21541"/>
                </a:lnTo>
                <a:cubicBezTo>
                  <a:pt x="4208" y="22593"/>
                  <a:pt x="4123" y="23656"/>
                  <a:pt x="4121" y="24721"/>
                </a:cubicBezTo>
                <a:cubicBezTo>
                  <a:pt x="4121" y="25092"/>
                  <a:pt x="4135" y="25483"/>
                  <a:pt x="4163" y="25931"/>
                </a:cubicBezTo>
                <a:lnTo>
                  <a:pt x="222" y="28130"/>
                </a:lnTo>
                <a:cubicBezTo>
                  <a:pt x="74" y="28213"/>
                  <a:pt x="1" y="28387"/>
                  <a:pt x="45" y="28550"/>
                </a:cubicBezTo>
                <a:lnTo>
                  <a:pt x="1352" y="33433"/>
                </a:lnTo>
                <a:cubicBezTo>
                  <a:pt x="1397" y="33596"/>
                  <a:pt x="1558" y="33699"/>
                  <a:pt x="1716" y="33708"/>
                </a:cubicBezTo>
                <a:lnTo>
                  <a:pt x="6171" y="33651"/>
                </a:lnTo>
                <a:cubicBezTo>
                  <a:pt x="6823" y="34991"/>
                  <a:pt x="7617" y="36256"/>
                  <a:pt x="8544" y="37423"/>
                </a:cubicBezTo>
                <a:lnTo>
                  <a:pt x="6619" y="41420"/>
                </a:lnTo>
                <a:cubicBezTo>
                  <a:pt x="6546" y="41573"/>
                  <a:pt x="6585" y="41756"/>
                  <a:pt x="6716" y="41866"/>
                </a:cubicBezTo>
                <a:lnTo>
                  <a:pt x="10587" y="45114"/>
                </a:lnTo>
                <a:cubicBezTo>
                  <a:pt x="10656" y="45171"/>
                  <a:pt x="10741" y="45200"/>
                  <a:pt x="10827" y="45200"/>
                </a:cubicBezTo>
                <a:cubicBezTo>
                  <a:pt x="10902" y="45200"/>
                  <a:pt x="10978" y="45177"/>
                  <a:pt x="11043" y="45131"/>
                </a:cubicBezTo>
                <a:lnTo>
                  <a:pt x="14599" y="42583"/>
                </a:lnTo>
                <a:cubicBezTo>
                  <a:pt x="15919" y="43321"/>
                  <a:pt x="17317" y="43912"/>
                  <a:pt x="18767" y="44341"/>
                </a:cubicBezTo>
                <a:lnTo>
                  <a:pt x="19482" y="48637"/>
                </a:lnTo>
                <a:cubicBezTo>
                  <a:pt x="19510" y="48804"/>
                  <a:pt x="19647" y="48931"/>
                  <a:pt x="19816" y="48946"/>
                </a:cubicBezTo>
                <a:lnTo>
                  <a:pt x="24850" y="49386"/>
                </a:lnTo>
                <a:cubicBezTo>
                  <a:pt x="24862" y="49387"/>
                  <a:pt x="24872" y="49387"/>
                  <a:pt x="24882" y="49387"/>
                </a:cubicBezTo>
                <a:cubicBezTo>
                  <a:pt x="25040" y="49387"/>
                  <a:pt x="25181" y="49289"/>
                  <a:pt x="25233" y="49141"/>
                </a:cubicBezTo>
                <a:lnTo>
                  <a:pt x="26672" y="45078"/>
                </a:lnTo>
                <a:cubicBezTo>
                  <a:pt x="28195" y="44923"/>
                  <a:pt x="29695" y="44600"/>
                  <a:pt x="31146" y="44110"/>
                </a:cubicBezTo>
                <a:lnTo>
                  <a:pt x="34157" y="47170"/>
                </a:lnTo>
                <a:cubicBezTo>
                  <a:pt x="34229" y="47243"/>
                  <a:pt x="34325" y="47281"/>
                  <a:pt x="34423" y="47281"/>
                </a:cubicBezTo>
                <a:cubicBezTo>
                  <a:pt x="34486" y="47281"/>
                  <a:pt x="34551" y="47265"/>
                  <a:pt x="34609" y="47231"/>
                </a:cubicBezTo>
                <a:lnTo>
                  <a:pt x="38985" y="44705"/>
                </a:lnTo>
                <a:cubicBezTo>
                  <a:pt x="39132" y="44621"/>
                  <a:pt x="39203" y="44447"/>
                  <a:pt x="39159" y="44283"/>
                </a:cubicBezTo>
                <a:lnTo>
                  <a:pt x="38018" y="40158"/>
                </a:lnTo>
                <a:cubicBezTo>
                  <a:pt x="39177" y="39150"/>
                  <a:pt x="40219" y="38014"/>
                  <a:pt x="41125" y="36774"/>
                </a:cubicBezTo>
                <a:lnTo>
                  <a:pt x="45339" y="37551"/>
                </a:lnTo>
                <a:cubicBezTo>
                  <a:pt x="45362" y="37555"/>
                  <a:pt x="45385" y="37557"/>
                  <a:pt x="45407" y="37557"/>
                </a:cubicBezTo>
                <a:cubicBezTo>
                  <a:pt x="45549" y="37557"/>
                  <a:pt x="45681" y="37475"/>
                  <a:pt x="45743" y="37343"/>
                </a:cubicBezTo>
                <a:lnTo>
                  <a:pt x="47878" y="32762"/>
                </a:lnTo>
                <a:cubicBezTo>
                  <a:pt x="47950" y="32609"/>
                  <a:pt x="47908" y="32426"/>
                  <a:pt x="47777" y="32319"/>
                </a:cubicBezTo>
                <a:lnTo>
                  <a:pt x="44470" y="29588"/>
                </a:lnTo>
                <a:cubicBezTo>
                  <a:pt x="44831" y="28101"/>
                  <a:pt x="45026" y="26578"/>
                  <a:pt x="45048" y="25049"/>
                </a:cubicBezTo>
                <a:lnTo>
                  <a:pt x="48979" y="23260"/>
                </a:lnTo>
                <a:cubicBezTo>
                  <a:pt x="49133" y="23188"/>
                  <a:pt x="49219" y="23023"/>
                  <a:pt x="49191" y="22856"/>
                </a:cubicBezTo>
                <a:lnTo>
                  <a:pt x="48312" y="17880"/>
                </a:lnTo>
                <a:cubicBezTo>
                  <a:pt x="48282" y="17713"/>
                  <a:pt x="48144" y="17587"/>
                  <a:pt x="47975" y="17574"/>
                </a:cubicBezTo>
                <a:lnTo>
                  <a:pt x="43636" y="17237"/>
                </a:lnTo>
                <a:cubicBezTo>
                  <a:pt x="43083" y="15830"/>
                  <a:pt x="42375" y="14491"/>
                  <a:pt x="41527" y="13241"/>
                </a:cubicBezTo>
                <a:lnTo>
                  <a:pt x="43762" y="9464"/>
                </a:lnTo>
                <a:cubicBezTo>
                  <a:pt x="43848" y="9317"/>
                  <a:pt x="43826" y="9132"/>
                  <a:pt x="43706" y="9011"/>
                </a:cubicBezTo>
                <a:lnTo>
                  <a:pt x="40133" y="5439"/>
                </a:lnTo>
                <a:cubicBezTo>
                  <a:pt x="40061" y="5367"/>
                  <a:pt x="39966" y="5329"/>
                  <a:pt x="39869" y="5329"/>
                </a:cubicBezTo>
                <a:cubicBezTo>
                  <a:pt x="39804" y="5329"/>
                  <a:pt x="39739" y="5346"/>
                  <a:pt x="39680" y="5381"/>
                </a:cubicBezTo>
                <a:lnTo>
                  <a:pt x="35870" y="7644"/>
                </a:lnTo>
                <a:cubicBezTo>
                  <a:pt x="33635" y="6162"/>
                  <a:pt x="31128" y="5139"/>
                  <a:pt x="28497" y="4634"/>
                </a:cubicBezTo>
                <a:lnTo>
                  <a:pt x="27395" y="280"/>
                </a:lnTo>
                <a:cubicBezTo>
                  <a:pt x="27354" y="116"/>
                  <a:pt x="27207" y="1"/>
                  <a:pt x="270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9" name="Google Shape;989;p33"/>
          <p:cNvSpPr/>
          <p:nvPr/>
        </p:nvSpPr>
        <p:spPr>
          <a:xfrm>
            <a:off x="866633" y="142151"/>
            <a:ext cx="823328" cy="826138"/>
          </a:xfrm>
          <a:custGeom>
            <a:rect b="b" l="l" r="r" t="t"/>
            <a:pathLst>
              <a:path extrusionOk="0" h="49388" w="49220">
                <a:moveTo>
                  <a:pt x="24588" y="12476"/>
                </a:moveTo>
                <a:cubicBezTo>
                  <a:pt x="31341" y="12476"/>
                  <a:pt x="36833" y="17970"/>
                  <a:pt x="36833" y="24722"/>
                </a:cubicBezTo>
                <a:cubicBezTo>
                  <a:pt x="36833" y="31474"/>
                  <a:pt x="31341" y="36969"/>
                  <a:pt x="24588" y="36969"/>
                </a:cubicBezTo>
                <a:cubicBezTo>
                  <a:pt x="17836" y="36969"/>
                  <a:pt x="12342" y="31473"/>
                  <a:pt x="12342" y="24722"/>
                </a:cubicBezTo>
                <a:cubicBezTo>
                  <a:pt x="12342" y="17970"/>
                  <a:pt x="17836" y="12476"/>
                  <a:pt x="24588" y="12476"/>
                </a:cubicBezTo>
                <a:close/>
                <a:moveTo>
                  <a:pt x="24587" y="11733"/>
                </a:moveTo>
                <a:cubicBezTo>
                  <a:pt x="17425" y="11733"/>
                  <a:pt x="11600" y="17560"/>
                  <a:pt x="11600" y="24722"/>
                </a:cubicBezTo>
                <a:cubicBezTo>
                  <a:pt x="11600" y="31884"/>
                  <a:pt x="17426" y="37711"/>
                  <a:pt x="24588" y="37711"/>
                </a:cubicBezTo>
                <a:lnTo>
                  <a:pt x="24588" y="37711"/>
                </a:lnTo>
                <a:cubicBezTo>
                  <a:pt x="31751" y="37711"/>
                  <a:pt x="37577" y="31884"/>
                  <a:pt x="37577" y="24722"/>
                </a:cubicBezTo>
                <a:cubicBezTo>
                  <a:pt x="37577" y="17560"/>
                  <a:pt x="31750" y="11733"/>
                  <a:pt x="24587" y="11733"/>
                </a:cubicBezTo>
                <a:close/>
                <a:moveTo>
                  <a:pt x="24588" y="37711"/>
                </a:moveTo>
                <a:cubicBezTo>
                  <a:pt x="24587" y="37711"/>
                  <a:pt x="24587" y="37711"/>
                  <a:pt x="24587" y="37711"/>
                </a:cubicBezTo>
                <a:lnTo>
                  <a:pt x="24588" y="37711"/>
                </a:lnTo>
                <a:cubicBezTo>
                  <a:pt x="24588" y="37711"/>
                  <a:pt x="24588" y="37711"/>
                  <a:pt x="24588" y="37711"/>
                </a:cubicBezTo>
                <a:close/>
                <a:moveTo>
                  <a:pt x="26745" y="743"/>
                </a:moveTo>
                <a:lnTo>
                  <a:pt x="27835" y="5048"/>
                </a:lnTo>
                <a:cubicBezTo>
                  <a:pt x="27870" y="5189"/>
                  <a:pt x="27985" y="5296"/>
                  <a:pt x="28129" y="5323"/>
                </a:cubicBezTo>
                <a:cubicBezTo>
                  <a:pt x="30843" y="5814"/>
                  <a:pt x="33373" y="6848"/>
                  <a:pt x="35648" y="8391"/>
                </a:cubicBezTo>
                <a:cubicBezTo>
                  <a:pt x="35711" y="8434"/>
                  <a:pt x="35784" y="8455"/>
                  <a:pt x="35857" y="8455"/>
                </a:cubicBezTo>
                <a:cubicBezTo>
                  <a:pt x="35922" y="8455"/>
                  <a:pt x="35988" y="8438"/>
                  <a:pt x="36046" y="8403"/>
                </a:cubicBezTo>
                <a:lnTo>
                  <a:pt x="39812" y="6168"/>
                </a:lnTo>
                <a:lnTo>
                  <a:pt x="42977" y="9334"/>
                </a:lnTo>
                <a:lnTo>
                  <a:pt x="40767" y="13067"/>
                </a:lnTo>
                <a:cubicBezTo>
                  <a:pt x="40693" y="13192"/>
                  <a:pt x="40699" y="13349"/>
                  <a:pt x="40782" y="13468"/>
                </a:cubicBezTo>
                <a:cubicBezTo>
                  <a:pt x="41701" y="14788"/>
                  <a:pt x="42455" y="16216"/>
                  <a:pt x="43027" y="17721"/>
                </a:cubicBezTo>
                <a:cubicBezTo>
                  <a:pt x="43078" y="17854"/>
                  <a:pt x="43202" y="17948"/>
                  <a:pt x="43346" y="17960"/>
                </a:cubicBezTo>
                <a:lnTo>
                  <a:pt x="47632" y="18292"/>
                </a:lnTo>
                <a:lnTo>
                  <a:pt x="48410" y="22701"/>
                </a:lnTo>
                <a:lnTo>
                  <a:pt x="44528" y="24470"/>
                </a:lnTo>
                <a:cubicBezTo>
                  <a:pt x="44396" y="24531"/>
                  <a:pt x="44311" y="24661"/>
                  <a:pt x="44310" y="24807"/>
                </a:cubicBezTo>
                <a:cubicBezTo>
                  <a:pt x="44304" y="26434"/>
                  <a:pt x="44099" y="28056"/>
                  <a:pt x="43695" y="29633"/>
                </a:cubicBezTo>
                <a:cubicBezTo>
                  <a:pt x="43660" y="29773"/>
                  <a:pt x="43707" y="29920"/>
                  <a:pt x="43818" y="30012"/>
                </a:cubicBezTo>
                <a:lnTo>
                  <a:pt x="47085" y="32708"/>
                </a:lnTo>
                <a:lnTo>
                  <a:pt x="45194" y="36768"/>
                </a:lnTo>
                <a:lnTo>
                  <a:pt x="41030" y="36000"/>
                </a:lnTo>
                <a:cubicBezTo>
                  <a:pt x="41007" y="35996"/>
                  <a:pt x="40984" y="35994"/>
                  <a:pt x="40961" y="35994"/>
                </a:cubicBezTo>
                <a:cubicBezTo>
                  <a:pt x="40842" y="35994"/>
                  <a:pt x="40728" y="36051"/>
                  <a:pt x="40659" y="36150"/>
                </a:cubicBezTo>
                <a:cubicBezTo>
                  <a:pt x="39711" y="37481"/>
                  <a:pt x="38602" y="38688"/>
                  <a:pt x="37359" y="39747"/>
                </a:cubicBezTo>
                <a:cubicBezTo>
                  <a:pt x="37248" y="39841"/>
                  <a:pt x="37202" y="39989"/>
                  <a:pt x="37240" y="40129"/>
                </a:cubicBezTo>
                <a:lnTo>
                  <a:pt x="38366" y="44205"/>
                </a:lnTo>
                <a:lnTo>
                  <a:pt x="34486" y="46444"/>
                </a:lnTo>
                <a:lnTo>
                  <a:pt x="31513" y="43421"/>
                </a:lnTo>
                <a:cubicBezTo>
                  <a:pt x="31441" y="43349"/>
                  <a:pt x="31346" y="43310"/>
                  <a:pt x="31248" y="43310"/>
                </a:cubicBezTo>
                <a:cubicBezTo>
                  <a:pt x="31207" y="43310"/>
                  <a:pt x="31165" y="43317"/>
                  <a:pt x="31124" y="43332"/>
                </a:cubicBezTo>
                <a:cubicBezTo>
                  <a:pt x="29588" y="43869"/>
                  <a:pt x="27990" y="44215"/>
                  <a:pt x="26369" y="44361"/>
                </a:cubicBezTo>
                <a:cubicBezTo>
                  <a:pt x="26223" y="44373"/>
                  <a:pt x="26100" y="44469"/>
                  <a:pt x="26051" y="44606"/>
                </a:cubicBezTo>
                <a:lnTo>
                  <a:pt x="24629" y="48621"/>
                </a:lnTo>
                <a:lnTo>
                  <a:pt x="20168" y="48230"/>
                </a:lnTo>
                <a:lnTo>
                  <a:pt x="19464" y="43988"/>
                </a:lnTo>
                <a:cubicBezTo>
                  <a:pt x="19440" y="43847"/>
                  <a:pt x="19338" y="43731"/>
                  <a:pt x="19198" y="43691"/>
                </a:cubicBezTo>
                <a:cubicBezTo>
                  <a:pt x="17649" y="43251"/>
                  <a:pt x="16160" y="42623"/>
                  <a:pt x="14764" y="41820"/>
                </a:cubicBezTo>
                <a:cubicBezTo>
                  <a:pt x="14706" y="41787"/>
                  <a:pt x="14642" y="41770"/>
                  <a:pt x="14578" y="41770"/>
                </a:cubicBezTo>
                <a:cubicBezTo>
                  <a:pt x="14502" y="41770"/>
                  <a:pt x="14426" y="41793"/>
                  <a:pt x="14362" y="41839"/>
                </a:cubicBezTo>
                <a:lnTo>
                  <a:pt x="10845" y="44358"/>
                </a:lnTo>
                <a:lnTo>
                  <a:pt x="7415" y="41481"/>
                </a:lnTo>
                <a:lnTo>
                  <a:pt x="9316" y="37534"/>
                </a:lnTo>
                <a:cubicBezTo>
                  <a:pt x="9378" y="37404"/>
                  <a:pt x="9359" y="37251"/>
                  <a:pt x="9268" y="37138"/>
                </a:cubicBezTo>
                <a:cubicBezTo>
                  <a:pt x="8267" y="35905"/>
                  <a:pt x="7418" y="34554"/>
                  <a:pt x="6741" y="33117"/>
                </a:cubicBezTo>
                <a:cubicBezTo>
                  <a:pt x="6679" y="32986"/>
                  <a:pt x="6542" y="32915"/>
                  <a:pt x="6399" y="32904"/>
                </a:cubicBezTo>
                <a:lnTo>
                  <a:pt x="1997" y="32961"/>
                </a:lnTo>
                <a:lnTo>
                  <a:pt x="840" y="28638"/>
                </a:lnTo>
                <a:lnTo>
                  <a:pt x="4730" y="26466"/>
                </a:lnTo>
                <a:cubicBezTo>
                  <a:pt x="4857" y="26396"/>
                  <a:pt x="4931" y="26259"/>
                  <a:pt x="4920" y="26115"/>
                </a:cubicBezTo>
                <a:cubicBezTo>
                  <a:pt x="4882" y="25582"/>
                  <a:pt x="4865" y="25140"/>
                  <a:pt x="4865" y="24722"/>
                </a:cubicBezTo>
                <a:cubicBezTo>
                  <a:pt x="4867" y="23617"/>
                  <a:pt x="4960" y="22516"/>
                  <a:pt x="5145" y="21429"/>
                </a:cubicBezTo>
                <a:cubicBezTo>
                  <a:pt x="5168" y="21285"/>
                  <a:pt x="5106" y="21141"/>
                  <a:pt x="4986" y="21059"/>
                </a:cubicBezTo>
                <a:lnTo>
                  <a:pt x="1287" y="18549"/>
                </a:lnTo>
                <a:lnTo>
                  <a:pt x="2818" y="14345"/>
                </a:lnTo>
                <a:lnTo>
                  <a:pt x="7286" y="14806"/>
                </a:lnTo>
                <a:cubicBezTo>
                  <a:pt x="7299" y="14807"/>
                  <a:pt x="7312" y="14808"/>
                  <a:pt x="7324" y="14808"/>
                </a:cubicBezTo>
                <a:cubicBezTo>
                  <a:pt x="7454" y="14808"/>
                  <a:pt x="7576" y="14740"/>
                  <a:pt x="7644" y="14628"/>
                </a:cubicBezTo>
                <a:cubicBezTo>
                  <a:pt x="8444" y="13287"/>
                  <a:pt x="9400" y="12047"/>
                  <a:pt x="10493" y="10932"/>
                </a:cubicBezTo>
                <a:cubicBezTo>
                  <a:pt x="10594" y="10828"/>
                  <a:pt x="10627" y="10675"/>
                  <a:pt x="10575" y="10540"/>
                </a:cubicBezTo>
                <a:lnTo>
                  <a:pt x="8971" y="6339"/>
                </a:lnTo>
                <a:lnTo>
                  <a:pt x="12638" y="3773"/>
                </a:lnTo>
                <a:lnTo>
                  <a:pt x="16031" y="6710"/>
                </a:lnTo>
                <a:cubicBezTo>
                  <a:pt x="16100" y="6770"/>
                  <a:pt x="16187" y="6801"/>
                  <a:pt x="16274" y="6801"/>
                </a:cubicBezTo>
                <a:cubicBezTo>
                  <a:pt x="16326" y="6801"/>
                  <a:pt x="16378" y="6790"/>
                  <a:pt x="16427" y="6768"/>
                </a:cubicBezTo>
                <a:cubicBezTo>
                  <a:pt x="17853" y="6119"/>
                  <a:pt x="19350" y="5644"/>
                  <a:pt x="20887" y="5351"/>
                </a:cubicBezTo>
                <a:cubicBezTo>
                  <a:pt x="21029" y="5323"/>
                  <a:pt x="21142" y="5216"/>
                  <a:pt x="21178" y="5076"/>
                </a:cubicBezTo>
                <a:lnTo>
                  <a:pt x="22270" y="743"/>
                </a:lnTo>
                <a:close/>
                <a:moveTo>
                  <a:pt x="27037" y="1"/>
                </a:moveTo>
                <a:cubicBezTo>
                  <a:pt x="27036" y="1"/>
                  <a:pt x="27035" y="1"/>
                  <a:pt x="27034" y="1"/>
                </a:cubicBezTo>
                <a:lnTo>
                  <a:pt x="21981" y="1"/>
                </a:lnTo>
                <a:cubicBezTo>
                  <a:pt x="21980" y="1"/>
                  <a:pt x="21979" y="1"/>
                  <a:pt x="21978" y="1"/>
                </a:cubicBezTo>
                <a:cubicBezTo>
                  <a:pt x="21808" y="1"/>
                  <a:pt x="21661" y="116"/>
                  <a:pt x="21620" y="281"/>
                </a:cubicBezTo>
                <a:lnTo>
                  <a:pt x="20514" y="4667"/>
                </a:lnTo>
                <a:cubicBezTo>
                  <a:pt x="19078" y="4958"/>
                  <a:pt x="17678" y="5402"/>
                  <a:pt x="16338" y="5994"/>
                </a:cubicBezTo>
                <a:lnTo>
                  <a:pt x="12903" y="3021"/>
                </a:lnTo>
                <a:cubicBezTo>
                  <a:pt x="12834" y="2961"/>
                  <a:pt x="12747" y="2931"/>
                  <a:pt x="12660" y="2931"/>
                </a:cubicBezTo>
                <a:cubicBezTo>
                  <a:pt x="12586" y="2931"/>
                  <a:pt x="12512" y="2953"/>
                  <a:pt x="12448" y="2997"/>
                </a:cubicBezTo>
                <a:lnTo>
                  <a:pt x="8309" y="5896"/>
                </a:lnTo>
                <a:cubicBezTo>
                  <a:pt x="8168" y="5994"/>
                  <a:pt x="8113" y="6174"/>
                  <a:pt x="8174" y="6334"/>
                </a:cubicBezTo>
                <a:lnTo>
                  <a:pt x="9795" y="10583"/>
                </a:lnTo>
                <a:cubicBezTo>
                  <a:pt x="8787" y="11638"/>
                  <a:pt x="7893" y="12798"/>
                  <a:pt x="7129" y="14042"/>
                </a:cubicBezTo>
                <a:lnTo>
                  <a:pt x="2605" y="13576"/>
                </a:lnTo>
                <a:cubicBezTo>
                  <a:pt x="2592" y="13575"/>
                  <a:pt x="2580" y="13574"/>
                  <a:pt x="2567" y="13574"/>
                </a:cubicBezTo>
                <a:cubicBezTo>
                  <a:pt x="2412" y="13574"/>
                  <a:pt x="2271" y="13672"/>
                  <a:pt x="2218" y="13820"/>
                </a:cubicBezTo>
                <a:lnTo>
                  <a:pt x="489" y="18567"/>
                </a:lnTo>
                <a:cubicBezTo>
                  <a:pt x="431" y="18728"/>
                  <a:pt x="489" y="18906"/>
                  <a:pt x="630" y="19002"/>
                </a:cubicBezTo>
                <a:lnTo>
                  <a:pt x="4372" y="21541"/>
                </a:lnTo>
                <a:cubicBezTo>
                  <a:pt x="4208" y="22593"/>
                  <a:pt x="4123" y="23656"/>
                  <a:pt x="4121" y="24721"/>
                </a:cubicBezTo>
                <a:cubicBezTo>
                  <a:pt x="4121" y="25092"/>
                  <a:pt x="4135" y="25483"/>
                  <a:pt x="4163" y="25931"/>
                </a:cubicBezTo>
                <a:lnTo>
                  <a:pt x="222" y="28130"/>
                </a:lnTo>
                <a:cubicBezTo>
                  <a:pt x="74" y="28213"/>
                  <a:pt x="1" y="28387"/>
                  <a:pt x="45" y="28550"/>
                </a:cubicBezTo>
                <a:lnTo>
                  <a:pt x="1352" y="33433"/>
                </a:lnTo>
                <a:cubicBezTo>
                  <a:pt x="1397" y="33596"/>
                  <a:pt x="1558" y="33699"/>
                  <a:pt x="1716" y="33708"/>
                </a:cubicBezTo>
                <a:lnTo>
                  <a:pt x="6171" y="33651"/>
                </a:lnTo>
                <a:cubicBezTo>
                  <a:pt x="6823" y="34991"/>
                  <a:pt x="7617" y="36256"/>
                  <a:pt x="8544" y="37423"/>
                </a:cubicBezTo>
                <a:lnTo>
                  <a:pt x="6619" y="41420"/>
                </a:lnTo>
                <a:cubicBezTo>
                  <a:pt x="6546" y="41573"/>
                  <a:pt x="6585" y="41756"/>
                  <a:pt x="6716" y="41866"/>
                </a:cubicBezTo>
                <a:lnTo>
                  <a:pt x="10587" y="45114"/>
                </a:lnTo>
                <a:cubicBezTo>
                  <a:pt x="10656" y="45171"/>
                  <a:pt x="10741" y="45200"/>
                  <a:pt x="10827" y="45200"/>
                </a:cubicBezTo>
                <a:cubicBezTo>
                  <a:pt x="10902" y="45200"/>
                  <a:pt x="10978" y="45177"/>
                  <a:pt x="11043" y="45131"/>
                </a:cubicBezTo>
                <a:lnTo>
                  <a:pt x="14599" y="42583"/>
                </a:lnTo>
                <a:cubicBezTo>
                  <a:pt x="15919" y="43321"/>
                  <a:pt x="17317" y="43912"/>
                  <a:pt x="18767" y="44341"/>
                </a:cubicBezTo>
                <a:lnTo>
                  <a:pt x="19482" y="48637"/>
                </a:lnTo>
                <a:cubicBezTo>
                  <a:pt x="19510" y="48804"/>
                  <a:pt x="19647" y="48931"/>
                  <a:pt x="19816" y="48946"/>
                </a:cubicBezTo>
                <a:lnTo>
                  <a:pt x="24850" y="49386"/>
                </a:lnTo>
                <a:cubicBezTo>
                  <a:pt x="24862" y="49387"/>
                  <a:pt x="24872" y="49387"/>
                  <a:pt x="24882" y="49387"/>
                </a:cubicBezTo>
                <a:cubicBezTo>
                  <a:pt x="25040" y="49387"/>
                  <a:pt x="25181" y="49289"/>
                  <a:pt x="25233" y="49141"/>
                </a:cubicBezTo>
                <a:lnTo>
                  <a:pt x="26672" y="45078"/>
                </a:lnTo>
                <a:cubicBezTo>
                  <a:pt x="28195" y="44923"/>
                  <a:pt x="29695" y="44600"/>
                  <a:pt x="31146" y="44110"/>
                </a:cubicBezTo>
                <a:lnTo>
                  <a:pt x="34157" y="47170"/>
                </a:lnTo>
                <a:cubicBezTo>
                  <a:pt x="34229" y="47243"/>
                  <a:pt x="34325" y="47281"/>
                  <a:pt x="34423" y="47281"/>
                </a:cubicBezTo>
                <a:cubicBezTo>
                  <a:pt x="34486" y="47281"/>
                  <a:pt x="34551" y="47265"/>
                  <a:pt x="34609" y="47231"/>
                </a:cubicBezTo>
                <a:lnTo>
                  <a:pt x="38985" y="44705"/>
                </a:lnTo>
                <a:cubicBezTo>
                  <a:pt x="39132" y="44621"/>
                  <a:pt x="39203" y="44447"/>
                  <a:pt x="39159" y="44283"/>
                </a:cubicBezTo>
                <a:lnTo>
                  <a:pt x="38018" y="40158"/>
                </a:lnTo>
                <a:cubicBezTo>
                  <a:pt x="39177" y="39150"/>
                  <a:pt x="40219" y="38014"/>
                  <a:pt x="41125" y="36774"/>
                </a:cubicBezTo>
                <a:lnTo>
                  <a:pt x="45339" y="37551"/>
                </a:lnTo>
                <a:cubicBezTo>
                  <a:pt x="45362" y="37555"/>
                  <a:pt x="45385" y="37557"/>
                  <a:pt x="45407" y="37557"/>
                </a:cubicBezTo>
                <a:cubicBezTo>
                  <a:pt x="45549" y="37557"/>
                  <a:pt x="45681" y="37475"/>
                  <a:pt x="45743" y="37343"/>
                </a:cubicBezTo>
                <a:lnTo>
                  <a:pt x="47878" y="32762"/>
                </a:lnTo>
                <a:cubicBezTo>
                  <a:pt x="47950" y="32609"/>
                  <a:pt x="47908" y="32426"/>
                  <a:pt x="47777" y="32319"/>
                </a:cubicBezTo>
                <a:lnTo>
                  <a:pt x="44470" y="29588"/>
                </a:lnTo>
                <a:cubicBezTo>
                  <a:pt x="44831" y="28101"/>
                  <a:pt x="45026" y="26578"/>
                  <a:pt x="45048" y="25049"/>
                </a:cubicBezTo>
                <a:lnTo>
                  <a:pt x="48979" y="23260"/>
                </a:lnTo>
                <a:cubicBezTo>
                  <a:pt x="49133" y="23188"/>
                  <a:pt x="49219" y="23023"/>
                  <a:pt x="49191" y="22856"/>
                </a:cubicBezTo>
                <a:lnTo>
                  <a:pt x="48312" y="17880"/>
                </a:lnTo>
                <a:cubicBezTo>
                  <a:pt x="48282" y="17713"/>
                  <a:pt x="48144" y="17587"/>
                  <a:pt x="47975" y="17574"/>
                </a:cubicBezTo>
                <a:lnTo>
                  <a:pt x="43636" y="17237"/>
                </a:lnTo>
                <a:cubicBezTo>
                  <a:pt x="43083" y="15830"/>
                  <a:pt x="42375" y="14491"/>
                  <a:pt x="41527" y="13241"/>
                </a:cubicBezTo>
                <a:lnTo>
                  <a:pt x="43762" y="9464"/>
                </a:lnTo>
                <a:cubicBezTo>
                  <a:pt x="43848" y="9317"/>
                  <a:pt x="43826" y="9132"/>
                  <a:pt x="43706" y="9011"/>
                </a:cubicBezTo>
                <a:lnTo>
                  <a:pt x="40133" y="5439"/>
                </a:lnTo>
                <a:cubicBezTo>
                  <a:pt x="40061" y="5367"/>
                  <a:pt x="39966" y="5329"/>
                  <a:pt x="39869" y="5329"/>
                </a:cubicBezTo>
                <a:cubicBezTo>
                  <a:pt x="39804" y="5329"/>
                  <a:pt x="39739" y="5346"/>
                  <a:pt x="39680" y="5381"/>
                </a:cubicBezTo>
                <a:lnTo>
                  <a:pt x="35870" y="7644"/>
                </a:lnTo>
                <a:cubicBezTo>
                  <a:pt x="33635" y="6162"/>
                  <a:pt x="31128" y="5139"/>
                  <a:pt x="28497" y="4634"/>
                </a:cubicBezTo>
                <a:lnTo>
                  <a:pt x="27395" y="280"/>
                </a:lnTo>
                <a:cubicBezTo>
                  <a:pt x="27354" y="116"/>
                  <a:pt x="27207" y="1"/>
                  <a:pt x="270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33"/>
          <p:cNvSpPr/>
          <p:nvPr/>
        </p:nvSpPr>
        <p:spPr>
          <a:xfrm>
            <a:off x="866633" y="142151"/>
            <a:ext cx="823328" cy="826138"/>
          </a:xfrm>
          <a:custGeom>
            <a:rect b="b" l="l" r="r" t="t"/>
            <a:pathLst>
              <a:path extrusionOk="0" h="49388" w="49220">
                <a:moveTo>
                  <a:pt x="24588" y="12476"/>
                </a:moveTo>
                <a:cubicBezTo>
                  <a:pt x="31341" y="12476"/>
                  <a:pt x="36833" y="17970"/>
                  <a:pt x="36833" y="24722"/>
                </a:cubicBezTo>
                <a:cubicBezTo>
                  <a:pt x="36833" y="31474"/>
                  <a:pt x="31341" y="36969"/>
                  <a:pt x="24588" y="36969"/>
                </a:cubicBezTo>
                <a:cubicBezTo>
                  <a:pt x="17836" y="36969"/>
                  <a:pt x="12342" y="31473"/>
                  <a:pt x="12342" y="24722"/>
                </a:cubicBezTo>
                <a:cubicBezTo>
                  <a:pt x="12342" y="17970"/>
                  <a:pt x="17836" y="12476"/>
                  <a:pt x="24588" y="12476"/>
                </a:cubicBezTo>
                <a:close/>
                <a:moveTo>
                  <a:pt x="24587" y="11733"/>
                </a:moveTo>
                <a:cubicBezTo>
                  <a:pt x="17425" y="11733"/>
                  <a:pt x="11600" y="17560"/>
                  <a:pt x="11600" y="24722"/>
                </a:cubicBezTo>
                <a:cubicBezTo>
                  <a:pt x="11600" y="31884"/>
                  <a:pt x="17426" y="37711"/>
                  <a:pt x="24588" y="37711"/>
                </a:cubicBezTo>
                <a:lnTo>
                  <a:pt x="24588" y="37711"/>
                </a:lnTo>
                <a:cubicBezTo>
                  <a:pt x="31751" y="37711"/>
                  <a:pt x="37577" y="31884"/>
                  <a:pt x="37577" y="24722"/>
                </a:cubicBezTo>
                <a:cubicBezTo>
                  <a:pt x="37577" y="17560"/>
                  <a:pt x="31750" y="11733"/>
                  <a:pt x="24587" y="11733"/>
                </a:cubicBezTo>
                <a:close/>
                <a:moveTo>
                  <a:pt x="24588" y="37711"/>
                </a:moveTo>
                <a:cubicBezTo>
                  <a:pt x="24587" y="37711"/>
                  <a:pt x="24587" y="37711"/>
                  <a:pt x="24587" y="37711"/>
                </a:cubicBezTo>
                <a:lnTo>
                  <a:pt x="24588" y="37711"/>
                </a:lnTo>
                <a:cubicBezTo>
                  <a:pt x="24588" y="37711"/>
                  <a:pt x="24588" y="37711"/>
                  <a:pt x="24588" y="37711"/>
                </a:cubicBezTo>
                <a:close/>
                <a:moveTo>
                  <a:pt x="26745" y="743"/>
                </a:moveTo>
                <a:lnTo>
                  <a:pt x="27835" y="5048"/>
                </a:lnTo>
                <a:cubicBezTo>
                  <a:pt x="27870" y="5189"/>
                  <a:pt x="27985" y="5296"/>
                  <a:pt x="28129" y="5323"/>
                </a:cubicBezTo>
                <a:cubicBezTo>
                  <a:pt x="30843" y="5814"/>
                  <a:pt x="33373" y="6848"/>
                  <a:pt x="35648" y="8391"/>
                </a:cubicBezTo>
                <a:cubicBezTo>
                  <a:pt x="35711" y="8434"/>
                  <a:pt x="35784" y="8455"/>
                  <a:pt x="35857" y="8455"/>
                </a:cubicBezTo>
                <a:cubicBezTo>
                  <a:pt x="35922" y="8455"/>
                  <a:pt x="35988" y="8438"/>
                  <a:pt x="36046" y="8403"/>
                </a:cubicBezTo>
                <a:lnTo>
                  <a:pt x="39812" y="6168"/>
                </a:lnTo>
                <a:lnTo>
                  <a:pt x="42977" y="9334"/>
                </a:lnTo>
                <a:lnTo>
                  <a:pt x="40767" y="13067"/>
                </a:lnTo>
                <a:cubicBezTo>
                  <a:pt x="40693" y="13192"/>
                  <a:pt x="40699" y="13349"/>
                  <a:pt x="40782" y="13468"/>
                </a:cubicBezTo>
                <a:cubicBezTo>
                  <a:pt x="41701" y="14788"/>
                  <a:pt x="42455" y="16216"/>
                  <a:pt x="43027" y="17721"/>
                </a:cubicBezTo>
                <a:cubicBezTo>
                  <a:pt x="43078" y="17854"/>
                  <a:pt x="43202" y="17948"/>
                  <a:pt x="43346" y="17960"/>
                </a:cubicBezTo>
                <a:lnTo>
                  <a:pt x="47632" y="18292"/>
                </a:lnTo>
                <a:lnTo>
                  <a:pt x="48410" y="22701"/>
                </a:lnTo>
                <a:lnTo>
                  <a:pt x="44528" y="24470"/>
                </a:lnTo>
                <a:cubicBezTo>
                  <a:pt x="44396" y="24531"/>
                  <a:pt x="44311" y="24661"/>
                  <a:pt x="44310" y="24807"/>
                </a:cubicBezTo>
                <a:cubicBezTo>
                  <a:pt x="44304" y="26434"/>
                  <a:pt x="44099" y="28056"/>
                  <a:pt x="43695" y="29633"/>
                </a:cubicBezTo>
                <a:cubicBezTo>
                  <a:pt x="43660" y="29773"/>
                  <a:pt x="43707" y="29920"/>
                  <a:pt x="43818" y="30012"/>
                </a:cubicBezTo>
                <a:lnTo>
                  <a:pt x="47085" y="32708"/>
                </a:lnTo>
                <a:lnTo>
                  <a:pt x="45194" y="36768"/>
                </a:lnTo>
                <a:lnTo>
                  <a:pt x="41030" y="36000"/>
                </a:lnTo>
                <a:cubicBezTo>
                  <a:pt x="41007" y="35996"/>
                  <a:pt x="40984" y="35994"/>
                  <a:pt x="40961" y="35994"/>
                </a:cubicBezTo>
                <a:cubicBezTo>
                  <a:pt x="40842" y="35994"/>
                  <a:pt x="40728" y="36051"/>
                  <a:pt x="40659" y="36150"/>
                </a:cubicBezTo>
                <a:cubicBezTo>
                  <a:pt x="39711" y="37481"/>
                  <a:pt x="38602" y="38688"/>
                  <a:pt x="37359" y="39747"/>
                </a:cubicBezTo>
                <a:cubicBezTo>
                  <a:pt x="37248" y="39841"/>
                  <a:pt x="37202" y="39989"/>
                  <a:pt x="37240" y="40129"/>
                </a:cubicBezTo>
                <a:lnTo>
                  <a:pt x="38366" y="44205"/>
                </a:lnTo>
                <a:lnTo>
                  <a:pt x="34486" y="46444"/>
                </a:lnTo>
                <a:lnTo>
                  <a:pt x="31513" y="43421"/>
                </a:lnTo>
                <a:cubicBezTo>
                  <a:pt x="31441" y="43349"/>
                  <a:pt x="31346" y="43310"/>
                  <a:pt x="31248" y="43310"/>
                </a:cubicBezTo>
                <a:cubicBezTo>
                  <a:pt x="31207" y="43310"/>
                  <a:pt x="31165" y="43317"/>
                  <a:pt x="31124" y="43332"/>
                </a:cubicBezTo>
                <a:cubicBezTo>
                  <a:pt x="29588" y="43869"/>
                  <a:pt x="27990" y="44215"/>
                  <a:pt x="26369" y="44361"/>
                </a:cubicBezTo>
                <a:cubicBezTo>
                  <a:pt x="26223" y="44373"/>
                  <a:pt x="26100" y="44469"/>
                  <a:pt x="26051" y="44606"/>
                </a:cubicBezTo>
                <a:lnTo>
                  <a:pt x="24629" y="48621"/>
                </a:lnTo>
                <a:lnTo>
                  <a:pt x="20168" y="48230"/>
                </a:lnTo>
                <a:lnTo>
                  <a:pt x="19464" y="43988"/>
                </a:lnTo>
                <a:cubicBezTo>
                  <a:pt x="19440" y="43847"/>
                  <a:pt x="19338" y="43731"/>
                  <a:pt x="19198" y="43691"/>
                </a:cubicBezTo>
                <a:cubicBezTo>
                  <a:pt x="17649" y="43251"/>
                  <a:pt x="16160" y="42623"/>
                  <a:pt x="14764" y="41820"/>
                </a:cubicBezTo>
                <a:cubicBezTo>
                  <a:pt x="14706" y="41787"/>
                  <a:pt x="14642" y="41770"/>
                  <a:pt x="14578" y="41770"/>
                </a:cubicBezTo>
                <a:cubicBezTo>
                  <a:pt x="14502" y="41770"/>
                  <a:pt x="14426" y="41793"/>
                  <a:pt x="14362" y="41839"/>
                </a:cubicBezTo>
                <a:lnTo>
                  <a:pt x="10845" y="44358"/>
                </a:lnTo>
                <a:lnTo>
                  <a:pt x="7415" y="41481"/>
                </a:lnTo>
                <a:lnTo>
                  <a:pt x="9316" y="37534"/>
                </a:lnTo>
                <a:cubicBezTo>
                  <a:pt x="9378" y="37404"/>
                  <a:pt x="9359" y="37251"/>
                  <a:pt x="9268" y="37138"/>
                </a:cubicBezTo>
                <a:cubicBezTo>
                  <a:pt x="8267" y="35905"/>
                  <a:pt x="7418" y="34554"/>
                  <a:pt x="6741" y="33117"/>
                </a:cubicBezTo>
                <a:cubicBezTo>
                  <a:pt x="6679" y="32986"/>
                  <a:pt x="6542" y="32915"/>
                  <a:pt x="6399" y="32904"/>
                </a:cubicBezTo>
                <a:lnTo>
                  <a:pt x="1997" y="32961"/>
                </a:lnTo>
                <a:lnTo>
                  <a:pt x="840" y="28638"/>
                </a:lnTo>
                <a:lnTo>
                  <a:pt x="4730" y="26466"/>
                </a:lnTo>
                <a:cubicBezTo>
                  <a:pt x="4857" y="26396"/>
                  <a:pt x="4931" y="26259"/>
                  <a:pt x="4920" y="26115"/>
                </a:cubicBezTo>
                <a:cubicBezTo>
                  <a:pt x="4882" y="25582"/>
                  <a:pt x="4865" y="25140"/>
                  <a:pt x="4865" y="24722"/>
                </a:cubicBezTo>
                <a:cubicBezTo>
                  <a:pt x="4867" y="23617"/>
                  <a:pt x="4960" y="22516"/>
                  <a:pt x="5145" y="21429"/>
                </a:cubicBezTo>
                <a:cubicBezTo>
                  <a:pt x="5168" y="21285"/>
                  <a:pt x="5106" y="21141"/>
                  <a:pt x="4986" y="21059"/>
                </a:cubicBezTo>
                <a:lnTo>
                  <a:pt x="1287" y="18549"/>
                </a:lnTo>
                <a:lnTo>
                  <a:pt x="2818" y="14345"/>
                </a:lnTo>
                <a:lnTo>
                  <a:pt x="7286" y="14806"/>
                </a:lnTo>
                <a:cubicBezTo>
                  <a:pt x="7299" y="14807"/>
                  <a:pt x="7312" y="14808"/>
                  <a:pt x="7324" y="14808"/>
                </a:cubicBezTo>
                <a:cubicBezTo>
                  <a:pt x="7454" y="14808"/>
                  <a:pt x="7576" y="14740"/>
                  <a:pt x="7644" y="14628"/>
                </a:cubicBezTo>
                <a:cubicBezTo>
                  <a:pt x="8444" y="13287"/>
                  <a:pt x="9400" y="12047"/>
                  <a:pt x="10493" y="10932"/>
                </a:cubicBezTo>
                <a:cubicBezTo>
                  <a:pt x="10594" y="10828"/>
                  <a:pt x="10627" y="10675"/>
                  <a:pt x="10575" y="10540"/>
                </a:cubicBezTo>
                <a:lnTo>
                  <a:pt x="8971" y="6339"/>
                </a:lnTo>
                <a:lnTo>
                  <a:pt x="12638" y="3773"/>
                </a:lnTo>
                <a:lnTo>
                  <a:pt x="16031" y="6710"/>
                </a:lnTo>
                <a:cubicBezTo>
                  <a:pt x="16100" y="6770"/>
                  <a:pt x="16187" y="6801"/>
                  <a:pt x="16274" y="6801"/>
                </a:cubicBezTo>
                <a:cubicBezTo>
                  <a:pt x="16326" y="6801"/>
                  <a:pt x="16378" y="6790"/>
                  <a:pt x="16427" y="6768"/>
                </a:cubicBezTo>
                <a:cubicBezTo>
                  <a:pt x="17853" y="6119"/>
                  <a:pt x="19350" y="5644"/>
                  <a:pt x="20887" y="5351"/>
                </a:cubicBezTo>
                <a:cubicBezTo>
                  <a:pt x="21029" y="5323"/>
                  <a:pt x="21142" y="5216"/>
                  <a:pt x="21178" y="5076"/>
                </a:cubicBezTo>
                <a:lnTo>
                  <a:pt x="22270" y="743"/>
                </a:lnTo>
                <a:close/>
                <a:moveTo>
                  <a:pt x="27037" y="1"/>
                </a:moveTo>
                <a:cubicBezTo>
                  <a:pt x="27036" y="1"/>
                  <a:pt x="27035" y="1"/>
                  <a:pt x="27034" y="1"/>
                </a:cubicBezTo>
                <a:lnTo>
                  <a:pt x="21981" y="1"/>
                </a:lnTo>
                <a:cubicBezTo>
                  <a:pt x="21980" y="1"/>
                  <a:pt x="21979" y="1"/>
                  <a:pt x="21978" y="1"/>
                </a:cubicBezTo>
                <a:cubicBezTo>
                  <a:pt x="21808" y="1"/>
                  <a:pt x="21661" y="116"/>
                  <a:pt x="21620" y="281"/>
                </a:cubicBezTo>
                <a:lnTo>
                  <a:pt x="20514" y="4667"/>
                </a:lnTo>
                <a:cubicBezTo>
                  <a:pt x="19078" y="4958"/>
                  <a:pt x="17678" y="5402"/>
                  <a:pt x="16338" y="5994"/>
                </a:cubicBezTo>
                <a:lnTo>
                  <a:pt x="12903" y="3021"/>
                </a:lnTo>
                <a:cubicBezTo>
                  <a:pt x="12834" y="2961"/>
                  <a:pt x="12747" y="2931"/>
                  <a:pt x="12660" y="2931"/>
                </a:cubicBezTo>
                <a:cubicBezTo>
                  <a:pt x="12586" y="2931"/>
                  <a:pt x="12512" y="2953"/>
                  <a:pt x="12448" y="2997"/>
                </a:cubicBezTo>
                <a:lnTo>
                  <a:pt x="8309" y="5896"/>
                </a:lnTo>
                <a:cubicBezTo>
                  <a:pt x="8168" y="5994"/>
                  <a:pt x="8113" y="6174"/>
                  <a:pt x="8174" y="6334"/>
                </a:cubicBezTo>
                <a:lnTo>
                  <a:pt x="9795" y="10583"/>
                </a:lnTo>
                <a:cubicBezTo>
                  <a:pt x="8787" y="11638"/>
                  <a:pt x="7893" y="12798"/>
                  <a:pt x="7129" y="14042"/>
                </a:cubicBezTo>
                <a:lnTo>
                  <a:pt x="2605" y="13576"/>
                </a:lnTo>
                <a:cubicBezTo>
                  <a:pt x="2592" y="13575"/>
                  <a:pt x="2580" y="13574"/>
                  <a:pt x="2567" y="13574"/>
                </a:cubicBezTo>
                <a:cubicBezTo>
                  <a:pt x="2412" y="13574"/>
                  <a:pt x="2271" y="13672"/>
                  <a:pt x="2218" y="13820"/>
                </a:cubicBezTo>
                <a:lnTo>
                  <a:pt x="489" y="18567"/>
                </a:lnTo>
                <a:cubicBezTo>
                  <a:pt x="431" y="18728"/>
                  <a:pt x="489" y="18906"/>
                  <a:pt x="630" y="19002"/>
                </a:cubicBezTo>
                <a:lnTo>
                  <a:pt x="4372" y="21541"/>
                </a:lnTo>
                <a:cubicBezTo>
                  <a:pt x="4208" y="22593"/>
                  <a:pt x="4123" y="23656"/>
                  <a:pt x="4121" y="24721"/>
                </a:cubicBezTo>
                <a:cubicBezTo>
                  <a:pt x="4121" y="25092"/>
                  <a:pt x="4135" y="25483"/>
                  <a:pt x="4163" y="25931"/>
                </a:cubicBezTo>
                <a:lnTo>
                  <a:pt x="222" y="28130"/>
                </a:lnTo>
                <a:cubicBezTo>
                  <a:pt x="74" y="28213"/>
                  <a:pt x="1" y="28387"/>
                  <a:pt x="45" y="28550"/>
                </a:cubicBezTo>
                <a:lnTo>
                  <a:pt x="1352" y="33433"/>
                </a:lnTo>
                <a:cubicBezTo>
                  <a:pt x="1397" y="33596"/>
                  <a:pt x="1558" y="33699"/>
                  <a:pt x="1716" y="33708"/>
                </a:cubicBezTo>
                <a:lnTo>
                  <a:pt x="6171" y="33651"/>
                </a:lnTo>
                <a:cubicBezTo>
                  <a:pt x="6823" y="34991"/>
                  <a:pt x="7617" y="36256"/>
                  <a:pt x="8544" y="37423"/>
                </a:cubicBezTo>
                <a:lnTo>
                  <a:pt x="6619" y="41420"/>
                </a:lnTo>
                <a:cubicBezTo>
                  <a:pt x="6546" y="41573"/>
                  <a:pt x="6585" y="41756"/>
                  <a:pt x="6716" y="41866"/>
                </a:cubicBezTo>
                <a:lnTo>
                  <a:pt x="10587" y="45114"/>
                </a:lnTo>
                <a:cubicBezTo>
                  <a:pt x="10656" y="45171"/>
                  <a:pt x="10741" y="45200"/>
                  <a:pt x="10827" y="45200"/>
                </a:cubicBezTo>
                <a:cubicBezTo>
                  <a:pt x="10902" y="45200"/>
                  <a:pt x="10978" y="45177"/>
                  <a:pt x="11043" y="45131"/>
                </a:cubicBezTo>
                <a:lnTo>
                  <a:pt x="14599" y="42583"/>
                </a:lnTo>
                <a:cubicBezTo>
                  <a:pt x="15919" y="43321"/>
                  <a:pt x="17317" y="43912"/>
                  <a:pt x="18767" y="44341"/>
                </a:cubicBezTo>
                <a:lnTo>
                  <a:pt x="19482" y="48637"/>
                </a:lnTo>
                <a:cubicBezTo>
                  <a:pt x="19510" y="48804"/>
                  <a:pt x="19647" y="48931"/>
                  <a:pt x="19816" y="48946"/>
                </a:cubicBezTo>
                <a:lnTo>
                  <a:pt x="24850" y="49386"/>
                </a:lnTo>
                <a:cubicBezTo>
                  <a:pt x="24862" y="49387"/>
                  <a:pt x="24872" y="49387"/>
                  <a:pt x="24882" y="49387"/>
                </a:cubicBezTo>
                <a:cubicBezTo>
                  <a:pt x="25040" y="49387"/>
                  <a:pt x="25181" y="49289"/>
                  <a:pt x="25233" y="49141"/>
                </a:cubicBezTo>
                <a:lnTo>
                  <a:pt x="26672" y="45078"/>
                </a:lnTo>
                <a:cubicBezTo>
                  <a:pt x="28195" y="44923"/>
                  <a:pt x="29695" y="44600"/>
                  <a:pt x="31146" y="44110"/>
                </a:cubicBezTo>
                <a:lnTo>
                  <a:pt x="34157" y="47170"/>
                </a:lnTo>
                <a:cubicBezTo>
                  <a:pt x="34229" y="47243"/>
                  <a:pt x="34325" y="47281"/>
                  <a:pt x="34423" y="47281"/>
                </a:cubicBezTo>
                <a:cubicBezTo>
                  <a:pt x="34486" y="47281"/>
                  <a:pt x="34551" y="47265"/>
                  <a:pt x="34609" y="47231"/>
                </a:cubicBezTo>
                <a:lnTo>
                  <a:pt x="38985" y="44705"/>
                </a:lnTo>
                <a:cubicBezTo>
                  <a:pt x="39132" y="44621"/>
                  <a:pt x="39203" y="44447"/>
                  <a:pt x="39159" y="44283"/>
                </a:cubicBezTo>
                <a:lnTo>
                  <a:pt x="38018" y="40158"/>
                </a:lnTo>
                <a:cubicBezTo>
                  <a:pt x="39177" y="39150"/>
                  <a:pt x="40219" y="38014"/>
                  <a:pt x="41125" y="36774"/>
                </a:cubicBezTo>
                <a:lnTo>
                  <a:pt x="45339" y="37551"/>
                </a:lnTo>
                <a:cubicBezTo>
                  <a:pt x="45362" y="37555"/>
                  <a:pt x="45385" y="37557"/>
                  <a:pt x="45407" y="37557"/>
                </a:cubicBezTo>
                <a:cubicBezTo>
                  <a:pt x="45549" y="37557"/>
                  <a:pt x="45681" y="37475"/>
                  <a:pt x="45743" y="37343"/>
                </a:cubicBezTo>
                <a:lnTo>
                  <a:pt x="47878" y="32762"/>
                </a:lnTo>
                <a:cubicBezTo>
                  <a:pt x="47950" y="32609"/>
                  <a:pt x="47908" y="32426"/>
                  <a:pt x="47777" y="32319"/>
                </a:cubicBezTo>
                <a:lnTo>
                  <a:pt x="44470" y="29588"/>
                </a:lnTo>
                <a:cubicBezTo>
                  <a:pt x="44831" y="28101"/>
                  <a:pt x="45026" y="26578"/>
                  <a:pt x="45048" y="25049"/>
                </a:cubicBezTo>
                <a:lnTo>
                  <a:pt x="48979" y="23260"/>
                </a:lnTo>
                <a:cubicBezTo>
                  <a:pt x="49133" y="23188"/>
                  <a:pt x="49219" y="23023"/>
                  <a:pt x="49191" y="22856"/>
                </a:cubicBezTo>
                <a:lnTo>
                  <a:pt x="48312" y="17880"/>
                </a:lnTo>
                <a:cubicBezTo>
                  <a:pt x="48282" y="17713"/>
                  <a:pt x="48144" y="17587"/>
                  <a:pt x="47975" y="17574"/>
                </a:cubicBezTo>
                <a:lnTo>
                  <a:pt x="43636" y="17237"/>
                </a:lnTo>
                <a:cubicBezTo>
                  <a:pt x="43083" y="15830"/>
                  <a:pt x="42375" y="14491"/>
                  <a:pt x="41527" y="13241"/>
                </a:cubicBezTo>
                <a:lnTo>
                  <a:pt x="43762" y="9464"/>
                </a:lnTo>
                <a:cubicBezTo>
                  <a:pt x="43848" y="9317"/>
                  <a:pt x="43826" y="9132"/>
                  <a:pt x="43706" y="9011"/>
                </a:cubicBezTo>
                <a:lnTo>
                  <a:pt x="40133" y="5439"/>
                </a:lnTo>
                <a:cubicBezTo>
                  <a:pt x="40061" y="5367"/>
                  <a:pt x="39966" y="5329"/>
                  <a:pt x="39869" y="5329"/>
                </a:cubicBezTo>
                <a:cubicBezTo>
                  <a:pt x="39804" y="5329"/>
                  <a:pt x="39739" y="5346"/>
                  <a:pt x="39680" y="5381"/>
                </a:cubicBezTo>
                <a:lnTo>
                  <a:pt x="35870" y="7644"/>
                </a:lnTo>
                <a:cubicBezTo>
                  <a:pt x="33635" y="6162"/>
                  <a:pt x="31128" y="5139"/>
                  <a:pt x="28497" y="4634"/>
                </a:cubicBezTo>
                <a:lnTo>
                  <a:pt x="27395" y="280"/>
                </a:lnTo>
                <a:cubicBezTo>
                  <a:pt x="27354" y="116"/>
                  <a:pt x="27207" y="1"/>
                  <a:pt x="270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33"/>
          <p:cNvSpPr/>
          <p:nvPr/>
        </p:nvSpPr>
        <p:spPr>
          <a:xfrm>
            <a:off x="866620" y="144164"/>
            <a:ext cx="823328" cy="826138"/>
          </a:xfrm>
          <a:custGeom>
            <a:rect b="b" l="l" r="r" t="t"/>
            <a:pathLst>
              <a:path extrusionOk="0" h="49388" w="49220">
                <a:moveTo>
                  <a:pt x="24588" y="12476"/>
                </a:moveTo>
                <a:cubicBezTo>
                  <a:pt x="31341" y="12476"/>
                  <a:pt x="36833" y="17970"/>
                  <a:pt x="36833" y="24722"/>
                </a:cubicBezTo>
                <a:cubicBezTo>
                  <a:pt x="36833" y="31474"/>
                  <a:pt x="31341" y="36969"/>
                  <a:pt x="24588" y="36969"/>
                </a:cubicBezTo>
                <a:cubicBezTo>
                  <a:pt x="17836" y="36969"/>
                  <a:pt x="12342" y="31473"/>
                  <a:pt x="12342" y="24722"/>
                </a:cubicBezTo>
                <a:cubicBezTo>
                  <a:pt x="12342" y="17970"/>
                  <a:pt x="17836" y="12476"/>
                  <a:pt x="24588" y="12476"/>
                </a:cubicBezTo>
                <a:close/>
                <a:moveTo>
                  <a:pt x="24587" y="11733"/>
                </a:moveTo>
                <a:cubicBezTo>
                  <a:pt x="17425" y="11733"/>
                  <a:pt x="11600" y="17560"/>
                  <a:pt x="11600" y="24722"/>
                </a:cubicBezTo>
                <a:cubicBezTo>
                  <a:pt x="11600" y="31884"/>
                  <a:pt x="17426" y="37711"/>
                  <a:pt x="24588" y="37711"/>
                </a:cubicBezTo>
                <a:lnTo>
                  <a:pt x="24588" y="37711"/>
                </a:lnTo>
                <a:cubicBezTo>
                  <a:pt x="31751" y="37711"/>
                  <a:pt x="37577" y="31884"/>
                  <a:pt x="37577" y="24722"/>
                </a:cubicBezTo>
                <a:cubicBezTo>
                  <a:pt x="37577" y="17560"/>
                  <a:pt x="31750" y="11733"/>
                  <a:pt x="24587" y="11733"/>
                </a:cubicBezTo>
                <a:close/>
                <a:moveTo>
                  <a:pt x="24588" y="37711"/>
                </a:moveTo>
                <a:cubicBezTo>
                  <a:pt x="24587" y="37711"/>
                  <a:pt x="24587" y="37711"/>
                  <a:pt x="24587" y="37711"/>
                </a:cubicBezTo>
                <a:lnTo>
                  <a:pt x="24588" y="37711"/>
                </a:lnTo>
                <a:cubicBezTo>
                  <a:pt x="24588" y="37711"/>
                  <a:pt x="24588" y="37711"/>
                  <a:pt x="24588" y="37711"/>
                </a:cubicBezTo>
                <a:close/>
                <a:moveTo>
                  <a:pt x="26745" y="743"/>
                </a:moveTo>
                <a:lnTo>
                  <a:pt x="27835" y="5048"/>
                </a:lnTo>
                <a:cubicBezTo>
                  <a:pt x="27870" y="5189"/>
                  <a:pt x="27985" y="5296"/>
                  <a:pt x="28129" y="5323"/>
                </a:cubicBezTo>
                <a:cubicBezTo>
                  <a:pt x="30843" y="5814"/>
                  <a:pt x="33373" y="6848"/>
                  <a:pt x="35648" y="8391"/>
                </a:cubicBezTo>
                <a:cubicBezTo>
                  <a:pt x="35711" y="8434"/>
                  <a:pt x="35784" y="8455"/>
                  <a:pt x="35857" y="8455"/>
                </a:cubicBezTo>
                <a:cubicBezTo>
                  <a:pt x="35922" y="8455"/>
                  <a:pt x="35988" y="8438"/>
                  <a:pt x="36046" y="8403"/>
                </a:cubicBezTo>
                <a:lnTo>
                  <a:pt x="39812" y="6168"/>
                </a:lnTo>
                <a:lnTo>
                  <a:pt x="42977" y="9334"/>
                </a:lnTo>
                <a:lnTo>
                  <a:pt x="40767" y="13067"/>
                </a:lnTo>
                <a:cubicBezTo>
                  <a:pt x="40693" y="13192"/>
                  <a:pt x="40699" y="13349"/>
                  <a:pt x="40782" y="13468"/>
                </a:cubicBezTo>
                <a:cubicBezTo>
                  <a:pt x="41701" y="14788"/>
                  <a:pt x="42455" y="16216"/>
                  <a:pt x="43027" y="17721"/>
                </a:cubicBezTo>
                <a:cubicBezTo>
                  <a:pt x="43078" y="17854"/>
                  <a:pt x="43202" y="17948"/>
                  <a:pt x="43346" y="17960"/>
                </a:cubicBezTo>
                <a:lnTo>
                  <a:pt x="47632" y="18292"/>
                </a:lnTo>
                <a:lnTo>
                  <a:pt x="48410" y="22701"/>
                </a:lnTo>
                <a:lnTo>
                  <a:pt x="44528" y="24470"/>
                </a:lnTo>
                <a:cubicBezTo>
                  <a:pt x="44396" y="24531"/>
                  <a:pt x="44311" y="24661"/>
                  <a:pt x="44310" y="24807"/>
                </a:cubicBezTo>
                <a:cubicBezTo>
                  <a:pt x="44304" y="26434"/>
                  <a:pt x="44099" y="28056"/>
                  <a:pt x="43695" y="29633"/>
                </a:cubicBezTo>
                <a:cubicBezTo>
                  <a:pt x="43660" y="29773"/>
                  <a:pt x="43707" y="29920"/>
                  <a:pt x="43818" y="30012"/>
                </a:cubicBezTo>
                <a:lnTo>
                  <a:pt x="47085" y="32708"/>
                </a:lnTo>
                <a:lnTo>
                  <a:pt x="45194" y="36768"/>
                </a:lnTo>
                <a:lnTo>
                  <a:pt x="41030" y="36000"/>
                </a:lnTo>
                <a:cubicBezTo>
                  <a:pt x="41007" y="35996"/>
                  <a:pt x="40984" y="35994"/>
                  <a:pt x="40961" y="35994"/>
                </a:cubicBezTo>
                <a:cubicBezTo>
                  <a:pt x="40842" y="35994"/>
                  <a:pt x="40728" y="36051"/>
                  <a:pt x="40659" y="36150"/>
                </a:cubicBezTo>
                <a:cubicBezTo>
                  <a:pt x="39711" y="37481"/>
                  <a:pt x="38602" y="38688"/>
                  <a:pt x="37359" y="39747"/>
                </a:cubicBezTo>
                <a:cubicBezTo>
                  <a:pt x="37248" y="39841"/>
                  <a:pt x="37202" y="39989"/>
                  <a:pt x="37240" y="40129"/>
                </a:cubicBezTo>
                <a:lnTo>
                  <a:pt x="38366" y="44205"/>
                </a:lnTo>
                <a:lnTo>
                  <a:pt x="34486" y="46444"/>
                </a:lnTo>
                <a:lnTo>
                  <a:pt x="31513" y="43421"/>
                </a:lnTo>
                <a:cubicBezTo>
                  <a:pt x="31441" y="43349"/>
                  <a:pt x="31346" y="43310"/>
                  <a:pt x="31248" y="43310"/>
                </a:cubicBezTo>
                <a:cubicBezTo>
                  <a:pt x="31207" y="43310"/>
                  <a:pt x="31165" y="43317"/>
                  <a:pt x="31124" y="43332"/>
                </a:cubicBezTo>
                <a:cubicBezTo>
                  <a:pt x="29588" y="43869"/>
                  <a:pt x="27990" y="44215"/>
                  <a:pt x="26369" y="44361"/>
                </a:cubicBezTo>
                <a:cubicBezTo>
                  <a:pt x="26223" y="44373"/>
                  <a:pt x="26100" y="44469"/>
                  <a:pt x="26051" y="44606"/>
                </a:cubicBezTo>
                <a:lnTo>
                  <a:pt x="24629" y="48621"/>
                </a:lnTo>
                <a:lnTo>
                  <a:pt x="20168" y="48230"/>
                </a:lnTo>
                <a:lnTo>
                  <a:pt x="19464" y="43988"/>
                </a:lnTo>
                <a:cubicBezTo>
                  <a:pt x="19440" y="43847"/>
                  <a:pt x="19338" y="43731"/>
                  <a:pt x="19198" y="43691"/>
                </a:cubicBezTo>
                <a:cubicBezTo>
                  <a:pt x="17649" y="43251"/>
                  <a:pt x="16160" y="42623"/>
                  <a:pt x="14764" y="41820"/>
                </a:cubicBezTo>
                <a:cubicBezTo>
                  <a:pt x="14706" y="41787"/>
                  <a:pt x="14642" y="41770"/>
                  <a:pt x="14578" y="41770"/>
                </a:cubicBezTo>
                <a:cubicBezTo>
                  <a:pt x="14502" y="41770"/>
                  <a:pt x="14426" y="41793"/>
                  <a:pt x="14362" y="41839"/>
                </a:cubicBezTo>
                <a:lnTo>
                  <a:pt x="10845" y="44358"/>
                </a:lnTo>
                <a:lnTo>
                  <a:pt x="7415" y="41481"/>
                </a:lnTo>
                <a:lnTo>
                  <a:pt x="9316" y="37534"/>
                </a:lnTo>
                <a:cubicBezTo>
                  <a:pt x="9378" y="37404"/>
                  <a:pt x="9359" y="37251"/>
                  <a:pt x="9268" y="37138"/>
                </a:cubicBezTo>
                <a:cubicBezTo>
                  <a:pt x="8267" y="35905"/>
                  <a:pt x="7418" y="34554"/>
                  <a:pt x="6741" y="33117"/>
                </a:cubicBezTo>
                <a:cubicBezTo>
                  <a:pt x="6679" y="32986"/>
                  <a:pt x="6542" y="32915"/>
                  <a:pt x="6399" y="32904"/>
                </a:cubicBezTo>
                <a:lnTo>
                  <a:pt x="1997" y="32961"/>
                </a:lnTo>
                <a:lnTo>
                  <a:pt x="840" y="28638"/>
                </a:lnTo>
                <a:lnTo>
                  <a:pt x="4730" y="26466"/>
                </a:lnTo>
                <a:cubicBezTo>
                  <a:pt x="4857" y="26396"/>
                  <a:pt x="4931" y="26259"/>
                  <a:pt x="4920" y="26115"/>
                </a:cubicBezTo>
                <a:cubicBezTo>
                  <a:pt x="4882" y="25582"/>
                  <a:pt x="4865" y="25140"/>
                  <a:pt x="4865" y="24722"/>
                </a:cubicBezTo>
                <a:cubicBezTo>
                  <a:pt x="4867" y="23617"/>
                  <a:pt x="4960" y="22516"/>
                  <a:pt x="5145" y="21429"/>
                </a:cubicBezTo>
                <a:cubicBezTo>
                  <a:pt x="5168" y="21285"/>
                  <a:pt x="5106" y="21141"/>
                  <a:pt x="4986" y="21059"/>
                </a:cubicBezTo>
                <a:lnTo>
                  <a:pt x="1287" y="18549"/>
                </a:lnTo>
                <a:lnTo>
                  <a:pt x="2818" y="14345"/>
                </a:lnTo>
                <a:lnTo>
                  <a:pt x="7286" y="14806"/>
                </a:lnTo>
                <a:cubicBezTo>
                  <a:pt x="7299" y="14807"/>
                  <a:pt x="7312" y="14808"/>
                  <a:pt x="7324" y="14808"/>
                </a:cubicBezTo>
                <a:cubicBezTo>
                  <a:pt x="7454" y="14808"/>
                  <a:pt x="7576" y="14740"/>
                  <a:pt x="7644" y="14628"/>
                </a:cubicBezTo>
                <a:cubicBezTo>
                  <a:pt x="8444" y="13287"/>
                  <a:pt x="9400" y="12047"/>
                  <a:pt x="10493" y="10932"/>
                </a:cubicBezTo>
                <a:cubicBezTo>
                  <a:pt x="10594" y="10828"/>
                  <a:pt x="10627" y="10675"/>
                  <a:pt x="10575" y="10540"/>
                </a:cubicBezTo>
                <a:lnTo>
                  <a:pt x="8971" y="6339"/>
                </a:lnTo>
                <a:lnTo>
                  <a:pt x="12638" y="3773"/>
                </a:lnTo>
                <a:lnTo>
                  <a:pt x="16031" y="6710"/>
                </a:lnTo>
                <a:cubicBezTo>
                  <a:pt x="16100" y="6770"/>
                  <a:pt x="16187" y="6801"/>
                  <a:pt x="16274" y="6801"/>
                </a:cubicBezTo>
                <a:cubicBezTo>
                  <a:pt x="16326" y="6801"/>
                  <a:pt x="16378" y="6790"/>
                  <a:pt x="16427" y="6768"/>
                </a:cubicBezTo>
                <a:cubicBezTo>
                  <a:pt x="17853" y="6119"/>
                  <a:pt x="19350" y="5644"/>
                  <a:pt x="20887" y="5351"/>
                </a:cubicBezTo>
                <a:cubicBezTo>
                  <a:pt x="21029" y="5323"/>
                  <a:pt x="21142" y="5216"/>
                  <a:pt x="21178" y="5076"/>
                </a:cubicBezTo>
                <a:lnTo>
                  <a:pt x="22270" y="743"/>
                </a:lnTo>
                <a:close/>
                <a:moveTo>
                  <a:pt x="27037" y="1"/>
                </a:moveTo>
                <a:cubicBezTo>
                  <a:pt x="27036" y="1"/>
                  <a:pt x="27035" y="1"/>
                  <a:pt x="27034" y="1"/>
                </a:cubicBezTo>
                <a:lnTo>
                  <a:pt x="21981" y="1"/>
                </a:lnTo>
                <a:cubicBezTo>
                  <a:pt x="21980" y="1"/>
                  <a:pt x="21979" y="1"/>
                  <a:pt x="21978" y="1"/>
                </a:cubicBezTo>
                <a:cubicBezTo>
                  <a:pt x="21808" y="1"/>
                  <a:pt x="21661" y="116"/>
                  <a:pt x="21620" y="281"/>
                </a:cubicBezTo>
                <a:lnTo>
                  <a:pt x="20514" y="4667"/>
                </a:lnTo>
                <a:cubicBezTo>
                  <a:pt x="19078" y="4958"/>
                  <a:pt x="17678" y="5402"/>
                  <a:pt x="16338" y="5994"/>
                </a:cubicBezTo>
                <a:lnTo>
                  <a:pt x="12903" y="3021"/>
                </a:lnTo>
                <a:cubicBezTo>
                  <a:pt x="12834" y="2961"/>
                  <a:pt x="12747" y="2931"/>
                  <a:pt x="12660" y="2931"/>
                </a:cubicBezTo>
                <a:cubicBezTo>
                  <a:pt x="12586" y="2931"/>
                  <a:pt x="12512" y="2953"/>
                  <a:pt x="12448" y="2997"/>
                </a:cubicBezTo>
                <a:lnTo>
                  <a:pt x="8309" y="5896"/>
                </a:lnTo>
                <a:cubicBezTo>
                  <a:pt x="8168" y="5994"/>
                  <a:pt x="8113" y="6174"/>
                  <a:pt x="8174" y="6334"/>
                </a:cubicBezTo>
                <a:lnTo>
                  <a:pt x="9795" y="10583"/>
                </a:lnTo>
                <a:cubicBezTo>
                  <a:pt x="8787" y="11638"/>
                  <a:pt x="7893" y="12798"/>
                  <a:pt x="7129" y="14042"/>
                </a:cubicBezTo>
                <a:lnTo>
                  <a:pt x="2605" y="13576"/>
                </a:lnTo>
                <a:cubicBezTo>
                  <a:pt x="2592" y="13575"/>
                  <a:pt x="2580" y="13574"/>
                  <a:pt x="2567" y="13574"/>
                </a:cubicBezTo>
                <a:cubicBezTo>
                  <a:pt x="2412" y="13574"/>
                  <a:pt x="2271" y="13672"/>
                  <a:pt x="2218" y="13820"/>
                </a:cubicBezTo>
                <a:lnTo>
                  <a:pt x="489" y="18567"/>
                </a:lnTo>
                <a:cubicBezTo>
                  <a:pt x="431" y="18728"/>
                  <a:pt x="489" y="18906"/>
                  <a:pt x="630" y="19002"/>
                </a:cubicBezTo>
                <a:lnTo>
                  <a:pt x="4372" y="21541"/>
                </a:lnTo>
                <a:cubicBezTo>
                  <a:pt x="4208" y="22593"/>
                  <a:pt x="4123" y="23656"/>
                  <a:pt x="4121" y="24721"/>
                </a:cubicBezTo>
                <a:cubicBezTo>
                  <a:pt x="4121" y="25092"/>
                  <a:pt x="4135" y="25483"/>
                  <a:pt x="4163" y="25931"/>
                </a:cubicBezTo>
                <a:lnTo>
                  <a:pt x="222" y="28130"/>
                </a:lnTo>
                <a:cubicBezTo>
                  <a:pt x="74" y="28213"/>
                  <a:pt x="1" y="28387"/>
                  <a:pt x="45" y="28550"/>
                </a:cubicBezTo>
                <a:lnTo>
                  <a:pt x="1352" y="33433"/>
                </a:lnTo>
                <a:cubicBezTo>
                  <a:pt x="1397" y="33596"/>
                  <a:pt x="1558" y="33699"/>
                  <a:pt x="1716" y="33708"/>
                </a:cubicBezTo>
                <a:lnTo>
                  <a:pt x="6171" y="33651"/>
                </a:lnTo>
                <a:cubicBezTo>
                  <a:pt x="6823" y="34991"/>
                  <a:pt x="7617" y="36256"/>
                  <a:pt x="8544" y="37423"/>
                </a:cubicBezTo>
                <a:lnTo>
                  <a:pt x="6619" y="41420"/>
                </a:lnTo>
                <a:cubicBezTo>
                  <a:pt x="6546" y="41573"/>
                  <a:pt x="6585" y="41756"/>
                  <a:pt x="6716" y="41866"/>
                </a:cubicBezTo>
                <a:lnTo>
                  <a:pt x="10587" y="45114"/>
                </a:lnTo>
                <a:cubicBezTo>
                  <a:pt x="10656" y="45171"/>
                  <a:pt x="10741" y="45200"/>
                  <a:pt x="10827" y="45200"/>
                </a:cubicBezTo>
                <a:cubicBezTo>
                  <a:pt x="10902" y="45200"/>
                  <a:pt x="10978" y="45177"/>
                  <a:pt x="11043" y="45131"/>
                </a:cubicBezTo>
                <a:lnTo>
                  <a:pt x="14599" y="42583"/>
                </a:lnTo>
                <a:cubicBezTo>
                  <a:pt x="15919" y="43321"/>
                  <a:pt x="17317" y="43912"/>
                  <a:pt x="18767" y="44341"/>
                </a:cubicBezTo>
                <a:lnTo>
                  <a:pt x="19482" y="48637"/>
                </a:lnTo>
                <a:cubicBezTo>
                  <a:pt x="19510" y="48804"/>
                  <a:pt x="19647" y="48931"/>
                  <a:pt x="19816" y="48946"/>
                </a:cubicBezTo>
                <a:lnTo>
                  <a:pt x="24850" y="49386"/>
                </a:lnTo>
                <a:cubicBezTo>
                  <a:pt x="24862" y="49387"/>
                  <a:pt x="24872" y="49387"/>
                  <a:pt x="24882" y="49387"/>
                </a:cubicBezTo>
                <a:cubicBezTo>
                  <a:pt x="25040" y="49387"/>
                  <a:pt x="25181" y="49289"/>
                  <a:pt x="25233" y="49141"/>
                </a:cubicBezTo>
                <a:lnTo>
                  <a:pt x="26672" y="45078"/>
                </a:lnTo>
                <a:cubicBezTo>
                  <a:pt x="28195" y="44923"/>
                  <a:pt x="29695" y="44600"/>
                  <a:pt x="31146" y="44110"/>
                </a:cubicBezTo>
                <a:lnTo>
                  <a:pt x="34157" y="47170"/>
                </a:lnTo>
                <a:cubicBezTo>
                  <a:pt x="34229" y="47243"/>
                  <a:pt x="34325" y="47281"/>
                  <a:pt x="34423" y="47281"/>
                </a:cubicBezTo>
                <a:cubicBezTo>
                  <a:pt x="34486" y="47281"/>
                  <a:pt x="34551" y="47265"/>
                  <a:pt x="34609" y="47231"/>
                </a:cubicBezTo>
                <a:lnTo>
                  <a:pt x="38985" y="44705"/>
                </a:lnTo>
                <a:cubicBezTo>
                  <a:pt x="39132" y="44621"/>
                  <a:pt x="39203" y="44447"/>
                  <a:pt x="39159" y="44283"/>
                </a:cubicBezTo>
                <a:lnTo>
                  <a:pt x="38018" y="40158"/>
                </a:lnTo>
                <a:cubicBezTo>
                  <a:pt x="39177" y="39150"/>
                  <a:pt x="40219" y="38014"/>
                  <a:pt x="41125" y="36774"/>
                </a:cubicBezTo>
                <a:lnTo>
                  <a:pt x="45339" y="37551"/>
                </a:lnTo>
                <a:cubicBezTo>
                  <a:pt x="45362" y="37555"/>
                  <a:pt x="45385" y="37557"/>
                  <a:pt x="45407" y="37557"/>
                </a:cubicBezTo>
                <a:cubicBezTo>
                  <a:pt x="45549" y="37557"/>
                  <a:pt x="45681" y="37475"/>
                  <a:pt x="45743" y="37343"/>
                </a:cubicBezTo>
                <a:lnTo>
                  <a:pt x="47878" y="32762"/>
                </a:lnTo>
                <a:cubicBezTo>
                  <a:pt x="47950" y="32609"/>
                  <a:pt x="47908" y="32426"/>
                  <a:pt x="47777" y="32319"/>
                </a:cubicBezTo>
                <a:lnTo>
                  <a:pt x="44470" y="29588"/>
                </a:lnTo>
                <a:cubicBezTo>
                  <a:pt x="44831" y="28101"/>
                  <a:pt x="45026" y="26578"/>
                  <a:pt x="45048" y="25049"/>
                </a:cubicBezTo>
                <a:lnTo>
                  <a:pt x="48979" y="23260"/>
                </a:lnTo>
                <a:cubicBezTo>
                  <a:pt x="49133" y="23188"/>
                  <a:pt x="49219" y="23023"/>
                  <a:pt x="49191" y="22856"/>
                </a:cubicBezTo>
                <a:lnTo>
                  <a:pt x="48312" y="17880"/>
                </a:lnTo>
                <a:cubicBezTo>
                  <a:pt x="48282" y="17713"/>
                  <a:pt x="48144" y="17587"/>
                  <a:pt x="47975" y="17574"/>
                </a:cubicBezTo>
                <a:lnTo>
                  <a:pt x="43636" y="17237"/>
                </a:lnTo>
                <a:cubicBezTo>
                  <a:pt x="43083" y="15830"/>
                  <a:pt x="42375" y="14491"/>
                  <a:pt x="41527" y="13241"/>
                </a:cubicBezTo>
                <a:lnTo>
                  <a:pt x="43762" y="9464"/>
                </a:lnTo>
                <a:cubicBezTo>
                  <a:pt x="43848" y="9317"/>
                  <a:pt x="43826" y="9132"/>
                  <a:pt x="43706" y="9011"/>
                </a:cubicBezTo>
                <a:lnTo>
                  <a:pt x="40133" y="5439"/>
                </a:lnTo>
                <a:cubicBezTo>
                  <a:pt x="40061" y="5367"/>
                  <a:pt x="39966" y="5329"/>
                  <a:pt x="39869" y="5329"/>
                </a:cubicBezTo>
                <a:cubicBezTo>
                  <a:pt x="39804" y="5329"/>
                  <a:pt x="39739" y="5346"/>
                  <a:pt x="39680" y="5381"/>
                </a:cubicBezTo>
                <a:lnTo>
                  <a:pt x="35870" y="7644"/>
                </a:lnTo>
                <a:cubicBezTo>
                  <a:pt x="33635" y="6162"/>
                  <a:pt x="31128" y="5139"/>
                  <a:pt x="28497" y="4634"/>
                </a:cubicBezTo>
                <a:lnTo>
                  <a:pt x="27395" y="280"/>
                </a:lnTo>
                <a:cubicBezTo>
                  <a:pt x="27354" y="116"/>
                  <a:pt x="27207" y="1"/>
                  <a:pt x="270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33"/>
          <p:cNvSpPr/>
          <p:nvPr/>
        </p:nvSpPr>
        <p:spPr>
          <a:xfrm>
            <a:off x="866628" y="142474"/>
            <a:ext cx="809962" cy="813726"/>
          </a:xfrm>
          <a:custGeom>
            <a:rect b="b" l="l" r="r" t="t"/>
            <a:pathLst>
              <a:path extrusionOk="0" h="48646" w="48421">
                <a:moveTo>
                  <a:pt x="24183" y="11733"/>
                </a:moveTo>
                <a:cubicBezTo>
                  <a:pt x="31152" y="11733"/>
                  <a:pt x="36801" y="17381"/>
                  <a:pt x="36801" y="24350"/>
                </a:cubicBezTo>
                <a:cubicBezTo>
                  <a:pt x="36801" y="31318"/>
                  <a:pt x="31152" y="36968"/>
                  <a:pt x="24183" y="36968"/>
                </a:cubicBezTo>
                <a:cubicBezTo>
                  <a:pt x="17216" y="36968"/>
                  <a:pt x="11567" y="31318"/>
                  <a:pt x="11567" y="24350"/>
                </a:cubicBezTo>
                <a:cubicBezTo>
                  <a:pt x="11567" y="17381"/>
                  <a:pt x="17216" y="11733"/>
                  <a:pt x="24183" y="11733"/>
                </a:cubicBezTo>
                <a:close/>
                <a:moveTo>
                  <a:pt x="21577" y="0"/>
                </a:moveTo>
                <a:lnTo>
                  <a:pt x="20414" y="4612"/>
                </a:lnTo>
                <a:cubicBezTo>
                  <a:pt x="18846" y="4911"/>
                  <a:pt x="17321" y="5395"/>
                  <a:pt x="15870" y="6056"/>
                </a:cubicBezTo>
                <a:lnTo>
                  <a:pt x="12257" y="2930"/>
                </a:lnTo>
                <a:lnTo>
                  <a:pt x="8117" y="5828"/>
                </a:lnTo>
                <a:lnTo>
                  <a:pt x="9824" y="10300"/>
                </a:lnTo>
                <a:cubicBezTo>
                  <a:pt x="8711" y="11436"/>
                  <a:pt x="7737" y="12699"/>
                  <a:pt x="6921" y="14065"/>
                </a:cubicBezTo>
                <a:lnTo>
                  <a:pt x="2163" y="13574"/>
                </a:lnTo>
                <a:lnTo>
                  <a:pt x="434" y="18323"/>
                </a:lnTo>
                <a:lnTo>
                  <a:pt x="4374" y="20996"/>
                </a:lnTo>
                <a:cubicBezTo>
                  <a:pt x="4185" y="22104"/>
                  <a:pt x="4090" y="23226"/>
                  <a:pt x="4090" y="24350"/>
                </a:cubicBezTo>
                <a:cubicBezTo>
                  <a:pt x="4090" y="24828"/>
                  <a:pt x="4112" y="25301"/>
                  <a:pt x="4145" y="25770"/>
                </a:cubicBezTo>
                <a:lnTo>
                  <a:pt x="1" y="28083"/>
                </a:lnTo>
                <a:lnTo>
                  <a:pt x="1309" y="32966"/>
                </a:lnTo>
                <a:lnTo>
                  <a:pt x="6000" y="32905"/>
                </a:lnTo>
                <a:cubicBezTo>
                  <a:pt x="6690" y="34369"/>
                  <a:pt x="7555" y="35744"/>
                  <a:pt x="8576" y="37002"/>
                </a:cubicBezTo>
                <a:lnTo>
                  <a:pt x="6551" y="41209"/>
                </a:lnTo>
                <a:lnTo>
                  <a:pt x="10422" y="44458"/>
                </a:lnTo>
                <a:lnTo>
                  <a:pt x="14173" y="41772"/>
                </a:lnTo>
                <a:cubicBezTo>
                  <a:pt x="15596" y="42590"/>
                  <a:pt x="17113" y="43231"/>
                  <a:pt x="18693" y="43678"/>
                </a:cubicBezTo>
                <a:lnTo>
                  <a:pt x="19445" y="48204"/>
                </a:lnTo>
                <a:lnTo>
                  <a:pt x="24478" y="48645"/>
                </a:lnTo>
                <a:lnTo>
                  <a:pt x="25998" y="44360"/>
                </a:lnTo>
                <a:cubicBezTo>
                  <a:pt x="27649" y="44213"/>
                  <a:pt x="29276" y="43859"/>
                  <a:pt x="30841" y="43310"/>
                </a:cubicBezTo>
                <a:lnTo>
                  <a:pt x="34018" y="46538"/>
                </a:lnTo>
                <a:lnTo>
                  <a:pt x="38395" y="44012"/>
                </a:lnTo>
                <a:lnTo>
                  <a:pt x="37193" y="39659"/>
                </a:lnTo>
                <a:cubicBezTo>
                  <a:pt x="38461" y="38581"/>
                  <a:pt x="39589" y="37349"/>
                  <a:pt x="40554" y="35995"/>
                </a:cubicBezTo>
                <a:lnTo>
                  <a:pt x="45000" y="36815"/>
                </a:lnTo>
                <a:lnTo>
                  <a:pt x="47137" y="32234"/>
                </a:lnTo>
                <a:lnTo>
                  <a:pt x="43649" y="29355"/>
                </a:lnTo>
                <a:cubicBezTo>
                  <a:pt x="44060" y="27748"/>
                  <a:pt x="44270" y="26095"/>
                  <a:pt x="44276" y="24436"/>
                </a:cubicBezTo>
                <a:lnTo>
                  <a:pt x="48420" y="22549"/>
                </a:lnTo>
                <a:lnTo>
                  <a:pt x="47543" y="17571"/>
                </a:lnTo>
                <a:lnTo>
                  <a:pt x="42970" y="17217"/>
                </a:lnTo>
                <a:cubicBezTo>
                  <a:pt x="42387" y="15684"/>
                  <a:pt x="41619" y="14229"/>
                  <a:pt x="40681" y="12883"/>
                </a:cubicBezTo>
                <a:lnTo>
                  <a:pt x="43039" y="8902"/>
                </a:lnTo>
                <a:lnTo>
                  <a:pt x="39466" y="5330"/>
                </a:lnTo>
                <a:lnTo>
                  <a:pt x="35454" y="7711"/>
                </a:lnTo>
                <a:cubicBezTo>
                  <a:pt x="33145" y="6146"/>
                  <a:pt x="30536" y="5080"/>
                  <a:pt x="27790" y="4584"/>
                </a:cubicBezTo>
                <a:lnTo>
                  <a:pt x="26630" y="0"/>
                </a:lnTo>
                <a:close/>
              </a:path>
            </a:pathLst>
          </a:custGeom>
          <a:gradFill>
            <a:gsLst>
              <a:gs pos="0">
                <a:srgbClr val="424242"/>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33"/>
          <p:cNvSpPr/>
          <p:nvPr/>
        </p:nvSpPr>
        <p:spPr>
          <a:xfrm>
            <a:off x="7480603" y="146424"/>
            <a:ext cx="809962" cy="813726"/>
          </a:xfrm>
          <a:custGeom>
            <a:rect b="b" l="l" r="r" t="t"/>
            <a:pathLst>
              <a:path extrusionOk="0" h="48646" w="48421">
                <a:moveTo>
                  <a:pt x="24183" y="11733"/>
                </a:moveTo>
                <a:cubicBezTo>
                  <a:pt x="31152" y="11733"/>
                  <a:pt x="36801" y="17381"/>
                  <a:pt x="36801" y="24350"/>
                </a:cubicBezTo>
                <a:cubicBezTo>
                  <a:pt x="36801" y="31318"/>
                  <a:pt x="31152" y="36968"/>
                  <a:pt x="24183" y="36968"/>
                </a:cubicBezTo>
                <a:cubicBezTo>
                  <a:pt x="17216" y="36968"/>
                  <a:pt x="11567" y="31318"/>
                  <a:pt x="11567" y="24350"/>
                </a:cubicBezTo>
                <a:cubicBezTo>
                  <a:pt x="11567" y="17381"/>
                  <a:pt x="17216" y="11733"/>
                  <a:pt x="24183" y="11733"/>
                </a:cubicBezTo>
                <a:close/>
                <a:moveTo>
                  <a:pt x="21577" y="0"/>
                </a:moveTo>
                <a:lnTo>
                  <a:pt x="20414" y="4612"/>
                </a:lnTo>
                <a:cubicBezTo>
                  <a:pt x="18846" y="4911"/>
                  <a:pt x="17321" y="5395"/>
                  <a:pt x="15870" y="6056"/>
                </a:cubicBezTo>
                <a:lnTo>
                  <a:pt x="12257" y="2930"/>
                </a:lnTo>
                <a:lnTo>
                  <a:pt x="8117" y="5828"/>
                </a:lnTo>
                <a:lnTo>
                  <a:pt x="9824" y="10300"/>
                </a:lnTo>
                <a:cubicBezTo>
                  <a:pt x="8711" y="11436"/>
                  <a:pt x="7737" y="12699"/>
                  <a:pt x="6921" y="14065"/>
                </a:cubicBezTo>
                <a:lnTo>
                  <a:pt x="2163" y="13574"/>
                </a:lnTo>
                <a:lnTo>
                  <a:pt x="434" y="18323"/>
                </a:lnTo>
                <a:lnTo>
                  <a:pt x="4374" y="20996"/>
                </a:lnTo>
                <a:cubicBezTo>
                  <a:pt x="4185" y="22104"/>
                  <a:pt x="4090" y="23226"/>
                  <a:pt x="4090" y="24350"/>
                </a:cubicBezTo>
                <a:cubicBezTo>
                  <a:pt x="4090" y="24828"/>
                  <a:pt x="4112" y="25301"/>
                  <a:pt x="4145" y="25770"/>
                </a:cubicBezTo>
                <a:lnTo>
                  <a:pt x="1" y="28083"/>
                </a:lnTo>
                <a:lnTo>
                  <a:pt x="1309" y="32966"/>
                </a:lnTo>
                <a:lnTo>
                  <a:pt x="6000" y="32905"/>
                </a:lnTo>
                <a:cubicBezTo>
                  <a:pt x="6690" y="34369"/>
                  <a:pt x="7555" y="35744"/>
                  <a:pt x="8576" y="37002"/>
                </a:cubicBezTo>
                <a:lnTo>
                  <a:pt x="6551" y="41209"/>
                </a:lnTo>
                <a:lnTo>
                  <a:pt x="10422" y="44458"/>
                </a:lnTo>
                <a:lnTo>
                  <a:pt x="14173" y="41772"/>
                </a:lnTo>
                <a:cubicBezTo>
                  <a:pt x="15596" y="42590"/>
                  <a:pt x="17113" y="43231"/>
                  <a:pt x="18693" y="43678"/>
                </a:cubicBezTo>
                <a:lnTo>
                  <a:pt x="19445" y="48204"/>
                </a:lnTo>
                <a:lnTo>
                  <a:pt x="24478" y="48645"/>
                </a:lnTo>
                <a:lnTo>
                  <a:pt x="25998" y="44360"/>
                </a:lnTo>
                <a:cubicBezTo>
                  <a:pt x="27649" y="44213"/>
                  <a:pt x="29276" y="43859"/>
                  <a:pt x="30841" y="43310"/>
                </a:cubicBezTo>
                <a:lnTo>
                  <a:pt x="34018" y="46538"/>
                </a:lnTo>
                <a:lnTo>
                  <a:pt x="38395" y="44012"/>
                </a:lnTo>
                <a:lnTo>
                  <a:pt x="37193" y="39659"/>
                </a:lnTo>
                <a:cubicBezTo>
                  <a:pt x="38461" y="38581"/>
                  <a:pt x="39589" y="37349"/>
                  <a:pt x="40554" y="35995"/>
                </a:cubicBezTo>
                <a:lnTo>
                  <a:pt x="45000" y="36815"/>
                </a:lnTo>
                <a:lnTo>
                  <a:pt x="47137" y="32234"/>
                </a:lnTo>
                <a:lnTo>
                  <a:pt x="43649" y="29355"/>
                </a:lnTo>
                <a:cubicBezTo>
                  <a:pt x="44060" y="27748"/>
                  <a:pt x="44270" y="26095"/>
                  <a:pt x="44276" y="24436"/>
                </a:cubicBezTo>
                <a:lnTo>
                  <a:pt x="48420" y="22549"/>
                </a:lnTo>
                <a:lnTo>
                  <a:pt x="47543" y="17571"/>
                </a:lnTo>
                <a:lnTo>
                  <a:pt x="42970" y="17217"/>
                </a:lnTo>
                <a:cubicBezTo>
                  <a:pt x="42387" y="15684"/>
                  <a:pt x="41619" y="14229"/>
                  <a:pt x="40681" y="12883"/>
                </a:cubicBezTo>
                <a:lnTo>
                  <a:pt x="43039" y="8902"/>
                </a:lnTo>
                <a:lnTo>
                  <a:pt x="39466" y="5330"/>
                </a:lnTo>
                <a:lnTo>
                  <a:pt x="35454" y="7711"/>
                </a:lnTo>
                <a:cubicBezTo>
                  <a:pt x="33145" y="6146"/>
                  <a:pt x="30536" y="5080"/>
                  <a:pt x="27790" y="4584"/>
                </a:cubicBezTo>
                <a:lnTo>
                  <a:pt x="26630"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33"/>
          <p:cNvSpPr/>
          <p:nvPr/>
        </p:nvSpPr>
        <p:spPr>
          <a:xfrm>
            <a:off x="7473933" y="132314"/>
            <a:ext cx="823328" cy="826138"/>
          </a:xfrm>
          <a:custGeom>
            <a:rect b="b" l="l" r="r" t="t"/>
            <a:pathLst>
              <a:path extrusionOk="0" h="49388" w="49220">
                <a:moveTo>
                  <a:pt x="24588" y="12476"/>
                </a:moveTo>
                <a:cubicBezTo>
                  <a:pt x="31341" y="12476"/>
                  <a:pt x="36833" y="17970"/>
                  <a:pt x="36833" y="24722"/>
                </a:cubicBezTo>
                <a:cubicBezTo>
                  <a:pt x="36833" y="31474"/>
                  <a:pt x="31341" y="36969"/>
                  <a:pt x="24588" y="36969"/>
                </a:cubicBezTo>
                <a:cubicBezTo>
                  <a:pt x="17836" y="36969"/>
                  <a:pt x="12342" y="31473"/>
                  <a:pt x="12342" y="24722"/>
                </a:cubicBezTo>
                <a:cubicBezTo>
                  <a:pt x="12342" y="17970"/>
                  <a:pt x="17836" y="12476"/>
                  <a:pt x="24588" y="12476"/>
                </a:cubicBezTo>
                <a:close/>
                <a:moveTo>
                  <a:pt x="24587" y="11733"/>
                </a:moveTo>
                <a:cubicBezTo>
                  <a:pt x="17425" y="11733"/>
                  <a:pt x="11600" y="17560"/>
                  <a:pt x="11600" y="24722"/>
                </a:cubicBezTo>
                <a:cubicBezTo>
                  <a:pt x="11600" y="31884"/>
                  <a:pt x="17426" y="37711"/>
                  <a:pt x="24588" y="37711"/>
                </a:cubicBezTo>
                <a:lnTo>
                  <a:pt x="24588" y="37711"/>
                </a:lnTo>
                <a:cubicBezTo>
                  <a:pt x="31751" y="37711"/>
                  <a:pt x="37577" y="31884"/>
                  <a:pt x="37577" y="24722"/>
                </a:cubicBezTo>
                <a:cubicBezTo>
                  <a:pt x="37577" y="17560"/>
                  <a:pt x="31750" y="11733"/>
                  <a:pt x="24587" y="11733"/>
                </a:cubicBezTo>
                <a:close/>
                <a:moveTo>
                  <a:pt x="24588" y="37711"/>
                </a:moveTo>
                <a:cubicBezTo>
                  <a:pt x="24587" y="37711"/>
                  <a:pt x="24587" y="37711"/>
                  <a:pt x="24587" y="37711"/>
                </a:cubicBezTo>
                <a:lnTo>
                  <a:pt x="24588" y="37711"/>
                </a:lnTo>
                <a:cubicBezTo>
                  <a:pt x="24588" y="37711"/>
                  <a:pt x="24588" y="37711"/>
                  <a:pt x="24588" y="37711"/>
                </a:cubicBezTo>
                <a:close/>
                <a:moveTo>
                  <a:pt x="26745" y="743"/>
                </a:moveTo>
                <a:lnTo>
                  <a:pt x="27835" y="5048"/>
                </a:lnTo>
                <a:cubicBezTo>
                  <a:pt x="27870" y="5189"/>
                  <a:pt x="27985" y="5296"/>
                  <a:pt x="28129" y="5323"/>
                </a:cubicBezTo>
                <a:cubicBezTo>
                  <a:pt x="30843" y="5814"/>
                  <a:pt x="33373" y="6848"/>
                  <a:pt x="35648" y="8391"/>
                </a:cubicBezTo>
                <a:cubicBezTo>
                  <a:pt x="35711" y="8434"/>
                  <a:pt x="35784" y="8455"/>
                  <a:pt x="35857" y="8455"/>
                </a:cubicBezTo>
                <a:cubicBezTo>
                  <a:pt x="35922" y="8455"/>
                  <a:pt x="35988" y="8438"/>
                  <a:pt x="36046" y="8403"/>
                </a:cubicBezTo>
                <a:lnTo>
                  <a:pt x="39812" y="6168"/>
                </a:lnTo>
                <a:lnTo>
                  <a:pt x="42977" y="9334"/>
                </a:lnTo>
                <a:lnTo>
                  <a:pt x="40767" y="13067"/>
                </a:lnTo>
                <a:cubicBezTo>
                  <a:pt x="40693" y="13192"/>
                  <a:pt x="40699" y="13349"/>
                  <a:pt x="40782" y="13468"/>
                </a:cubicBezTo>
                <a:cubicBezTo>
                  <a:pt x="41701" y="14788"/>
                  <a:pt x="42455" y="16216"/>
                  <a:pt x="43027" y="17721"/>
                </a:cubicBezTo>
                <a:cubicBezTo>
                  <a:pt x="43078" y="17854"/>
                  <a:pt x="43202" y="17948"/>
                  <a:pt x="43346" y="17960"/>
                </a:cubicBezTo>
                <a:lnTo>
                  <a:pt x="47632" y="18292"/>
                </a:lnTo>
                <a:lnTo>
                  <a:pt x="48410" y="22701"/>
                </a:lnTo>
                <a:lnTo>
                  <a:pt x="44528" y="24470"/>
                </a:lnTo>
                <a:cubicBezTo>
                  <a:pt x="44396" y="24531"/>
                  <a:pt x="44311" y="24661"/>
                  <a:pt x="44310" y="24807"/>
                </a:cubicBezTo>
                <a:cubicBezTo>
                  <a:pt x="44304" y="26434"/>
                  <a:pt x="44099" y="28056"/>
                  <a:pt x="43695" y="29633"/>
                </a:cubicBezTo>
                <a:cubicBezTo>
                  <a:pt x="43660" y="29773"/>
                  <a:pt x="43707" y="29920"/>
                  <a:pt x="43818" y="30012"/>
                </a:cubicBezTo>
                <a:lnTo>
                  <a:pt x="47085" y="32708"/>
                </a:lnTo>
                <a:lnTo>
                  <a:pt x="45194" y="36768"/>
                </a:lnTo>
                <a:lnTo>
                  <a:pt x="41030" y="36000"/>
                </a:lnTo>
                <a:cubicBezTo>
                  <a:pt x="41007" y="35996"/>
                  <a:pt x="40984" y="35994"/>
                  <a:pt x="40961" y="35994"/>
                </a:cubicBezTo>
                <a:cubicBezTo>
                  <a:pt x="40842" y="35994"/>
                  <a:pt x="40728" y="36051"/>
                  <a:pt x="40659" y="36150"/>
                </a:cubicBezTo>
                <a:cubicBezTo>
                  <a:pt x="39711" y="37481"/>
                  <a:pt x="38602" y="38688"/>
                  <a:pt x="37359" y="39747"/>
                </a:cubicBezTo>
                <a:cubicBezTo>
                  <a:pt x="37248" y="39841"/>
                  <a:pt x="37202" y="39989"/>
                  <a:pt x="37240" y="40129"/>
                </a:cubicBezTo>
                <a:lnTo>
                  <a:pt x="38366" y="44205"/>
                </a:lnTo>
                <a:lnTo>
                  <a:pt x="34486" y="46444"/>
                </a:lnTo>
                <a:lnTo>
                  <a:pt x="31513" y="43421"/>
                </a:lnTo>
                <a:cubicBezTo>
                  <a:pt x="31441" y="43349"/>
                  <a:pt x="31346" y="43310"/>
                  <a:pt x="31248" y="43310"/>
                </a:cubicBezTo>
                <a:cubicBezTo>
                  <a:pt x="31207" y="43310"/>
                  <a:pt x="31165" y="43317"/>
                  <a:pt x="31124" y="43332"/>
                </a:cubicBezTo>
                <a:cubicBezTo>
                  <a:pt x="29588" y="43869"/>
                  <a:pt x="27990" y="44215"/>
                  <a:pt x="26369" y="44361"/>
                </a:cubicBezTo>
                <a:cubicBezTo>
                  <a:pt x="26223" y="44373"/>
                  <a:pt x="26100" y="44469"/>
                  <a:pt x="26051" y="44606"/>
                </a:cubicBezTo>
                <a:lnTo>
                  <a:pt x="24629" y="48621"/>
                </a:lnTo>
                <a:lnTo>
                  <a:pt x="20168" y="48230"/>
                </a:lnTo>
                <a:lnTo>
                  <a:pt x="19464" y="43988"/>
                </a:lnTo>
                <a:cubicBezTo>
                  <a:pt x="19440" y="43847"/>
                  <a:pt x="19338" y="43731"/>
                  <a:pt x="19198" y="43691"/>
                </a:cubicBezTo>
                <a:cubicBezTo>
                  <a:pt x="17649" y="43251"/>
                  <a:pt x="16160" y="42623"/>
                  <a:pt x="14764" y="41820"/>
                </a:cubicBezTo>
                <a:cubicBezTo>
                  <a:pt x="14706" y="41787"/>
                  <a:pt x="14642" y="41770"/>
                  <a:pt x="14578" y="41770"/>
                </a:cubicBezTo>
                <a:cubicBezTo>
                  <a:pt x="14502" y="41770"/>
                  <a:pt x="14426" y="41793"/>
                  <a:pt x="14362" y="41839"/>
                </a:cubicBezTo>
                <a:lnTo>
                  <a:pt x="10845" y="44358"/>
                </a:lnTo>
                <a:lnTo>
                  <a:pt x="7415" y="41481"/>
                </a:lnTo>
                <a:lnTo>
                  <a:pt x="9316" y="37534"/>
                </a:lnTo>
                <a:cubicBezTo>
                  <a:pt x="9378" y="37404"/>
                  <a:pt x="9359" y="37251"/>
                  <a:pt x="9268" y="37138"/>
                </a:cubicBezTo>
                <a:cubicBezTo>
                  <a:pt x="8267" y="35905"/>
                  <a:pt x="7418" y="34554"/>
                  <a:pt x="6741" y="33117"/>
                </a:cubicBezTo>
                <a:cubicBezTo>
                  <a:pt x="6679" y="32986"/>
                  <a:pt x="6542" y="32915"/>
                  <a:pt x="6399" y="32904"/>
                </a:cubicBezTo>
                <a:lnTo>
                  <a:pt x="1997" y="32961"/>
                </a:lnTo>
                <a:lnTo>
                  <a:pt x="840" y="28638"/>
                </a:lnTo>
                <a:lnTo>
                  <a:pt x="4730" y="26466"/>
                </a:lnTo>
                <a:cubicBezTo>
                  <a:pt x="4857" y="26396"/>
                  <a:pt x="4931" y="26259"/>
                  <a:pt x="4920" y="26115"/>
                </a:cubicBezTo>
                <a:cubicBezTo>
                  <a:pt x="4882" y="25582"/>
                  <a:pt x="4865" y="25140"/>
                  <a:pt x="4865" y="24722"/>
                </a:cubicBezTo>
                <a:cubicBezTo>
                  <a:pt x="4867" y="23617"/>
                  <a:pt x="4960" y="22516"/>
                  <a:pt x="5145" y="21429"/>
                </a:cubicBezTo>
                <a:cubicBezTo>
                  <a:pt x="5168" y="21285"/>
                  <a:pt x="5106" y="21141"/>
                  <a:pt x="4986" y="21059"/>
                </a:cubicBezTo>
                <a:lnTo>
                  <a:pt x="1287" y="18549"/>
                </a:lnTo>
                <a:lnTo>
                  <a:pt x="2818" y="14345"/>
                </a:lnTo>
                <a:lnTo>
                  <a:pt x="7286" y="14806"/>
                </a:lnTo>
                <a:cubicBezTo>
                  <a:pt x="7299" y="14807"/>
                  <a:pt x="7312" y="14808"/>
                  <a:pt x="7324" y="14808"/>
                </a:cubicBezTo>
                <a:cubicBezTo>
                  <a:pt x="7454" y="14808"/>
                  <a:pt x="7576" y="14740"/>
                  <a:pt x="7644" y="14628"/>
                </a:cubicBezTo>
                <a:cubicBezTo>
                  <a:pt x="8444" y="13287"/>
                  <a:pt x="9400" y="12047"/>
                  <a:pt x="10493" y="10932"/>
                </a:cubicBezTo>
                <a:cubicBezTo>
                  <a:pt x="10594" y="10828"/>
                  <a:pt x="10627" y="10675"/>
                  <a:pt x="10575" y="10540"/>
                </a:cubicBezTo>
                <a:lnTo>
                  <a:pt x="8971" y="6339"/>
                </a:lnTo>
                <a:lnTo>
                  <a:pt x="12638" y="3773"/>
                </a:lnTo>
                <a:lnTo>
                  <a:pt x="16031" y="6710"/>
                </a:lnTo>
                <a:cubicBezTo>
                  <a:pt x="16100" y="6770"/>
                  <a:pt x="16187" y="6801"/>
                  <a:pt x="16274" y="6801"/>
                </a:cubicBezTo>
                <a:cubicBezTo>
                  <a:pt x="16326" y="6801"/>
                  <a:pt x="16378" y="6790"/>
                  <a:pt x="16427" y="6768"/>
                </a:cubicBezTo>
                <a:cubicBezTo>
                  <a:pt x="17853" y="6119"/>
                  <a:pt x="19350" y="5644"/>
                  <a:pt x="20887" y="5351"/>
                </a:cubicBezTo>
                <a:cubicBezTo>
                  <a:pt x="21029" y="5323"/>
                  <a:pt x="21142" y="5216"/>
                  <a:pt x="21178" y="5076"/>
                </a:cubicBezTo>
                <a:lnTo>
                  <a:pt x="22270" y="743"/>
                </a:lnTo>
                <a:close/>
                <a:moveTo>
                  <a:pt x="27037" y="1"/>
                </a:moveTo>
                <a:cubicBezTo>
                  <a:pt x="27036" y="1"/>
                  <a:pt x="27035" y="1"/>
                  <a:pt x="27034" y="1"/>
                </a:cubicBezTo>
                <a:lnTo>
                  <a:pt x="21981" y="1"/>
                </a:lnTo>
                <a:cubicBezTo>
                  <a:pt x="21980" y="1"/>
                  <a:pt x="21979" y="1"/>
                  <a:pt x="21978" y="1"/>
                </a:cubicBezTo>
                <a:cubicBezTo>
                  <a:pt x="21808" y="1"/>
                  <a:pt x="21661" y="116"/>
                  <a:pt x="21620" y="281"/>
                </a:cubicBezTo>
                <a:lnTo>
                  <a:pt x="20514" y="4667"/>
                </a:lnTo>
                <a:cubicBezTo>
                  <a:pt x="19078" y="4958"/>
                  <a:pt x="17678" y="5402"/>
                  <a:pt x="16338" y="5994"/>
                </a:cubicBezTo>
                <a:lnTo>
                  <a:pt x="12903" y="3021"/>
                </a:lnTo>
                <a:cubicBezTo>
                  <a:pt x="12834" y="2961"/>
                  <a:pt x="12747" y="2931"/>
                  <a:pt x="12660" y="2931"/>
                </a:cubicBezTo>
                <a:cubicBezTo>
                  <a:pt x="12586" y="2931"/>
                  <a:pt x="12512" y="2953"/>
                  <a:pt x="12448" y="2997"/>
                </a:cubicBezTo>
                <a:lnTo>
                  <a:pt x="8309" y="5896"/>
                </a:lnTo>
                <a:cubicBezTo>
                  <a:pt x="8168" y="5994"/>
                  <a:pt x="8113" y="6174"/>
                  <a:pt x="8174" y="6334"/>
                </a:cubicBezTo>
                <a:lnTo>
                  <a:pt x="9795" y="10583"/>
                </a:lnTo>
                <a:cubicBezTo>
                  <a:pt x="8787" y="11638"/>
                  <a:pt x="7893" y="12798"/>
                  <a:pt x="7129" y="14042"/>
                </a:cubicBezTo>
                <a:lnTo>
                  <a:pt x="2605" y="13576"/>
                </a:lnTo>
                <a:cubicBezTo>
                  <a:pt x="2592" y="13575"/>
                  <a:pt x="2580" y="13574"/>
                  <a:pt x="2567" y="13574"/>
                </a:cubicBezTo>
                <a:cubicBezTo>
                  <a:pt x="2412" y="13574"/>
                  <a:pt x="2271" y="13672"/>
                  <a:pt x="2218" y="13820"/>
                </a:cubicBezTo>
                <a:lnTo>
                  <a:pt x="489" y="18567"/>
                </a:lnTo>
                <a:cubicBezTo>
                  <a:pt x="431" y="18728"/>
                  <a:pt x="489" y="18906"/>
                  <a:pt x="630" y="19002"/>
                </a:cubicBezTo>
                <a:lnTo>
                  <a:pt x="4372" y="21541"/>
                </a:lnTo>
                <a:cubicBezTo>
                  <a:pt x="4208" y="22593"/>
                  <a:pt x="4123" y="23656"/>
                  <a:pt x="4121" y="24721"/>
                </a:cubicBezTo>
                <a:cubicBezTo>
                  <a:pt x="4121" y="25092"/>
                  <a:pt x="4135" y="25483"/>
                  <a:pt x="4163" y="25931"/>
                </a:cubicBezTo>
                <a:lnTo>
                  <a:pt x="222" y="28130"/>
                </a:lnTo>
                <a:cubicBezTo>
                  <a:pt x="74" y="28213"/>
                  <a:pt x="1" y="28387"/>
                  <a:pt x="45" y="28550"/>
                </a:cubicBezTo>
                <a:lnTo>
                  <a:pt x="1352" y="33433"/>
                </a:lnTo>
                <a:cubicBezTo>
                  <a:pt x="1397" y="33596"/>
                  <a:pt x="1558" y="33699"/>
                  <a:pt x="1716" y="33708"/>
                </a:cubicBezTo>
                <a:lnTo>
                  <a:pt x="6171" y="33651"/>
                </a:lnTo>
                <a:cubicBezTo>
                  <a:pt x="6823" y="34991"/>
                  <a:pt x="7617" y="36256"/>
                  <a:pt x="8544" y="37423"/>
                </a:cubicBezTo>
                <a:lnTo>
                  <a:pt x="6619" y="41420"/>
                </a:lnTo>
                <a:cubicBezTo>
                  <a:pt x="6546" y="41573"/>
                  <a:pt x="6585" y="41756"/>
                  <a:pt x="6716" y="41866"/>
                </a:cubicBezTo>
                <a:lnTo>
                  <a:pt x="10587" y="45114"/>
                </a:lnTo>
                <a:cubicBezTo>
                  <a:pt x="10656" y="45171"/>
                  <a:pt x="10741" y="45200"/>
                  <a:pt x="10827" y="45200"/>
                </a:cubicBezTo>
                <a:cubicBezTo>
                  <a:pt x="10902" y="45200"/>
                  <a:pt x="10978" y="45177"/>
                  <a:pt x="11043" y="45131"/>
                </a:cubicBezTo>
                <a:lnTo>
                  <a:pt x="14599" y="42583"/>
                </a:lnTo>
                <a:cubicBezTo>
                  <a:pt x="15919" y="43321"/>
                  <a:pt x="17317" y="43912"/>
                  <a:pt x="18767" y="44341"/>
                </a:cubicBezTo>
                <a:lnTo>
                  <a:pt x="19482" y="48637"/>
                </a:lnTo>
                <a:cubicBezTo>
                  <a:pt x="19510" y="48804"/>
                  <a:pt x="19647" y="48931"/>
                  <a:pt x="19816" y="48946"/>
                </a:cubicBezTo>
                <a:lnTo>
                  <a:pt x="24850" y="49386"/>
                </a:lnTo>
                <a:cubicBezTo>
                  <a:pt x="24862" y="49387"/>
                  <a:pt x="24872" y="49387"/>
                  <a:pt x="24882" y="49387"/>
                </a:cubicBezTo>
                <a:cubicBezTo>
                  <a:pt x="25040" y="49387"/>
                  <a:pt x="25181" y="49289"/>
                  <a:pt x="25233" y="49141"/>
                </a:cubicBezTo>
                <a:lnTo>
                  <a:pt x="26672" y="45078"/>
                </a:lnTo>
                <a:cubicBezTo>
                  <a:pt x="28195" y="44923"/>
                  <a:pt x="29695" y="44600"/>
                  <a:pt x="31146" y="44110"/>
                </a:cubicBezTo>
                <a:lnTo>
                  <a:pt x="34157" y="47170"/>
                </a:lnTo>
                <a:cubicBezTo>
                  <a:pt x="34229" y="47243"/>
                  <a:pt x="34325" y="47281"/>
                  <a:pt x="34423" y="47281"/>
                </a:cubicBezTo>
                <a:cubicBezTo>
                  <a:pt x="34486" y="47281"/>
                  <a:pt x="34551" y="47265"/>
                  <a:pt x="34609" y="47231"/>
                </a:cubicBezTo>
                <a:lnTo>
                  <a:pt x="38985" y="44705"/>
                </a:lnTo>
                <a:cubicBezTo>
                  <a:pt x="39132" y="44621"/>
                  <a:pt x="39203" y="44447"/>
                  <a:pt x="39159" y="44283"/>
                </a:cubicBezTo>
                <a:lnTo>
                  <a:pt x="38018" y="40158"/>
                </a:lnTo>
                <a:cubicBezTo>
                  <a:pt x="39177" y="39150"/>
                  <a:pt x="40219" y="38014"/>
                  <a:pt x="41125" y="36774"/>
                </a:cubicBezTo>
                <a:lnTo>
                  <a:pt x="45339" y="37551"/>
                </a:lnTo>
                <a:cubicBezTo>
                  <a:pt x="45362" y="37555"/>
                  <a:pt x="45385" y="37557"/>
                  <a:pt x="45407" y="37557"/>
                </a:cubicBezTo>
                <a:cubicBezTo>
                  <a:pt x="45549" y="37557"/>
                  <a:pt x="45681" y="37475"/>
                  <a:pt x="45743" y="37343"/>
                </a:cubicBezTo>
                <a:lnTo>
                  <a:pt x="47878" y="32762"/>
                </a:lnTo>
                <a:cubicBezTo>
                  <a:pt x="47950" y="32609"/>
                  <a:pt x="47908" y="32426"/>
                  <a:pt x="47777" y="32319"/>
                </a:cubicBezTo>
                <a:lnTo>
                  <a:pt x="44470" y="29588"/>
                </a:lnTo>
                <a:cubicBezTo>
                  <a:pt x="44831" y="28101"/>
                  <a:pt x="45026" y="26578"/>
                  <a:pt x="45048" y="25049"/>
                </a:cubicBezTo>
                <a:lnTo>
                  <a:pt x="48979" y="23260"/>
                </a:lnTo>
                <a:cubicBezTo>
                  <a:pt x="49133" y="23188"/>
                  <a:pt x="49219" y="23023"/>
                  <a:pt x="49191" y="22856"/>
                </a:cubicBezTo>
                <a:lnTo>
                  <a:pt x="48312" y="17880"/>
                </a:lnTo>
                <a:cubicBezTo>
                  <a:pt x="48282" y="17713"/>
                  <a:pt x="48144" y="17587"/>
                  <a:pt x="47975" y="17574"/>
                </a:cubicBezTo>
                <a:lnTo>
                  <a:pt x="43636" y="17237"/>
                </a:lnTo>
                <a:cubicBezTo>
                  <a:pt x="43083" y="15830"/>
                  <a:pt x="42375" y="14491"/>
                  <a:pt x="41527" y="13241"/>
                </a:cubicBezTo>
                <a:lnTo>
                  <a:pt x="43762" y="9464"/>
                </a:lnTo>
                <a:cubicBezTo>
                  <a:pt x="43848" y="9317"/>
                  <a:pt x="43826" y="9132"/>
                  <a:pt x="43706" y="9011"/>
                </a:cubicBezTo>
                <a:lnTo>
                  <a:pt x="40133" y="5439"/>
                </a:lnTo>
                <a:cubicBezTo>
                  <a:pt x="40061" y="5367"/>
                  <a:pt x="39966" y="5329"/>
                  <a:pt x="39869" y="5329"/>
                </a:cubicBezTo>
                <a:cubicBezTo>
                  <a:pt x="39804" y="5329"/>
                  <a:pt x="39739" y="5346"/>
                  <a:pt x="39680" y="5381"/>
                </a:cubicBezTo>
                <a:lnTo>
                  <a:pt x="35870" y="7644"/>
                </a:lnTo>
                <a:cubicBezTo>
                  <a:pt x="33635" y="6162"/>
                  <a:pt x="31128" y="5139"/>
                  <a:pt x="28497" y="4634"/>
                </a:cubicBezTo>
                <a:lnTo>
                  <a:pt x="27395" y="280"/>
                </a:lnTo>
                <a:cubicBezTo>
                  <a:pt x="27354" y="116"/>
                  <a:pt x="27207" y="1"/>
                  <a:pt x="270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33"/>
          <p:cNvSpPr/>
          <p:nvPr/>
        </p:nvSpPr>
        <p:spPr>
          <a:xfrm>
            <a:off x="7467408" y="138201"/>
            <a:ext cx="823328" cy="826138"/>
          </a:xfrm>
          <a:custGeom>
            <a:rect b="b" l="l" r="r" t="t"/>
            <a:pathLst>
              <a:path extrusionOk="0" h="49388" w="49220">
                <a:moveTo>
                  <a:pt x="24588" y="12476"/>
                </a:moveTo>
                <a:cubicBezTo>
                  <a:pt x="31341" y="12476"/>
                  <a:pt x="36833" y="17970"/>
                  <a:pt x="36833" y="24722"/>
                </a:cubicBezTo>
                <a:cubicBezTo>
                  <a:pt x="36833" y="31474"/>
                  <a:pt x="31341" y="36969"/>
                  <a:pt x="24588" y="36969"/>
                </a:cubicBezTo>
                <a:cubicBezTo>
                  <a:pt x="17836" y="36969"/>
                  <a:pt x="12342" y="31473"/>
                  <a:pt x="12342" y="24722"/>
                </a:cubicBezTo>
                <a:cubicBezTo>
                  <a:pt x="12342" y="17970"/>
                  <a:pt x="17836" y="12476"/>
                  <a:pt x="24588" y="12476"/>
                </a:cubicBezTo>
                <a:close/>
                <a:moveTo>
                  <a:pt x="24587" y="11733"/>
                </a:moveTo>
                <a:cubicBezTo>
                  <a:pt x="17425" y="11733"/>
                  <a:pt x="11600" y="17560"/>
                  <a:pt x="11600" y="24722"/>
                </a:cubicBezTo>
                <a:cubicBezTo>
                  <a:pt x="11600" y="31884"/>
                  <a:pt x="17426" y="37711"/>
                  <a:pt x="24588" y="37711"/>
                </a:cubicBezTo>
                <a:lnTo>
                  <a:pt x="24588" y="37711"/>
                </a:lnTo>
                <a:cubicBezTo>
                  <a:pt x="31751" y="37711"/>
                  <a:pt x="37577" y="31884"/>
                  <a:pt x="37577" y="24722"/>
                </a:cubicBezTo>
                <a:cubicBezTo>
                  <a:pt x="37577" y="17560"/>
                  <a:pt x="31750" y="11733"/>
                  <a:pt x="24587" y="11733"/>
                </a:cubicBezTo>
                <a:close/>
                <a:moveTo>
                  <a:pt x="24588" y="37711"/>
                </a:moveTo>
                <a:cubicBezTo>
                  <a:pt x="24587" y="37711"/>
                  <a:pt x="24587" y="37711"/>
                  <a:pt x="24587" y="37711"/>
                </a:cubicBezTo>
                <a:lnTo>
                  <a:pt x="24588" y="37711"/>
                </a:lnTo>
                <a:cubicBezTo>
                  <a:pt x="24588" y="37711"/>
                  <a:pt x="24588" y="37711"/>
                  <a:pt x="24588" y="37711"/>
                </a:cubicBezTo>
                <a:close/>
                <a:moveTo>
                  <a:pt x="26745" y="743"/>
                </a:moveTo>
                <a:lnTo>
                  <a:pt x="27835" y="5048"/>
                </a:lnTo>
                <a:cubicBezTo>
                  <a:pt x="27870" y="5189"/>
                  <a:pt x="27985" y="5296"/>
                  <a:pt x="28129" y="5323"/>
                </a:cubicBezTo>
                <a:cubicBezTo>
                  <a:pt x="30843" y="5814"/>
                  <a:pt x="33373" y="6848"/>
                  <a:pt x="35648" y="8391"/>
                </a:cubicBezTo>
                <a:cubicBezTo>
                  <a:pt x="35711" y="8434"/>
                  <a:pt x="35784" y="8455"/>
                  <a:pt x="35857" y="8455"/>
                </a:cubicBezTo>
                <a:cubicBezTo>
                  <a:pt x="35922" y="8455"/>
                  <a:pt x="35988" y="8438"/>
                  <a:pt x="36046" y="8403"/>
                </a:cubicBezTo>
                <a:lnTo>
                  <a:pt x="39812" y="6168"/>
                </a:lnTo>
                <a:lnTo>
                  <a:pt x="42977" y="9334"/>
                </a:lnTo>
                <a:lnTo>
                  <a:pt x="40767" y="13067"/>
                </a:lnTo>
                <a:cubicBezTo>
                  <a:pt x="40693" y="13192"/>
                  <a:pt x="40699" y="13349"/>
                  <a:pt x="40782" y="13468"/>
                </a:cubicBezTo>
                <a:cubicBezTo>
                  <a:pt x="41701" y="14788"/>
                  <a:pt x="42455" y="16216"/>
                  <a:pt x="43027" y="17721"/>
                </a:cubicBezTo>
                <a:cubicBezTo>
                  <a:pt x="43078" y="17854"/>
                  <a:pt x="43202" y="17948"/>
                  <a:pt x="43346" y="17960"/>
                </a:cubicBezTo>
                <a:lnTo>
                  <a:pt x="47632" y="18292"/>
                </a:lnTo>
                <a:lnTo>
                  <a:pt x="48410" y="22701"/>
                </a:lnTo>
                <a:lnTo>
                  <a:pt x="44528" y="24470"/>
                </a:lnTo>
                <a:cubicBezTo>
                  <a:pt x="44396" y="24531"/>
                  <a:pt x="44311" y="24661"/>
                  <a:pt x="44310" y="24807"/>
                </a:cubicBezTo>
                <a:cubicBezTo>
                  <a:pt x="44304" y="26434"/>
                  <a:pt x="44099" y="28056"/>
                  <a:pt x="43695" y="29633"/>
                </a:cubicBezTo>
                <a:cubicBezTo>
                  <a:pt x="43660" y="29773"/>
                  <a:pt x="43707" y="29920"/>
                  <a:pt x="43818" y="30012"/>
                </a:cubicBezTo>
                <a:lnTo>
                  <a:pt x="47085" y="32708"/>
                </a:lnTo>
                <a:lnTo>
                  <a:pt x="45194" y="36768"/>
                </a:lnTo>
                <a:lnTo>
                  <a:pt x="41030" y="36000"/>
                </a:lnTo>
                <a:cubicBezTo>
                  <a:pt x="41007" y="35996"/>
                  <a:pt x="40984" y="35994"/>
                  <a:pt x="40961" y="35994"/>
                </a:cubicBezTo>
                <a:cubicBezTo>
                  <a:pt x="40842" y="35994"/>
                  <a:pt x="40728" y="36051"/>
                  <a:pt x="40659" y="36150"/>
                </a:cubicBezTo>
                <a:cubicBezTo>
                  <a:pt x="39711" y="37481"/>
                  <a:pt x="38602" y="38688"/>
                  <a:pt x="37359" y="39747"/>
                </a:cubicBezTo>
                <a:cubicBezTo>
                  <a:pt x="37248" y="39841"/>
                  <a:pt x="37202" y="39989"/>
                  <a:pt x="37240" y="40129"/>
                </a:cubicBezTo>
                <a:lnTo>
                  <a:pt x="38366" y="44205"/>
                </a:lnTo>
                <a:lnTo>
                  <a:pt x="34486" y="46444"/>
                </a:lnTo>
                <a:lnTo>
                  <a:pt x="31513" y="43421"/>
                </a:lnTo>
                <a:cubicBezTo>
                  <a:pt x="31441" y="43349"/>
                  <a:pt x="31346" y="43310"/>
                  <a:pt x="31248" y="43310"/>
                </a:cubicBezTo>
                <a:cubicBezTo>
                  <a:pt x="31207" y="43310"/>
                  <a:pt x="31165" y="43317"/>
                  <a:pt x="31124" y="43332"/>
                </a:cubicBezTo>
                <a:cubicBezTo>
                  <a:pt x="29588" y="43869"/>
                  <a:pt x="27990" y="44215"/>
                  <a:pt x="26369" y="44361"/>
                </a:cubicBezTo>
                <a:cubicBezTo>
                  <a:pt x="26223" y="44373"/>
                  <a:pt x="26100" y="44469"/>
                  <a:pt x="26051" y="44606"/>
                </a:cubicBezTo>
                <a:lnTo>
                  <a:pt x="24629" y="48621"/>
                </a:lnTo>
                <a:lnTo>
                  <a:pt x="20168" y="48230"/>
                </a:lnTo>
                <a:lnTo>
                  <a:pt x="19464" y="43988"/>
                </a:lnTo>
                <a:cubicBezTo>
                  <a:pt x="19440" y="43847"/>
                  <a:pt x="19338" y="43731"/>
                  <a:pt x="19198" y="43691"/>
                </a:cubicBezTo>
                <a:cubicBezTo>
                  <a:pt x="17649" y="43251"/>
                  <a:pt x="16160" y="42623"/>
                  <a:pt x="14764" y="41820"/>
                </a:cubicBezTo>
                <a:cubicBezTo>
                  <a:pt x="14706" y="41787"/>
                  <a:pt x="14642" y="41770"/>
                  <a:pt x="14578" y="41770"/>
                </a:cubicBezTo>
                <a:cubicBezTo>
                  <a:pt x="14502" y="41770"/>
                  <a:pt x="14426" y="41793"/>
                  <a:pt x="14362" y="41839"/>
                </a:cubicBezTo>
                <a:lnTo>
                  <a:pt x="10845" y="44358"/>
                </a:lnTo>
                <a:lnTo>
                  <a:pt x="7415" y="41481"/>
                </a:lnTo>
                <a:lnTo>
                  <a:pt x="9316" y="37534"/>
                </a:lnTo>
                <a:cubicBezTo>
                  <a:pt x="9378" y="37404"/>
                  <a:pt x="9359" y="37251"/>
                  <a:pt x="9268" y="37138"/>
                </a:cubicBezTo>
                <a:cubicBezTo>
                  <a:pt x="8267" y="35905"/>
                  <a:pt x="7418" y="34554"/>
                  <a:pt x="6741" y="33117"/>
                </a:cubicBezTo>
                <a:cubicBezTo>
                  <a:pt x="6679" y="32986"/>
                  <a:pt x="6542" y="32915"/>
                  <a:pt x="6399" y="32904"/>
                </a:cubicBezTo>
                <a:lnTo>
                  <a:pt x="1997" y="32961"/>
                </a:lnTo>
                <a:lnTo>
                  <a:pt x="840" y="28638"/>
                </a:lnTo>
                <a:lnTo>
                  <a:pt x="4730" y="26466"/>
                </a:lnTo>
                <a:cubicBezTo>
                  <a:pt x="4857" y="26396"/>
                  <a:pt x="4931" y="26259"/>
                  <a:pt x="4920" y="26115"/>
                </a:cubicBezTo>
                <a:cubicBezTo>
                  <a:pt x="4882" y="25582"/>
                  <a:pt x="4865" y="25140"/>
                  <a:pt x="4865" y="24722"/>
                </a:cubicBezTo>
                <a:cubicBezTo>
                  <a:pt x="4867" y="23617"/>
                  <a:pt x="4960" y="22516"/>
                  <a:pt x="5145" y="21429"/>
                </a:cubicBezTo>
                <a:cubicBezTo>
                  <a:pt x="5168" y="21285"/>
                  <a:pt x="5106" y="21141"/>
                  <a:pt x="4986" y="21059"/>
                </a:cubicBezTo>
                <a:lnTo>
                  <a:pt x="1287" y="18549"/>
                </a:lnTo>
                <a:lnTo>
                  <a:pt x="2818" y="14345"/>
                </a:lnTo>
                <a:lnTo>
                  <a:pt x="7286" y="14806"/>
                </a:lnTo>
                <a:cubicBezTo>
                  <a:pt x="7299" y="14807"/>
                  <a:pt x="7312" y="14808"/>
                  <a:pt x="7324" y="14808"/>
                </a:cubicBezTo>
                <a:cubicBezTo>
                  <a:pt x="7454" y="14808"/>
                  <a:pt x="7576" y="14740"/>
                  <a:pt x="7644" y="14628"/>
                </a:cubicBezTo>
                <a:cubicBezTo>
                  <a:pt x="8444" y="13287"/>
                  <a:pt x="9400" y="12047"/>
                  <a:pt x="10493" y="10932"/>
                </a:cubicBezTo>
                <a:cubicBezTo>
                  <a:pt x="10594" y="10828"/>
                  <a:pt x="10627" y="10675"/>
                  <a:pt x="10575" y="10540"/>
                </a:cubicBezTo>
                <a:lnTo>
                  <a:pt x="8971" y="6339"/>
                </a:lnTo>
                <a:lnTo>
                  <a:pt x="12638" y="3773"/>
                </a:lnTo>
                <a:lnTo>
                  <a:pt x="16031" y="6710"/>
                </a:lnTo>
                <a:cubicBezTo>
                  <a:pt x="16100" y="6770"/>
                  <a:pt x="16187" y="6801"/>
                  <a:pt x="16274" y="6801"/>
                </a:cubicBezTo>
                <a:cubicBezTo>
                  <a:pt x="16326" y="6801"/>
                  <a:pt x="16378" y="6790"/>
                  <a:pt x="16427" y="6768"/>
                </a:cubicBezTo>
                <a:cubicBezTo>
                  <a:pt x="17853" y="6119"/>
                  <a:pt x="19350" y="5644"/>
                  <a:pt x="20887" y="5351"/>
                </a:cubicBezTo>
                <a:cubicBezTo>
                  <a:pt x="21029" y="5323"/>
                  <a:pt x="21142" y="5216"/>
                  <a:pt x="21178" y="5076"/>
                </a:cubicBezTo>
                <a:lnTo>
                  <a:pt x="22270" y="743"/>
                </a:lnTo>
                <a:close/>
                <a:moveTo>
                  <a:pt x="27037" y="1"/>
                </a:moveTo>
                <a:cubicBezTo>
                  <a:pt x="27036" y="1"/>
                  <a:pt x="27035" y="1"/>
                  <a:pt x="27034" y="1"/>
                </a:cubicBezTo>
                <a:lnTo>
                  <a:pt x="21981" y="1"/>
                </a:lnTo>
                <a:cubicBezTo>
                  <a:pt x="21980" y="1"/>
                  <a:pt x="21979" y="1"/>
                  <a:pt x="21978" y="1"/>
                </a:cubicBezTo>
                <a:cubicBezTo>
                  <a:pt x="21808" y="1"/>
                  <a:pt x="21661" y="116"/>
                  <a:pt x="21620" y="281"/>
                </a:cubicBezTo>
                <a:lnTo>
                  <a:pt x="20514" y="4667"/>
                </a:lnTo>
                <a:cubicBezTo>
                  <a:pt x="19078" y="4958"/>
                  <a:pt x="17678" y="5402"/>
                  <a:pt x="16338" y="5994"/>
                </a:cubicBezTo>
                <a:lnTo>
                  <a:pt x="12903" y="3021"/>
                </a:lnTo>
                <a:cubicBezTo>
                  <a:pt x="12834" y="2961"/>
                  <a:pt x="12747" y="2931"/>
                  <a:pt x="12660" y="2931"/>
                </a:cubicBezTo>
                <a:cubicBezTo>
                  <a:pt x="12586" y="2931"/>
                  <a:pt x="12512" y="2953"/>
                  <a:pt x="12448" y="2997"/>
                </a:cubicBezTo>
                <a:lnTo>
                  <a:pt x="8309" y="5896"/>
                </a:lnTo>
                <a:cubicBezTo>
                  <a:pt x="8168" y="5994"/>
                  <a:pt x="8113" y="6174"/>
                  <a:pt x="8174" y="6334"/>
                </a:cubicBezTo>
                <a:lnTo>
                  <a:pt x="9795" y="10583"/>
                </a:lnTo>
                <a:cubicBezTo>
                  <a:pt x="8787" y="11638"/>
                  <a:pt x="7893" y="12798"/>
                  <a:pt x="7129" y="14042"/>
                </a:cubicBezTo>
                <a:lnTo>
                  <a:pt x="2605" y="13576"/>
                </a:lnTo>
                <a:cubicBezTo>
                  <a:pt x="2592" y="13575"/>
                  <a:pt x="2580" y="13574"/>
                  <a:pt x="2567" y="13574"/>
                </a:cubicBezTo>
                <a:cubicBezTo>
                  <a:pt x="2412" y="13574"/>
                  <a:pt x="2271" y="13672"/>
                  <a:pt x="2218" y="13820"/>
                </a:cubicBezTo>
                <a:lnTo>
                  <a:pt x="489" y="18567"/>
                </a:lnTo>
                <a:cubicBezTo>
                  <a:pt x="431" y="18728"/>
                  <a:pt x="489" y="18906"/>
                  <a:pt x="630" y="19002"/>
                </a:cubicBezTo>
                <a:lnTo>
                  <a:pt x="4372" y="21541"/>
                </a:lnTo>
                <a:cubicBezTo>
                  <a:pt x="4208" y="22593"/>
                  <a:pt x="4123" y="23656"/>
                  <a:pt x="4121" y="24721"/>
                </a:cubicBezTo>
                <a:cubicBezTo>
                  <a:pt x="4121" y="25092"/>
                  <a:pt x="4135" y="25483"/>
                  <a:pt x="4163" y="25931"/>
                </a:cubicBezTo>
                <a:lnTo>
                  <a:pt x="222" y="28130"/>
                </a:lnTo>
                <a:cubicBezTo>
                  <a:pt x="74" y="28213"/>
                  <a:pt x="1" y="28387"/>
                  <a:pt x="45" y="28550"/>
                </a:cubicBezTo>
                <a:lnTo>
                  <a:pt x="1352" y="33433"/>
                </a:lnTo>
                <a:cubicBezTo>
                  <a:pt x="1397" y="33596"/>
                  <a:pt x="1558" y="33699"/>
                  <a:pt x="1716" y="33708"/>
                </a:cubicBezTo>
                <a:lnTo>
                  <a:pt x="6171" y="33651"/>
                </a:lnTo>
                <a:cubicBezTo>
                  <a:pt x="6823" y="34991"/>
                  <a:pt x="7617" y="36256"/>
                  <a:pt x="8544" y="37423"/>
                </a:cubicBezTo>
                <a:lnTo>
                  <a:pt x="6619" y="41420"/>
                </a:lnTo>
                <a:cubicBezTo>
                  <a:pt x="6546" y="41573"/>
                  <a:pt x="6585" y="41756"/>
                  <a:pt x="6716" y="41866"/>
                </a:cubicBezTo>
                <a:lnTo>
                  <a:pt x="10587" y="45114"/>
                </a:lnTo>
                <a:cubicBezTo>
                  <a:pt x="10656" y="45171"/>
                  <a:pt x="10741" y="45200"/>
                  <a:pt x="10827" y="45200"/>
                </a:cubicBezTo>
                <a:cubicBezTo>
                  <a:pt x="10902" y="45200"/>
                  <a:pt x="10978" y="45177"/>
                  <a:pt x="11043" y="45131"/>
                </a:cubicBezTo>
                <a:lnTo>
                  <a:pt x="14599" y="42583"/>
                </a:lnTo>
                <a:cubicBezTo>
                  <a:pt x="15919" y="43321"/>
                  <a:pt x="17317" y="43912"/>
                  <a:pt x="18767" y="44341"/>
                </a:cubicBezTo>
                <a:lnTo>
                  <a:pt x="19482" y="48637"/>
                </a:lnTo>
                <a:cubicBezTo>
                  <a:pt x="19510" y="48804"/>
                  <a:pt x="19647" y="48931"/>
                  <a:pt x="19816" y="48946"/>
                </a:cubicBezTo>
                <a:lnTo>
                  <a:pt x="24850" y="49386"/>
                </a:lnTo>
                <a:cubicBezTo>
                  <a:pt x="24862" y="49387"/>
                  <a:pt x="24872" y="49387"/>
                  <a:pt x="24882" y="49387"/>
                </a:cubicBezTo>
                <a:cubicBezTo>
                  <a:pt x="25040" y="49387"/>
                  <a:pt x="25181" y="49289"/>
                  <a:pt x="25233" y="49141"/>
                </a:cubicBezTo>
                <a:lnTo>
                  <a:pt x="26672" y="45078"/>
                </a:lnTo>
                <a:cubicBezTo>
                  <a:pt x="28195" y="44923"/>
                  <a:pt x="29695" y="44600"/>
                  <a:pt x="31146" y="44110"/>
                </a:cubicBezTo>
                <a:lnTo>
                  <a:pt x="34157" y="47170"/>
                </a:lnTo>
                <a:cubicBezTo>
                  <a:pt x="34229" y="47243"/>
                  <a:pt x="34325" y="47281"/>
                  <a:pt x="34423" y="47281"/>
                </a:cubicBezTo>
                <a:cubicBezTo>
                  <a:pt x="34486" y="47281"/>
                  <a:pt x="34551" y="47265"/>
                  <a:pt x="34609" y="47231"/>
                </a:cubicBezTo>
                <a:lnTo>
                  <a:pt x="38985" y="44705"/>
                </a:lnTo>
                <a:cubicBezTo>
                  <a:pt x="39132" y="44621"/>
                  <a:pt x="39203" y="44447"/>
                  <a:pt x="39159" y="44283"/>
                </a:cubicBezTo>
                <a:lnTo>
                  <a:pt x="38018" y="40158"/>
                </a:lnTo>
                <a:cubicBezTo>
                  <a:pt x="39177" y="39150"/>
                  <a:pt x="40219" y="38014"/>
                  <a:pt x="41125" y="36774"/>
                </a:cubicBezTo>
                <a:lnTo>
                  <a:pt x="45339" y="37551"/>
                </a:lnTo>
                <a:cubicBezTo>
                  <a:pt x="45362" y="37555"/>
                  <a:pt x="45385" y="37557"/>
                  <a:pt x="45407" y="37557"/>
                </a:cubicBezTo>
                <a:cubicBezTo>
                  <a:pt x="45549" y="37557"/>
                  <a:pt x="45681" y="37475"/>
                  <a:pt x="45743" y="37343"/>
                </a:cubicBezTo>
                <a:lnTo>
                  <a:pt x="47878" y="32762"/>
                </a:lnTo>
                <a:cubicBezTo>
                  <a:pt x="47950" y="32609"/>
                  <a:pt x="47908" y="32426"/>
                  <a:pt x="47777" y="32319"/>
                </a:cubicBezTo>
                <a:lnTo>
                  <a:pt x="44470" y="29588"/>
                </a:lnTo>
                <a:cubicBezTo>
                  <a:pt x="44831" y="28101"/>
                  <a:pt x="45026" y="26578"/>
                  <a:pt x="45048" y="25049"/>
                </a:cubicBezTo>
                <a:lnTo>
                  <a:pt x="48979" y="23260"/>
                </a:lnTo>
                <a:cubicBezTo>
                  <a:pt x="49133" y="23188"/>
                  <a:pt x="49219" y="23023"/>
                  <a:pt x="49191" y="22856"/>
                </a:cubicBezTo>
                <a:lnTo>
                  <a:pt x="48312" y="17880"/>
                </a:lnTo>
                <a:cubicBezTo>
                  <a:pt x="48282" y="17713"/>
                  <a:pt x="48144" y="17587"/>
                  <a:pt x="47975" y="17574"/>
                </a:cubicBezTo>
                <a:lnTo>
                  <a:pt x="43636" y="17237"/>
                </a:lnTo>
                <a:cubicBezTo>
                  <a:pt x="43083" y="15830"/>
                  <a:pt x="42375" y="14491"/>
                  <a:pt x="41527" y="13241"/>
                </a:cubicBezTo>
                <a:lnTo>
                  <a:pt x="43762" y="9464"/>
                </a:lnTo>
                <a:cubicBezTo>
                  <a:pt x="43848" y="9317"/>
                  <a:pt x="43826" y="9132"/>
                  <a:pt x="43706" y="9011"/>
                </a:cubicBezTo>
                <a:lnTo>
                  <a:pt x="40133" y="5439"/>
                </a:lnTo>
                <a:cubicBezTo>
                  <a:pt x="40061" y="5367"/>
                  <a:pt x="39966" y="5329"/>
                  <a:pt x="39869" y="5329"/>
                </a:cubicBezTo>
                <a:cubicBezTo>
                  <a:pt x="39804" y="5329"/>
                  <a:pt x="39739" y="5346"/>
                  <a:pt x="39680" y="5381"/>
                </a:cubicBezTo>
                <a:lnTo>
                  <a:pt x="35870" y="7644"/>
                </a:lnTo>
                <a:cubicBezTo>
                  <a:pt x="33635" y="6162"/>
                  <a:pt x="31128" y="5139"/>
                  <a:pt x="28497" y="4634"/>
                </a:cubicBezTo>
                <a:lnTo>
                  <a:pt x="27395" y="280"/>
                </a:lnTo>
                <a:cubicBezTo>
                  <a:pt x="27354" y="116"/>
                  <a:pt x="27207" y="1"/>
                  <a:pt x="270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33"/>
          <p:cNvSpPr/>
          <p:nvPr/>
        </p:nvSpPr>
        <p:spPr>
          <a:xfrm>
            <a:off x="7467408" y="138201"/>
            <a:ext cx="823328" cy="826138"/>
          </a:xfrm>
          <a:custGeom>
            <a:rect b="b" l="l" r="r" t="t"/>
            <a:pathLst>
              <a:path extrusionOk="0" h="49388" w="49220">
                <a:moveTo>
                  <a:pt x="24588" y="12476"/>
                </a:moveTo>
                <a:cubicBezTo>
                  <a:pt x="31341" y="12476"/>
                  <a:pt x="36833" y="17970"/>
                  <a:pt x="36833" y="24722"/>
                </a:cubicBezTo>
                <a:cubicBezTo>
                  <a:pt x="36833" y="31474"/>
                  <a:pt x="31341" y="36969"/>
                  <a:pt x="24588" y="36969"/>
                </a:cubicBezTo>
                <a:cubicBezTo>
                  <a:pt x="17836" y="36969"/>
                  <a:pt x="12342" y="31473"/>
                  <a:pt x="12342" y="24722"/>
                </a:cubicBezTo>
                <a:cubicBezTo>
                  <a:pt x="12342" y="17970"/>
                  <a:pt x="17836" y="12476"/>
                  <a:pt x="24588" y="12476"/>
                </a:cubicBezTo>
                <a:close/>
                <a:moveTo>
                  <a:pt x="24587" y="11733"/>
                </a:moveTo>
                <a:cubicBezTo>
                  <a:pt x="17425" y="11733"/>
                  <a:pt x="11600" y="17560"/>
                  <a:pt x="11600" y="24722"/>
                </a:cubicBezTo>
                <a:cubicBezTo>
                  <a:pt x="11600" y="31884"/>
                  <a:pt x="17426" y="37711"/>
                  <a:pt x="24588" y="37711"/>
                </a:cubicBezTo>
                <a:lnTo>
                  <a:pt x="24588" y="37711"/>
                </a:lnTo>
                <a:cubicBezTo>
                  <a:pt x="31751" y="37711"/>
                  <a:pt x="37577" y="31884"/>
                  <a:pt x="37577" y="24722"/>
                </a:cubicBezTo>
                <a:cubicBezTo>
                  <a:pt x="37577" y="17560"/>
                  <a:pt x="31750" y="11733"/>
                  <a:pt x="24587" y="11733"/>
                </a:cubicBezTo>
                <a:close/>
                <a:moveTo>
                  <a:pt x="24588" y="37711"/>
                </a:moveTo>
                <a:cubicBezTo>
                  <a:pt x="24587" y="37711"/>
                  <a:pt x="24587" y="37711"/>
                  <a:pt x="24587" y="37711"/>
                </a:cubicBezTo>
                <a:lnTo>
                  <a:pt x="24588" y="37711"/>
                </a:lnTo>
                <a:cubicBezTo>
                  <a:pt x="24588" y="37711"/>
                  <a:pt x="24588" y="37711"/>
                  <a:pt x="24588" y="37711"/>
                </a:cubicBezTo>
                <a:close/>
                <a:moveTo>
                  <a:pt x="26745" y="743"/>
                </a:moveTo>
                <a:lnTo>
                  <a:pt x="27835" y="5048"/>
                </a:lnTo>
                <a:cubicBezTo>
                  <a:pt x="27870" y="5189"/>
                  <a:pt x="27985" y="5296"/>
                  <a:pt x="28129" y="5323"/>
                </a:cubicBezTo>
                <a:cubicBezTo>
                  <a:pt x="30843" y="5814"/>
                  <a:pt x="33373" y="6848"/>
                  <a:pt x="35648" y="8391"/>
                </a:cubicBezTo>
                <a:cubicBezTo>
                  <a:pt x="35711" y="8434"/>
                  <a:pt x="35784" y="8455"/>
                  <a:pt x="35857" y="8455"/>
                </a:cubicBezTo>
                <a:cubicBezTo>
                  <a:pt x="35922" y="8455"/>
                  <a:pt x="35988" y="8438"/>
                  <a:pt x="36046" y="8403"/>
                </a:cubicBezTo>
                <a:lnTo>
                  <a:pt x="39812" y="6168"/>
                </a:lnTo>
                <a:lnTo>
                  <a:pt x="42977" y="9334"/>
                </a:lnTo>
                <a:lnTo>
                  <a:pt x="40767" y="13067"/>
                </a:lnTo>
                <a:cubicBezTo>
                  <a:pt x="40693" y="13192"/>
                  <a:pt x="40699" y="13349"/>
                  <a:pt x="40782" y="13468"/>
                </a:cubicBezTo>
                <a:cubicBezTo>
                  <a:pt x="41701" y="14788"/>
                  <a:pt x="42455" y="16216"/>
                  <a:pt x="43027" y="17721"/>
                </a:cubicBezTo>
                <a:cubicBezTo>
                  <a:pt x="43078" y="17854"/>
                  <a:pt x="43202" y="17948"/>
                  <a:pt x="43346" y="17960"/>
                </a:cubicBezTo>
                <a:lnTo>
                  <a:pt x="47632" y="18292"/>
                </a:lnTo>
                <a:lnTo>
                  <a:pt x="48410" y="22701"/>
                </a:lnTo>
                <a:lnTo>
                  <a:pt x="44528" y="24470"/>
                </a:lnTo>
                <a:cubicBezTo>
                  <a:pt x="44396" y="24531"/>
                  <a:pt x="44311" y="24661"/>
                  <a:pt x="44310" y="24807"/>
                </a:cubicBezTo>
                <a:cubicBezTo>
                  <a:pt x="44304" y="26434"/>
                  <a:pt x="44099" y="28056"/>
                  <a:pt x="43695" y="29633"/>
                </a:cubicBezTo>
                <a:cubicBezTo>
                  <a:pt x="43660" y="29773"/>
                  <a:pt x="43707" y="29920"/>
                  <a:pt x="43818" y="30012"/>
                </a:cubicBezTo>
                <a:lnTo>
                  <a:pt x="47085" y="32708"/>
                </a:lnTo>
                <a:lnTo>
                  <a:pt x="45194" y="36768"/>
                </a:lnTo>
                <a:lnTo>
                  <a:pt x="41030" y="36000"/>
                </a:lnTo>
                <a:cubicBezTo>
                  <a:pt x="41007" y="35996"/>
                  <a:pt x="40984" y="35994"/>
                  <a:pt x="40961" y="35994"/>
                </a:cubicBezTo>
                <a:cubicBezTo>
                  <a:pt x="40842" y="35994"/>
                  <a:pt x="40728" y="36051"/>
                  <a:pt x="40659" y="36150"/>
                </a:cubicBezTo>
                <a:cubicBezTo>
                  <a:pt x="39711" y="37481"/>
                  <a:pt x="38602" y="38688"/>
                  <a:pt x="37359" y="39747"/>
                </a:cubicBezTo>
                <a:cubicBezTo>
                  <a:pt x="37248" y="39841"/>
                  <a:pt x="37202" y="39989"/>
                  <a:pt x="37240" y="40129"/>
                </a:cubicBezTo>
                <a:lnTo>
                  <a:pt x="38366" y="44205"/>
                </a:lnTo>
                <a:lnTo>
                  <a:pt x="34486" y="46444"/>
                </a:lnTo>
                <a:lnTo>
                  <a:pt x="31513" y="43421"/>
                </a:lnTo>
                <a:cubicBezTo>
                  <a:pt x="31441" y="43349"/>
                  <a:pt x="31346" y="43310"/>
                  <a:pt x="31248" y="43310"/>
                </a:cubicBezTo>
                <a:cubicBezTo>
                  <a:pt x="31207" y="43310"/>
                  <a:pt x="31165" y="43317"/>
                  <a:pt x="31124" y="43332"/>
                </a:cubicBezTo>
                <a:cubicBezTo>
                  <a:pt x="29588" y="43869"/>
                  <a:pt x="27990" y="44215"/>
                  <a:pt x="26369" y="44361"/>
                </a:cubicBezTo>
                <a:cubicBezTo>
                  <a:pt x="26223" y="44373"/>
                  <a:pt x="26100" y="44469"/>
                  <a:pt x="26051" y="44606"/>
                </a:cubicBezTo>
                <a:lnTo>
                  <a:pt x="24629" y="48621"/>
                </a:lnTo>
                <a:lnTo>
                  <a:pt x="20168" y="48230"/>
                </a:lnTo>
                <a:lnTo>
                  <a:pt x="19464" y="43988"/>
                </a:lnTo>
                <a:cubicBezTo>
                  <a:pt x="19440" y="43847"/>
                  <a:pt x="19338" y="43731"/>
                  <a:pt x="19198" y="43691"/>
                </a:cubicBezTo>
                <a:cubicBezTo>
                  <a:pt x="17649" y="43251"/>
                  <a:pt x="16160" y="42623"/>
                  <a:pt x="14764" y="41820"/>
                </a:cubicBezTo>
                <a:cubicBezTo>
                  <a:pt x="14706" y="41787"/>
                  <a:pt x="14642" y="41770"/>
                  <a:pt x="14578" y="41770"/>
                </a:cubicBezTo>
                <a:cubicBezTo>
                  <a:pt x="14502" y="41770"/>
                  <a:pt x="14426" y="41793"/>
                  <a:pt x="14362" y="41839"/>
                </a:cubicBezTo>
                <a:lnTo>
                  <a:pt x="10845" y="44358"/>
                </a:lnTo>
                <a:lnTo>
                  <a:pt x="7415" y="41481"/>
                </a:lnTo>
                <a:lnTo>
                  <a:pt x="9316" y="37534"/>
                </a:lnTo>
                <a:cubicBezTo>
                  <a:pt x="9378" y="37404"/>
                  <a:pt x="9359" y="37251"/>
                  <a:pt x="9268" y="37138"/>
                </a:cubicBezTo>
                <a:cubicBezTo>
                  <a:pt x="8267" y="35905"/>
                  <a:pt x="7418" y="34554"/>
                  <a:pt x="6741" y="33117"/>
                </a:cubicBezTo>
                <a:cubicBezTo>
                  <a:pt x="6679" y="32986"/>
                  <a:pt x="6542" y="32915"/>
                  <a:pt x="6399" y="32904"/>
                </a:cubicBezTo>
                <a:lnTo>
                  <a:pt x="1997" y="32961"/>
                </a:lnTo>
                <a:lnTo>
                  <a:pt x="840" y="28638"/>
                </a:lnTo>
                <a:lnTo>
                  <a:pt x="4730" y="26466"/>
                </a:lnTo>
                <a:cubicBezTo>
                  <a:pt x="4857" y="26396"/>
                  <a:pt x="4931" y="26259"/>
                  <a:pt x="4920" y="26115"/>
                </a:cubicBezTo>
                <a:cubicBezTo>
                  <a:pt x="4882" y="25582"/>
                  <a:pt x="4865" y="25140"/>
                  <a:pt x="4865" y="24722"/>
                </a:cubicBezTo>
                <a:cubicBezTo>
                  <a:pt x="4867" y="23617"/>
                  <a:pt x="4960" y="22516"/>
                  <a:pt x="5145" y="21429"/>
                </a:cubicBezTo>
                <a:cubicBezTo>
                  <a:pt x="5168" y="21285"/>
                  <a:pt x="5106" y="21141"/>
                  <a:pt x="4986" y="21059"/>
                </a:cubicBezTo>
                <a:lnTo>
                  <a:pt x="1287" y="18549"/>
                </a:lnTo>
                <a:lnTo>
                  <a:pt x="2818" y="14345"/>
                </a:lnTo>
                <a:lnTo>
                  <a:pt x="7286" y="14806"/>
                </a:lnTo>
                <a:cubicBezTo>
                  <a:pt x="7299" y="14807"/>
                  <a:pt x="7312" y="14808"/>
                  <a:pt x="7324" y="14808"/>
                </a:cubicBezTo>
                <a:cubicBezTo>
                  <a:pt x="7454" y="14808"/>
                  <a:pt x="7576" y="14740"/>
                  <a:pt x="7644" y="14628"/>
                </a:cubicBezTo>
                <a:cubicBezTo>
                  <a:pt x="8444" y="13287"/>
                  <a:pt x="9400" y="12047"/>
                  <a:pt x="10493" y="10932"/>
                </a:cubicBezTo>
                <a:cubicBezTo>
                  <a:pt x="10594" y="10828"/>
                  <a:pt x="10627" y="10675"/>
                  <a:pt x="10575" y="10540"/>
                </a:cubicBezTo>
                <a:lnTo>
                  <a:pt x="8971" y="6339"/>
                </a:lnTo>
                <a:lnTo>
                  <a:pt x="12638" y="3773"/>
                </a:lnTo>
                <a:lnTo>
                  <a:pt x="16031" y="6710"/>
                </a:lnTo>
                <a:cubicBezTo>
                  <a:pt x="16100" y="6770"/>
                  <a:pt x="16187" y="6801"/>
                  <a:pt x="16274" y="6801"/>
                </a:cubicBezTo>
                <a:cubicBezTo>
                  <a:pt x="16326" y="6801"/>
                  <a:pt x="16378" y="6790"/>
                  <a:pt x="16427" y="6768"/>
                </a:cubicBezTo>
                <a:cubicBezTo>
                  <a:pt x="17853" y="6119"/>
                  <a:pt x="19350" y="5644"/>
                  <a:pt x="20887" y="5351"/>
                </a:cubicBezTo>
                <a:cubicBezTo>
                  <a:pt x="21029" y="5323"/>
                  <a:pt x="21142" y="5216"/>
                  <a:pt x="21178" y="5076"/>
                </a:cubicBezTo>
                <a:lnTo>
                  <a:pt x="22270" y="743"/>
                </a:lnTo>
                <a:close/>
                <a:moveTo>
                  <a:pt x="27037" y="1"/>
                </a:moveTo>
                <a:cubicBezTo>
                  <a:pt x="27036" y="1"/>
                  <a:pt x="27035" y="1"/>
                  <a:pt x="27034" y="1"/>
                </a:cubicBezTo>
                <a:lnTo>
                  <a:pt x="21981" y="1"/>
                </a:lnTo>
                <a:cubicBezTo>
                  <a:pt x="21980" y="1"/>
                  <a:pt x="21979" y="1"/>
                  <a:pt x="21978" y="1"/>
                </a:cubicBezTo>
                <a:cubicBezTo>
                  <a:pt x="21808" y="1"/>
                  <a:pt x="21661" y="116"/>
                  <a:pt x="21620" y="281"/>
                </a:cubicBezTo>
                <a:lnTo>
                  <a:pt x="20514" y="4667"/>
                </a:lnTo>
                <a:cubicBezTo>
                  <a:pt x="19078" y="4958"/>
                  <a:pt x="17678" y="5402"/>
                  <a:pt x="16338" y="5994"/>
                </a:cubicBezTo>
                <a:lnTo>
                  <a:pt x="12903" y="3021"/>
                </a:lnTo>
                <a:cubicBezTo>
                  <a:pt x="12834" y="2961"/>
                  <a:pt x="12747" y="2931"/>
                  <a:pt x="12660" y="2931"/>
                </a:cubicBezTo>
                <a:cubicBezTo>
                  <a:pt x="12586" y="2931"/>
                  <a:pt x="12512" y="2953"/>
                  <a:pt x="12448" y="2997"/>
                </a:cubicBezTo>
                <a:lnTo>
                  <a:pt x="8309" y="5896"/>
                </a:lnTo>
                <a:cubicBezTo>
                  <a:pt x="8168" y="5994"/>
                  <a:pt x="8113" y="6174"/>
                  <a:pt x="8174" y="6334"/>
                </a:cubicBezTo>
                <a:lnTo>
                  <a:pt x="9795" y="10583"/>
                </a:lnTo>
                <a:cubicBezTo>
                  <a:pt x="8787" y="11638"/>
                  <a:pt x="7893" y="12798"/>
                  <a:pt x="7129" y="14042"/>
                </a:cubicBezTo>
                <a:lnTo>
                  <a:pt x="2605" y="13576"/>
                </a:lnTo>
                <a:cubicBezTo>
                  <a:pt x="2592" y="13575"/>
                  <a:pt x="2580" y="13574"/>
                  <a:pt x="2567" y="13574"/>
                </a:cubicBezTo>
                <a:cubicBezTo>
                  <a:pt x="2412" y="13574"/>
                  <a:pt x="2271" y="13672"/>
                  <a:pt x="2218" y="13820"/>
                </a:cubicBezTo>
                <a:lnTo>
                  <a:pt x="489" y="18567"/>
                </a:lnTo>
                <a:cubicBezTo>
                  <a:pt x="431" y="18728"/>
                  <a:pt x="489" y="18906"/>
                  <a:pt x="630" y="19002"/>
                </a:cubicBezTo>
                <a:lnTo>
                  <a:pt x="4372" y="21541"/>
                </a:lnTo>
                <a:cubicBezTo>
                  <a:pt x="4208" y="22593"/>
                  <a:pt x="4123" y="23656"/>
                  <a:pt x="4121" y="24721"/>
                </a:cubicBezTo>
                <a:cubicBezTo>
                  <a:pt x="4121" y="25092"/>
                  <a:pt x="4135" y="25483"/>
                  <a:pt x="4163" y="25931"/>
                </a:cubicBezTo>
                <a:lnTo>
                  <a:pt x="222" y="28130"/>
                </a:lnTo>
                <a:cubicBezTo>
                  <a:pt x="74" y="28213"/>
                  <a:pt x="1" y="28387"/>
                  <a:pt x="45" y="28550"/>
                </a:cubicBezTo>
                <a:lnTo>
                  <a:pt x="1352" y="33433"/>
                </a:lnTo>
                <a:cubicBezTo>
                  <a:pt x="1397" y="33596"/>
                  <a:pt x="1558" y="33699"/>
                  <a:pt x="1716" y="33708"/>
                </a:cubicBezTo>
                <a:lnTo>
                  <a:pt x="6171" y="33651"/>
                </a:lnTo>
                <a:cubicBezTo>
                  <a:pt x="6823" y="34991"/>
                  <a:pt x="7617" y="36256"/>
                  <a:pt x="8544" y="37423"/>
                </a:cubicBezTo>
                <a:lnTo>
                  <a:pt x="6619" y="41420"/>
                </a:lnTo>
                <a:cubicBezTo>
                  <a:pt x="6546" y="41573"/>
                  <a:pt x="6585" y="41756"/>
                  <a:pt x="6716" y="41866"/>
                </a:cubicBezTo>
                <a:lnTo>
                  <a:pt x="10587" y="45114"/>
                </a:lnTo>
                <a:cubicBezTo>
                  <a:pt x="10656" y="45171"/>
                  <a:pt x="10741" y="45200"/>
                  <a:pt x="10827" y="45200"/>
                </a:cubicBezTo>
                <a:cubicBezTo>
                  <a:pt x="10902" y="45200"/>
                  <a:pt x="10978" y="45177"/>
                  <a:pt x="11043" y="45131"/>
                </a:cubicBezTo>
                <a:lnTo>
                  <a:pt x="14599" y="42583"/>
                </a:lnTo>
                <a:cubicBezTo>
                  <a:pt x="15919" y="43321"/>
                  <a:pt x="17317" y="43912"/>
                  <a:pt x="18767" y="44341"/>
                </a:cubicBezTo>
                <a:lnTo>
                  <a:pt x="19482" y="48637"/>
                </a:lnTo>
                <a:cubicBezTo>
                  <a:pt x="19510" y="48804"/>
                  <a:pt x="19647" y="48931"/>
                  <a:pt x="19816" y="48946"/>
                </a:cubicBezTo>
                <a:lnTo>
                  <a:pt x="24850" y="49386"/>
                </a:lnTo>
                <a:cubicBezTo>
                  <a:pt x="24862" y="49387"/>
                  <a:pt x="24872" y="49387"/>
                  <a:pt x="24882" y="49387"/>
                </a:cubicBezTo>
                <a:cubicBezTo>
                  <a:pt x="25040" y="49387"/>
                  <a:pt x="25181" y="49289"/>
                  <a:pt x="25233" y="49141"/>
                </a:cubicBezTo>
                <a:lnTo>
                  <a:pt x="26672" y="45078"/>
                </a:lnTo>
                <a:cubicBezTo>
                  <a:pt x="28195" y="44923"/>
                  <a:pt x="29695" y="44600"/>
                  <a:pt x="31146" y="44110"/>
                </a:cubicBezTo>
                <a:lnTo>
                  <a:pt x="34157" y="47170"/>
                </a:lnTo>
                <a:cubicBezTo>
                  <a:pt x="34229" y="47243"/>
                  <a:pt x="34325" y="47281"/>
                  <a:pt x="34423" y="47281"/>
                </a:cubicBezTo>
                <a:cubicBezTo>
                  <a:pt x="34486" y="47281"/>
                  <a:pt x="34551" y="47265"/>
                  <a:pt x="34609" y="47231"/>
                </a:cubicBezTo>
                <a:lnTo>
                  <a:pt x="38985" y="44705"/>
                </a:lnTo>
                <a:cubicBezTo>
                  <a:pt x="39132" y="44621"/>
                  <a:pt x="39203" y="44447"/>
                  <a:pt x="39159" y="44283"/>
                </a:cubicBezTo>
                <a:lnTo>
                  <a:pt x="38018" y="40158"/>
                </a:lnTo>
                <a:cubicBezTo>
                  <a:pt x="39177" y="39150"/>
                  <a:pt x="40219" y="38014"/>
                  <a:pt x="41125" y="36774"/>
                </a:cubicBezTo>
                <a:lnTo>
                  <a:pt x="45339" y="37551"/>
                </a:lnTo>
                <a:cubicBezTo>
                  <a:pt x="45362" y="37555"/>
                  <a:pt x="45385" y="37557"/>
                  <a:pt x="45407" y="37557"/>
                </a:cubicBezTo>
                <a:cubicBezTo>
                  <a:pt x="45549" y="37557"/>
                  <a:pt x="45681" y="37475"/>
                  <a:pt x="45743" y="37343"/>
                </a:cubicBezTo>
                <a:lnTo>
                  <a:pt x="47878" y="32762"/>
                </a:lnTo>
                <a:cubicBezTo>
                  <a:pt x="47950" y="32609"/>
                  <a:pt x="47908" y="32426"/>
                  <a:pt x="47777" y="32319"/>
                </a:cubicBezTo>
                <a:lnTo>
                  <a:pt x="44470" y="29588"/>
                </a:lnTo>
                <a:cubicBezTo>
                  <a:pt x="44831" y="28101"/>
                  <a:pt x="45026" y="26578"/>
                  <a:pt x="45048" y="25049"/>
                </a:cubicBezTo>
                <a:lnTo>
                  <a:pt x="48979" y="23260"/>
                </a:lnTo>
                <a:cubicBezTo>
                  <a:pt x="49133" y="23188"/>
                  <a:pt x="49219" y="23023"/>
                  <a:pt x="49191" y="22856"/>
                </a:cubicBezTo>
                <a:lnTo>
                  <a:pt x="48312" y="17880"/>
                </a:lnTo>
                <a:cubicBezTo>
                  <a:pt x="48282" y="17713"/>
                  <a:pt x="48144" y="17587"/>
                  <a:pt x="47975" y="17574"/>
                </a:cubicBezTo>
                <a:lnTo>
                  <a:pt x="43636" y="17237"/>
                </a:lnTo>
                <a:cubicBezTo>
                  <a:pt x="43083" y="15830"/>
                  <a:pt x="42375" y="14491"/>
                  <a:pt x="41527" y="13241"/>
                </a:cubicBezTo>
                <a:lnTo>
                  <a:pt x="43762" y="9464"/>
                </a:lnTo>
                <a:cubicBezTo>
                  <a:pt x="43848" y="9317"/>
                  <a:pt x="43826" y="9132"/>
                  <a:pt x="43706" y="9011"/>
                </a:cubicBezTo>
                <a:lnTo>
                  <a:pt x="40133" y="5439"/>
                </a:lnTo>
                <a:cubicBezTo>
                  <a:pt x="40061" y="5367"/>
                  <a:pt x="39966" y="5329"/>
                  <a:pt x="39869" y="5329"/>
                </a:cubicBezTo>
                <a:cubicBezTo>
                  <a:pt x="39804" y="5329"/>
                  <a:pt x="39739" y="5346"/>
                  <a:pt x="39680" y="5381"/>
                </a:cubicBezTo>
                <a:lnTo>
                  <a:pt x="35870" y="7644"/>
                </a:lnTo>
                <a:cubicBezTo>
                  <a:pt x="33635" y="6162"/>
                  <a:pt x="31128" y="5139"/>
                  <a:pt x="28497" y="4634"/>
                </a:cubicBezTo>
                <a:lnTo>
                  <a:pt x="27395" y="280"/>
                </a:lnTo>
                <a:cubicBezTo>
                  <a:pt x="27354" y="116"/>
                  <a:pt x="27207" y="1"/>
                  <a:pt x="270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33"/>
          <p:cNvSpPr/>
          <p:nvPr/>
        </p:nvSpPr>
        <p:spPr>
          <a:xfrm>
            <a:off x="7467395" y="140214"/>
            <a:ext cx="823328" cy="826138"/>
          </a:xfrm>
          <a:custGeom>
            <a:rect b="b" l="l" r="r" t="t"/>
            <a:pathLst>
              <a:path extrusionOk="0" h="49388" w="49220">
                <a:moveTo>
                  <a:pt x="24588" y="12476"/>
                </a:moveTo>
                <a:cubicBezTo>
                  <a:pt x="31341" y="12476"/>
                  <a:pt x="36833" y="17970"/>
                  <a:pt x="36833" y="24722"/>
                </a:cubicBezTo>
                <a:cubicBezTo>
                  <a:pt x="36833" y="31474"/>
                  <a:pt x="31341" y="36969"/>
                  <a:pt x="24588" y="36969"/>
                </a:cubicBezTo>
                <a:cubicBezTo>
                  <a:pt x="17836" y="36969"/>
                  <a:pt x="12342" y="31473"/>
                  <a:pt x="12342" y="24722"/>
                </a:cubicBezTo>
                <a:cubicBezTo>
                  <a:pt x="12342" y="17970"/>
                  <a:pt x="17836" y="12476"/>
                  <a:pt x="24588" y="12476"/>
                </a:cubicBezTo>
                <a:close/>
                <a:moveTo>
                  <a:pt x="24587" y="11733"/>
                </a:moveTo>
                <a:cubicBezTo>
                  <a:pt x="17425" y="11733"/>
                  <a:pt x="11600" y="17560"/>
                  <a:pt x="11600" y="24722"/>
                </a:cubicBezTo>
                <a:cubicBezTo>
                  <a:pt x="11600" y="31884"/>
                  <a:pt x="17426" y="37711"/>
                  <a:pt x="24588" y="37711"/>
                </a:cubicBezTo>
                <a:lnTo>
                  <a:pt x="24588" y="37711"/>
                </a:lnTo>
                <a:cubicBezTo>
                  <a:pt x="31751" y="37711"/>
                  <a:pt x="37577" y="31884"/>
                  <a:pt x="37577" y="24722"/>
                </a:cubicBezTo>
                <a:cubicBezTo>
                  <a:pt x="37577" y="17560"/>
                  <a:pt x="31750" y="11733"/>
                  <a:pt x="24587" y="11733"/>
                </a:cubicBezTo>
                <a:close/>
                <a:moveTo>
                  <a:pt x="24588" y="37711"/>
                </a:moveTo>
                <a:cubicBezTo>
                  <a:pt x="24587" y="37711"/>
                  <a:pt x="24587" y="37711"/>
                  <a:pt x="24587" y="37711"/>
                </a:cubicBezTo>
                <a:lnTo>
                  <a:pt x="24588" y="37711"/>
                </a:lnTo>
                <a:cubicBezTo>
                  <a:pt x="24588" y="37711"/>
                  <a:pt x="24588" y="37711"/>
                  <a:pt x="24588" y="37711"/>
                </a:cubicBezTo>
                <a:close/>
                <a:moveTo>
                  <a:pt x="26745" y="743"/>
                </a:moveTo>
                <a:lnTo>
                  <a:pt x="27835" y="5048"/>
                </a:lnTo>
                <a:cubicBezTo>
                  <a:pt x="27870" y="5189"/>
                  <a:pt x="27985" y="5296"/>
                  <a:pt x="28129" y="5323"/>
                </a:cubicBezTo>
                <a:cubicBezTo>
                  <a:pt x="30843" y="5814"/>
                  <a:pt x="33373" y="6848"/>
                  <a:pt x="35648" y="8391"/>
                </a:cubicBezTo>
                <a:cubicBezTo>
                  <a:pt x="35711" y="8434"/>
                  <a:pt x="35784" y="8455"/>
                  <a:pt x="35857" y="8455"/>
                </a:cubicBezTo>
                <a:cubicBezTo>
                  <a:pt x="35922" y="8455"/>
                  <a:pt x="35988" y="8438"/>
                  <a:pt x="36046" y="8403"/>
                </a:cubicBezTo>
                <a:lnTo>
                  <a:pt x="39812" y="6168"/>
                </a:lnTo>
                <a:lnTo>
                  <a:pt x="42977" y="9334"/>
                </a:lnTo>
                <a:lnTo>
                  <a:pt x="40767" y="13067"/>
                </a:lnTo>
                <a:cubicBezTo>
                  <a:pt x="40693" y="13192"/>
                  <a:pt x="40699" y="13349"/>
                  <a:pt x="40782" y="13468"/>
                </a:cubicBezTo>
                <a:cubicBezTo>
                  <a:pt x="41701" y="14788"/>
                  <a:pt x="42455" y="16216"/>
                  <a:pt x="43027" y="17721"/>
                </a:cubicBezTo>
                <a:cubicBezTo>
                  <a:pt x="43078" y="17854"/>
                  <a:pt x="43202" y="17948"/>
                  <a:pt x="43346" y="17960"/>
                </a:cubicBezTo>
                <a:lnTo>
                  <a:pt x="47632" y="18292"/>
                </a:lnTo>
                <a:lnTo>
                  <a:pt x="48410" y="22701"/>
                </a:lnTo>
                <a:lnTo>
                  <a:pt x="44528" y="24470"/>
                </a:lnTo>
                <a:cubicBezTo>
                  <a:pt x="44396" y="24531"/>
                  <a:pt x="44311" y="24661"/>
                  <a:pt x="44310" y="24807"/>
                </a:cubicBezTo>
                <a:cubicBezTo>
                  <a:pt x="44304" y="26434"/>
                  <a:pt x="44099" y="28056"/>
                  <a:pt x="43695" y="29633"/>
                </a:cubicBezTo>
                <a:cubicBezTo>
                  <a:pt x="43660" y="29773"/>
                  <a:pt x="43707" y="29920"/>
                  <a:pt x="43818" y="30012"/>
                </a:cubicBezTo>
                <a:lnTo>
                  <a:pt x="47085" y="32708"/>
                </a:lnTo>
                <a:lnTo>
                  <a:pt x="45194" y="36768"/>
                </a:lnTo>
                <a:lnTo>
                  <a:pt x="41030" y="36000"/>
                </a:lnTo>
                <a:cubicBezTo>
                  <a:pt x="41007" y="35996"/>
                  <a:pt x="40984" y="35994"/>
                  <a:pt x="40961" y="35994"/>
                </a:cubicBezTo>
                <a:cubicBezTo>
                  <a:pt x="40842" y="35994"/>
                  <a:pt x="40728" y="36051"/>
                  <a:pt x="40659" y="36150"/>
                </a:cubicBezTo>
                <a:cubicBezTo>
                  <a:pt x="39711" y="37481"/>
                  <a:pt x="38602" y="38688"/>
                  <a:pt x="37359" y="39747"/>
                </a:cubicBezTo>
                <a:cubicBezTo>
                  <a:pt x="37248" y="39841"/>
                  <a:pt x="37202" y="39989"/>
                  <a:pt x="37240" y="40129"/>
                </a:cubicBezTo>
                <a:lnTo>
                  <a:pt x="38366" y="44205"/>
                </a:lnTo>
                <a:lnTo>
                  <a:pt x="34486" y="46444"/>
                </a:lnTo>
                <a:lnTo>
                  <a:pt x="31513" y="43421"/>
                </a:lnTo>
                <a:cubicBezTo>
                  <a:pt x="31441" y="43349"/>
                  <a:pt x="31346" y="43310"/>
                  <a:pt x="31248" y="43310"/>
                </a:cubicBezTo>
                <a:cubicBezTo>
                  <a:pt x="31207" y="43310"/>
                  <a:pt x="31165" y="43317"/>
                  <a:pt x="31124" y="43332"/>
                </a:cubicBezTo>
                <a:cubicBezTo>
                  <a:pt x="29588" y="43869"/>
                  <a:pt x="27990" y="44215"/>
                  <a:pt x="26369" y="44361"/>
                </a:cubicBezTo>
                <a:cubicBezTo>
                  <a:pt x="26223" y="44373"/>
                  <a:pt x="26100" y="44469"/>
                  <a:pt x="26051" y="44606"/>
                </a:cubicBezTo>
                <a:lnTo>
                  <a:pt x="24629" y="48621"/>
                </a:lnTo>
                <a:lnTo>
                  <a:pt x="20168" y="48230"/>
                </a:lnTo>
                <a:lnTo>
                  <a:pt x="19464" y="43988"/>
                </a:lnTo>
                <a:cubicBezTo>
                  <a:pt x="19440" y="43847"/>
                  <a:pt x="19338" y="43731"/>
                  <a:pt x="19198" y="43691"/>
                </a:cubicBezTo>
                <a:cubicBezTo>
                  <a:pt x="17649" y="43251"/>
                  <a:pt x="16160" y="42623"/>
                  <a:pt x="14764" y="41820"/>
                </a:cubicBezTo>
                <a:cubicBezTo>
                  <a:pt x="14706" y="41787"/>
                  <a:pt x="14642" y="41770"/>
                  <a:pt x="14578" y="41770"/>
                </a:cubicBezTo>
                <a:cubicBezTo>
                  <a:pt x="14502" y="41770"/>
                  <a:pt x="14426" y="41793"/>
                  <a:pt x="14362" y="41839"/>
                </a:cubicBezTo>
                <a:lnTo>
                  <a:pt x="10845" y="44358"/>
                </a:lnTo>
                <a:lnTo>
                  <a:pt x="7415" y="41481"/>
                </a:lnTo>
                <a:lnTo>
                  <a:pt x="9316" y="37534"/>
                </a:lnTo>
                <a:cubicBezTo>
                  <a:pt x="9378" y="37404"/>
                  <a:pt x="9359" y="37251"/>
                  <a:pt x="9268" y="37138"/>
                </a:cubicBezTo>
                <a:cubicBezTo>
                  <a:pt x="8267" y="35905"/>
                  <a:pt x="7418" y="34554"/>
                  <a:pt x="6741" y="33117"/>
                </a:cubicBezTo>
                <a:cubicBezTo>
                  <a:pt x="6679" y="32986"/>
                  <a:pt x="6542" y="32915"/>
                  <a:pt x="6399" y="32904"/>
                </a:cubicBezTo>
                <a:lnTo>
                  <a:pt x="1997" y="32961"/>
                </a:lnTo>
                <a:lnTo>
                  <a:pt x="840" y="28638"/>
                </a:lnTo>
                <a:lnTo>
                  <a:pt x="4730" y="26466"/>
                </a:lnTo>
                <a:cubicBezTo>
                  <a:pt x="4857" y="26396"/>
                  <a:pt x="4931" y="26259"/>
                  <a:pt x="4920" y="26115"/>
                </a:cubicBezTo>
                <a:cubicBezTo>
                  <a:pt x="4882" y="25582"/>
                  <a:pt x="4865" y="25140"/>
                  <a:pt x="4865" y="24722"/>
                </a:cubicBezTo>
                <a:cubicBezTo>
                  <a:pt x="4867" y="23617"/>
                  <a:pt x="4960" y="22516"/>
                  <a:pt x="5145" y="21429"/>
                </a:cubicBezTo>
                <a:cubicBezTo>
                  <a:pt x="5168" y="21285"/>
                  <a:pt x="5106" y="21141"/>
                  <a:pt x="4986" y="21059"/>
                </a:cubicBezTo>
                <a:lnTo>
                  <a:pt x="1287" y="18549"/>
                </a:lnTo>
                <a:lnTo>
                  <a:pt x="2818" y="14345"/>
                </a:lnTo>
                <a:lnTo>
                  <a:pt x="7286" y="14806"/>
                </a:lnTo>
                <a:cubicBezTo>
                  <a:pt x="7299" y="14807"/>
                  <a:pt x="7312" y="14808"/>
                  <a:pt x="7324" y="14808"/>
                </a:cubicBezTo>
                <a:cubicBezTo>
                  <a:pt x="7454" y="14808"/>
                  <a:pt x="7576" y="14740"/>
                  <a:pt x="7644" y="14628"/>
                </a:cubicBezTo>
                <a:cubicBezTo>
                  <a:pt x="8444" y="13287"/>
                  <a:pt x="9400" y="12047"/>
                  <a:pt x="10493" y="10932"/>
                </a:cubicBezTo>
                <a:cubicBezTo>
                  <a:pt x="10594" y="10828"/>
                  <a:pt x="10627" y="10675"/>
                  <a:pt x="10575" y="10540"/>
                </a:cubicBezTo>
                <a:lnTo>
                  <a:pt x="8971" y="6339"/>
                </a:lnTo>
                <a:lnTo>
                  <a:pt x="12638" y="3773"/>
                </a:lnTo>
                <a:lnTo>
                  <a:pt x="16031" y="6710"/>
                </a:lnTo>
                <a:cubicBezTo>
                  <a:pt x="16100" y="6770"/>
                  <a:pt x="16187" y="6801"/>
                  <a:pt x="16274" y="6801"/>
                </a:cubicBezTo>
                <a:cubicBezTo>
                  <a:pt x="16326" y="6801"/>
                  <a:pt x="16378" y="6790"/>
                  <a:pt x="16427" y="6768"/>
                </a:cubicBezTo>
                <a:cubicBezTo>
                  <a:pt x="17853" y="6119"/>
                  <a:pt x="19350" y="5644"/>
                  <a:pt x="20887" y="5351"/>
                </a:cubicBezTo>
                <a:cubicBezTo>
                  <a:pt x="21029" y="5323"/>
                  <a:pt x="21142" y="5216"/>
                  <a:pt x="21178" y="5076"/>
                </a:cubicBezTo>
                <a:lnTo>
                  <a:pt x="22270" y="743"/>
                </a:lnTo>
                <a:close/>
                <a:moveTo>
                  <a:pt x="27037" y="1"/>
                </a:moveTo>
                <a:cubicBezTo>
                  <a:pt x="27036" y="1"/>
                  <a:pt x="27035" y="1"/>
                  <a:pt x="27034" y="1"/>
                </a:cubicBezTo>
                <a:lnTo>
                  <a:pt x="21981" y="1"/>
                </a:lnTo>
                <a:cubicBezTo>
                  <a:pt x="21980" y="1"/>
                  <a:pt x="21979" y="1"/>
                  <a:pt x="21978" y="1"/>
                </a:cubicBezTo>
                <a:cubicBezTo>
                  <a:pt x="21808" y="1"/>
                  <a:pt x="21661" y="116"/>
                  <a:pt x="21620" y="281"/>
                </a:cubicBezTo>
                <a:lnTo>
                  <a:pt x="20514" y="4667"/>
                </a:lnTo>
                <a:cubicBezTo>
                  <a:pt x="19078" y="4958"/>
                  <a:pt x="17678" y="5402"/>
                  <a:pt x="16338" y="5994"/>
                </a:cubicBezTo>
                <a:lnTo>
                  <a:pt x="12903" y="3021"/>
                </a:lnTo>
                <a:cubicBezTo>
                  <a:pt x="12834" y="2961"/>
                  <a:pt x="12747" y="2931"/>
                  <a:pt x="12660" y="2931"/>
                </a:cubicBezTo>
                <a:cubicBezTo>
                  <a:pt x="12586" y="2931"/>
                  <a:pt x="12512" y="2953"/>
                  <a:pt x="12448" y="2997"/>
                </a:cubicBezTo>
                <a:lnTo>
                  <a:pt x="8309" y="5896"/>
                </a:lnTo>
                <a:cubicBezTo>
                  <a:pt x="8168" y="5994"/>
                  <a:pt x="8113" y="6174"/>
                  <a:pt x="8174" y="6334"/>
                </a:cubicBezTo>
                <a:lnTo>
                  <a:pt x="9795" y="10583"/>
                </a:lnTo>
                <a:cubicBezTo>
                  <a:pt x="8787" y="11638"/>
                  <a:pt x="7893" y="12798"/>
                  <a:pt x="7129" y="14042"/>
                </a:cubicBezTo>
                <a:lnTo>
                  <a:pt x="2605" y="13576"/>
                </a:lnTo>
                <a:cubicBezTo>
                  <a:pt x="2592" y="13575"/>
                  <a:pt x="2580" y="13574"/>
                  <a:pt x="2567" y="13574"/>
                </a:cubicBezTo>
                <a:cubicBezTo>
                  <a:pt x="2412" y="13574"/>
                  <a:pt x="2271" y="13672"/>
                  <a:pt x="2218" y="13820"/>
                </a:cubicBezTo>
                <a:lnTo>
                  <a:pt x="489" y="18567"/>
                </a:lnTo>
                <a:cubicBezTo>
                  <a:pt x="431" y="18728"/>
                  <a:pt x="489" y="18906"/>
                  <a:pt x="630" y="19002"/>
                </a:cubicBezTo>
                <a:lnTo>
                  <a:pt x="4372" y="21541"/>
                </a:lnTo>
                <a:cubicBezTo>
                  <a:pt x="4208" y="22593"/>
                  <a:pt x="4123" y="23656"/>
                  <a:pt x="4121" y="24721"/>
                </a:cubicBezTo>
                <a:cubicBezTo>
                  <a:pt x="4121" y="25092"/>
                  <a:pt x="4135" y="25483"/>
                  <a:pt x="4163" y="25931"/>
                </a:cubicBezTo>
                <a:lnTo>
                  <a:pt x="222" y="28130"/>
                </a:lnTo>
                <a:cubicBezTo>
                  <a:pt x="74" y="28213"/>
                  <a:pt x="1" y="28387"/>
                  <a:pt x="45" y="28550"/>
                </a:cubicBezTo>
                <a:lnTo>
                  <a:pt x="1352" y="33433"/>
                </a:lnTo>
                <a:cubicBezTo>
                  <a:pt x="1397" y="33596"/>
                  <a:pt x="1558" y="33699"/>
                  <a:pt x="1716" y="33708"/>
                </a:cubicBezTo>
                <a:lnTo>
                  <a:pt x="6171" y="33651"/>
                </a:lnTo>
                <a:cubicBezTo>
                  <a:pt x="6823" y="34991"/>
                  <a:pt x="7617" y="36256"/>
                  <a:pt x="8544" y="37423"/>
                </a:cubicBezTo>
                <a:lnTo>
                  <a:pt x="6619" y="41420"/>
                </a:lnTo>
                <a:cubicBezTo>
                  <a:pt x="6546" y="41573"/>
                  <a:pt x="6585" y="41756"/>
                  <a:pt x="6716" y="41866"/>
                </a:cubicBezTo>
                <a:lnTo>
                  <a:pt x="10587" y="45114"/>
                </a:lnTo>
                <a:cubicBezTo>
                  <a:pt x="10656" y="45171"/>
                  <a:pt x="10741" y="45200"/>
                  <a:pt x="10827" y="45200"/>
                </a:cubicBezTo>
                <a:cubicBezTo>
                  <a:pt x="10902" y="45200"/>
                  <a:pt x="10978" y="45177"/>
                  <a:pt x="11043" y="45131"/>
                </a:cubicBezTo>
                <a:lnTo>
                  <a:pt x="14599" y="42583"/>
                </a:lnTo>
                <a:cubicBezTo>
                  <a:pt x="15919" y="43321"/>
                  <a:pt x="17317" y="43912"/>
                  <a:pt x="18767" y="44341"/>
                </a:cubicBezTo>
                <a:lnTo>
                  <a:pt x="19482" y="48637"/>
                </a:lnTo>
                <a:cubicBezTo>
                  <a:pt x="19510" y="48804"/>
                  <a:pt x="19647" y="48931"/>
                  <a:pt x="19816" y="48946"/>
                </a:cubicBezTo>
                <a:lnTo>
                  <a:pt x="24850" y="49386"/>
                </a:lnTo>
                <a:cubicBezTo>
                  <a:pt x="24862" y="49387"/>
                  <a:pt x="24872" y="49387"/>
                  <a:pt x="24882" y="49387"/>
                </a:cubicBezTo>
                <a:cubicBezTo>
                  <a:pt x="25040" y="49387"/>
                  <a:pt x="25181" y="49289"/>
                  <a:pt x="25233" y="49141"/>
                </a:cubicBezTo>
                <a:lnTo>
                  <a:pt x="26672" y="45078"/>
                </a:lnTo>
                <a:cubicBezTo>
                  <a:pt x="28195" y="44923"/>
                  <a:pt x="29695" y="44600"/>
                  <a:pt x="31146" y="44110"/>
                </a:cubicBezTo>
                <a:lnTo>
                  <a:pt x="34157" y="47170"/>
                </a:lnTo>
                <a:cubicBezTo>
                  <a:pt x="34229" y="47243"/>
                  <a:pt x="34325" y="47281"/>
                  <a:pt x="34423" y="47281"/>
                </a:cubicBezTo>
                <a:cubicBezTo>
                  <a:pt x="34486" y="47281"/>
                  <a:pt x="34551" y="47265"/>
                  <a:pt x="34609" y="47231"/>
                </a:cubicBezTo>
                <a:lnTo>
                  <a:pt x="38985" y="44705"/>
                </a:lnTo>
                <a:cubicBezTo>
                  <a:pt x="39132" y="44621"/>
                  <a:pt x="39203" y="44447"/>
                  <a:pt x="39159" y="44283"/>
                </a:cubicBezTo>
                <a:lnTo>
                  <a:pt x="38018" y="40158"/>
                </a:lnTo>
                <a:cubicBezTo>
                  <a:pt x="39177" y="39150"/>
                  <a:pt x="40219" y="38014"/>
                  <a:pt x="41125" y="36774"/>
                </a:cubicBezTo>
                <a:lnTo>
                  <a:pt x="45339" y="37551"/>
                </a:lnTo>
                <a:cubicBezTo>
                  <a:pt x="45362" y="37555"/>
                  <a:pt x="45385" y="37557"/>
                  <a:pt x="45407" y="37557"/>
                </a:cubicBezTo>
                <a:cubicBezTo>
                  <a:pt x="45549" y="37557"/>
                  <a:pt x="45681" y="37475"/>
                  <a:pt x="45743" y="37343"/>
                </a:cubicBezTo>
                <a:lnTo>
                  <a:pt x="47878" y="32762"/>
                </a:lnTo>
                <a:cubicBezTo>
                  <a:pt x="47950" y="32609"/>
                  <a:pt x="47908" y="32426"/>
                  <a:pt x="47777" y="32319"/>
                </a:cubicBezTo>
                <a:lnTo>
                  <a:pt x="44470" y="29588"/>
                </a:lnTo>
                <a:cubicBezTo>
                  <a:pt x="44831" y="28101"/>
                  <a:pt x="45026" y="26578"/>
                  <a:pt x="45048" y="25049"/>
                </a:cubicBezTo>
                <a:lnTo>
                  <a:pt x="48979" y="23260"/>
                </a:lnTo>
                <a:cubicBezTo>
                  <a:pt x="49133" y="23188"/>
                  <a:pt x="49219" y="23023"/>
                  <a:pt x="49191" y="22856"/>
                </a:cubicBezTo>
                <a:lnTo>
                  <a:pt x="48312" y="17880"/>
                </a:lnTo>
                <a:cubicBezTo>
                  <a:pt x="48282" y="17713"/>
                  <a:pt x="48144" y="17587"/>
                  <a:pt x="47975" y="17574"/>
                </a:cubicBezTo>
                <a:lnTo>
                  <a:pt x="43636" y="17237"/>
                </a:lnTo>
                <a:cubicBezTo>
                  <a:pt x="43083" y="15830"/>
                  <a:pt x="42375" y="14491"/>
                  <a:pt x="41527" y="13241"/>
                </a:cubicBezTo>
                <a:lnTo>
                  <a:pt x="43762" y="9464"/>
                </a:lnTo>
                <a:cubicBezTo>
                  <a:pt x="43848" y="9317"/>
                  <a:pt x="43826" y="9132"/>
                  <a:pt x="43706" y="9011"/>
                </a:cubicBezTo>
                <a:lnTo>
                  <a:pt x="40133" y="5439"/>
                </a:lnTo>
                <a:cubicBezTo>
                  <a:pt x="40061" y="5367"/>
                  <a:pt x="39966" y="5329"/>
                  <a:pt x="39869" y="5329"/>
                </a:cubicBezTo>
                <a:cubicBezTo>
                  <a:pt x="39804" y="5329"/>
                  <a:pt x="39739" y="5346"/>
                  <a:pt x="39680" y="5381"/>
                </a:cubicBezTo>
                <a:lnTo>
                  <a:pt x="35870" y="7644"/>
                </a:lnTo>
                <a:cubicBezTo>
                  <a:pt x="33635" y="6162"/>
                  <a:pt x="31128" y="5139"/>
                  <a:pt x="28497" y="4634"/>
                </a:cubicBezTo>
                <a:lnTo>
                  <a:pt x="27395" y="280"/>
                </a:lnTo>
                <a:cubicBezTo>
                  <a:pt x="27354" y="116"/>
                  <a:pt x="27207" y="1"/>
                  <a:pt x="2703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33"/>
          <p:cNvSpPr/>
          <p:nvPr/>
        </p:nvSpPr>
        <p:spPr>
          <a:xfrm>
            <a:off x="7480603" y="146424"/>
            <a:ext cx="809962" cy="813726"/>
          </a:xfrm>
          <a:custGeom>
            <a:rect b="b" l="l" r="r" t="t"/>
            <a:pathLst>
              <a:path extrusionOk="0" h="48646" w="48421">
                <a:moveTo>
                  <a:pt x="24183" y="11733"/>
                </a:moveTo>
                <a:cubicBezTo>
                  <a:pt x="31152" y="11733"/>
                  <a:pt x="36801" y="17381"/>
                  <a:pt x="36801" y="24350"/>
                </a:cubicBezTo>
                <a:cubicBezTo>
                  <a:pt x="36801" y="31318"/>
                  <a:pt x="31152" y="36968"/>
                  <a:pt x="24183" y="36968"/>
                </a:cubicBezTo>
                <a:cubicBezTo>
                  <a:pt x="17216" y="36968"/>
                  <a:pt x="11567" y="31318"/>
                  <a:pt x="11567" y="24350"/>
                </a:cubicBezTo>
                <a:cubicBezTo>
                  <a:pt x="11567" y="17381"/>
                  <a:pt x="17216" y="11733"/>
                  <a:pt x="24183" y="11733"/>
                </a:cubicBezTo>
                <a:close/>
                <a:moveTo>
                  <a:pt x="21577" y="0"/>
                </a:moveTo>
                <a:lnTo>
                  <a:pt x="20414" y="4612"/>
                </a:lnTo>
                <a:cubicBezTo>
                  <a:pt x="18846" y="4911"/>
                  <a:pt x="17321" y="5395"/>
                  <a:pt x="15870" y="6056"/>
                </a:cubicBezTo>
                <a:lnTo>
                  <a:pt x="12257" y="2930"/>
                </a:lnTo>
                <a:lnTo>
                  <a:pt x="8117" y="5828"/>
                </a:lnTo>
                <a:lnTo>
                  <a:pt x="9824" y="10300"/>
                </a:lnTo>
                <a:cubicBezTo>
                  <a:pt x="8711" y="11436"/>
                  <a:pt x="7737" y="12699"/>
                  <a:pt x="6921" y="14065"/>
                </a:cubicBezTo>
                <a:lnTo>
                  <a:pt x="2163" y="13574"/>
                </a:lnTo>
                <a:lnTo>
                  <a:pt x="434" y="18323"/>
                </a:lnTo>
                <a:lnTo>
                  <a:pt x="4374" y="20996"/>
                </a:lnTo>
                <a:cubicBezTo>
                  <a:pt x="4185" y="22104"/>
                  <a:pt x="4090" y="23226"/>
                  <a:pt x="4090" y="24350"/>
                </a:cubicBezTo>
                <a:cubicBezTo>
                  <a:pt x="4090" y="24828"/>
                  <a:pt x="4112" y="25301"/>
                  <a:pt x="4145" y="25770"/>
                </a:cubicBezTo>
                <a:lnTo>
                  <a:pt x="1" y="28083"/>
                </a:lnTo>
                <a:lnTo>
                  <a:pt x="1309" y="32966"/>
                </a:lnTo>
                <a:lnTo>
                  <a:pt x="6000" y="32905"/>
                </a:lnTo>
                <a:cubicBezTo>
                  <a:pt x="6690" y="34369"/>
                  <a:pt x="7555" y="35744"/>
                  <a:pt x="8576" y="37002"/>
                </a:cubicBezTo>
                <a:lnTo>
                  <a:pt x="6551" y="41209"/>
                </a:lnTo>
                <a:lnTo>
                  <a:pt x="10422" y="44458"/>
                </a:lnTo>
                <a:lnTo>
                  <a:pt x="14173" y="41772"/>
                </a:lnTo>
                <a:cubicBezTo>
                  <a:pt x="15596" y="42590"/>
                  <a:pt x="17113" y="43231"/>
                  <a:pt x="18693" y="43678"/>
                </a:cubicBezTo>
                <a:lnTo>
                  <a:pt x="19445" y="48204"/>
                </a:lnTo>
                <a:lnTo>
                  <a:pt x="24478" y="48645"/>
                </a:lnTo>
                <a:lnTo>
                  <a:pt x="25998" y="44360"/>
                </a:lnTo>
                <a:cubicBezTo>
                  <a:pt x="27649" y="44213"/>
                  <a:pt x="29276" y="43859"/>
                  <a:pt x="30841" y="43310"/>
                </a:cubicBezTo>
                <a:lnTo>
                  <a:pt x="34018" y="46538"/>
                </a:lnTo>
                <a:lnTo>
                  <a:pt x="38395" y="44012"/>
                </a:lnTo>
                <a:lnTo>
                  <a:pt x="37193" y="39659"/>
                </a:lnTo>
                <a:cubicBezTo>
                  <a:pt x="38461" y="38581"/>
                  <a:pt x="39589" y="37349"/>
                  <a:pt x="40554" y="35995"/>
                </a:cubicBezTo>
                <a:lnTo>
                  <a:pt x="45000" y="36815"/>
                </a:lnTo>
                <a:lnTo>
                  <a:pt x="47137" y="32234"/>
                </a:lnTo>
                <a:lnTo>
                  <a:pt x="43649" y="29355"/>
                </a:lnTo>
                <a:cubicBezTo>
                  <a:pt x="44060" y="27748"/>
                  <a:pt x="44270" y="26095"/>
                  <a:pt x="44276" y="24436"/>
                </a:cubicBezTo>
                <a:lnTo>
                  <a:pt x="48420" y="22549"/>
                </a:lnTo>
                <a:lnTo>
                  <a:pt x="47543" y="17571"/>
                </a:lnTo>
                <a:lnTo>
                  <a:pt x="42970" y="17217"/>
                </a:lnTo>
                <a:cubicBezTo>
                  <a:pt x="42387" y="15684"/>
                  <a:pt x="41619" y="14229"/>
                  <a:pt x="40681" y="12883"/>
                </a:cubicBezTo>
                <a:lnTo>
                  <a:pt x="43039" y="8902"/>
                </a:lnTo>
                <a:lnTo>
                  <a:pt x="39466" y="5330"/>
                </a:lnTo>
                <a:lnTo>
                  <a:pt x="35454" y="7711"/>
                </a:lnTo>
                <a:cubicBezTo>
                  <a:pt x="33145" y="6146"/>
                  <a:pt x="30536" y="5080"/>
                  <a:pt x="27790" y="4584"/>
                </a:cubicBezTo>
                <a:lnTo>
                  <a:pt x="26630" y="0"/>
                </a:lnTo>
                <a:close/>
              </a:path>
            </a:pathLst>
          </a:custGeom>
          <a:gradFill>
            <a:gsLst>
              <a:gs pos="0">
                <a:srgbClr val="424242"/>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33"/>
          <p:cNvSpPr/>
          <p:nvPr/>
        </p:nvSpPr>
        <p:spPr>
          <a:xfrm>
            <a:off x="1079911" y="356825"/>
            <a:ext cx="383400" cy="397200"/>
          </a:xfrm>
          <a:prstGeom prst="ellipse">
            <a:avLst/>
          </a:prstGeom>
          <a:gradFill>
            <a:gsLst>
              <a:gs pos="0">
                <a:srgbClr val="8BE3FF"/>
              </a:gs>
              <a:gs pos="100000">
                <a:srgbClr val="ACFFD9"/>
              </a:gs>
            </a:gsLst>
            <a:lin ang="5400700" scaled="0"/>
          </a:gra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chemeClr val="lt2"/>
              </a:solidFill>
              <a:latin typeface="Viga"/>
              <a:ea typeface="Viga"/>
              <a:cs typeface="Viga"/>
              <a:sym typeface="Viga"/>
            </a:endParaRPr>
          </a:p>
        </p:txBody>
      </p:sp>
      <p:sp>
        <p:nvSpPr>
          <p:cNvPr id="1000" name="Google Shape;1000;p33"/>
          <p:cNvSpPr/>
          <p:nvPr/>
        </p:nvSpPr>
        <p:spPr>
          <a:xfrm>
            <a:off x="7693899" y="359350"/>
            <a:ext cx="383400" cy="397200"/>
          </a:xfrm>
          <a:prstGeom prst="ellipse">
            <a:avLst/>
          </a:prstGeom>
          <a:gradFill>
            <a:gsLst>
              <a:gs pos="0">
                <a:srgbClr val="8BE3FF"/>
              </a:gs>
              <a:gs pos="100000">
                <a:srgbClr val="ACFFD9"/>
              </a:gs>
            </a:gsLst>
            <a:lin ang="5400700" scaled="0"/>
          </a:gra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solidFill>
                <a:schemeClr val="lt2"/>
              </a:solidFill>
              <a:latin typeface="Viga"/>
              <a:ea typeface="Viga"/>
              <a:cs typeface="Viga"/>
              <a:sym typeface="Viga"/>
            </a:endParaRPr>
          </a:p>
        </p:txBody>
      </p:sp>
      <p:sp>
        <p:nvSpPr>
          <p:cNvPr id="1001" name="Google Shape;1001;p33"/>
          <p:cNvSpPr/>
          <p:nvPr/>
        </p:nvSpPr>
        <p:spPr>
          <a:xfrm>
            <a:off x="2674026" y="153580"/>
            <a:ext cx="152391" cy="967863"/>
          </a:xfrm>
          <a:custGeom>
            <a:rect b="b" l="l" r="r" t="t"/>
            <a:pathLst>
              <a:path extrusionOk="0" h="39695" w="6250">
                <a:moveTo>
                  <a:pt x="0" y="0"/>
                </a:moveTo>
                <a:lnTo>
                  <a:pt x="0" y="14432"/>
                </a:lnTo>
                <a:lnTo>
                  <a:pt x="5730" y="20160"/>
                </a:lnTo>
                <a:lnTo>
                  <a:pt x="5730" y="39695"/>
                </a:lnTo>
                <a:lnTo>
                  <a:pt x="6249" y="39695"/>
                </a:lnTo>
                <a:lnTo>
                  <a:pt x="6249" y="19945"/>
                </a:lnTo>
                <a:lnTo>
                  <a:pt x="521" y="14216"/>
                </a:lnTo>
                <a:lnTo>
                  <a:pt x="521" y="0"/>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33"/>
          <p:cNvSpPr/>
          <p:nvPr/>
        </p:nvSpPr>
        <p:spPr>
          <a:xfrm rot="10800000">
            <a:off x="3481736" y="4281826"/>
            <a:ext cx="152391" cy="967863"/>
          </a:xfrm>
          <a:custGeom>
            <a:rect b="b" l="l" r="r" t="t"/>
            <a:pathLst>
              <a:path extrusionOk="0" h="39695" w="6250">
                <a:moveTo>
                  <a:pt x="0" y="0"/>
                </a:moveTo>
                <a:lnTo>
                  <a:pt x="0" y="14432"/>
                </a:lnTo>
                <a:lnTo>
                  <a:pt x="5730" y="20160"/>
                </a:lnTo>
                <a:lnTo>
                  <a:pt x="5730" y="39695"/>
                </a:lnTo>
                <a:lnTo>
                  <a:pt x="6249" y="39695"/>
                </a:lnTo>
                <a:lnTo>
                  <a:pt x="6249" y="19945"/>
                </a:lnTo>
                <a:lnTo>
                  <a:pt x="521" y="14216"/>
                </a:lnTo>
                <a:lnTo>
                  <a:pt x="521" y="0"/>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33"/>
          <p:cNvSpPr/>
          <p:nvPr/>
        </p:nvSpPr>
        <p:spPr>
          <a:xfrm>
            <a:off x="6745325" y="-33924"/>
            <a:ext cx="327693" cy="1155352"/>
          </a:xfrm>
          <a:custGeom>
            <a:rect b="b" l="l" r="r" t="t"/>
            <a:pathLst>
              <a:path extrusionOk="0" h="67703" w="18656">
                <a:moveTo>
                  <a:pt x="18135" y="0"/>
                </a:moveTo>
                <a:lnTo>
                  <a:pt x="18135" y="19792"/>
                </a:lnTo>
                <a:lnTo>
                  <a:pt x="0" y="19792"/>
                </a:lnTo>
                <a:lnTo>
                  <a:pt x="0" y="67703"/>
                </a:lnTo>
                <a:lnTo>
                  <a:pt x="521" y="67703"/>
                </a:lnTo>
                <a:lnTo>
                  <a:pt x="521" y="20313"/>
                </a:lnTo>
                <a:lnTo>
                  <a:pt x="18655" y="20313"/>
                </a:lnTo>
                <a:lnTo>
                  <a:pt x="18655" y="0"/>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33"/>
          <p:cNvSpPr/>
          <p:nvPr/>
        </p:nvSpPr>
        <p:spPr>
          <a:xfrm>
            <a:off x="543771" y="4277023"/>
            <a:ext cx="664911" cy="555141"/>
          </a:xfrm>
          <a:custGeom>
            <a:rect b="b" l="l" r="r" t="t"/>
            <a:pathLst>
              <a:path extrusionOk="0" h="22768" w="27270">
                <a:moveTo>
                  <a:pt x="26750" y="1"/>
                </a:moveTo>
                <a:lnTo>
                  <a:pt x="26750" y="10379"/>
                </a:lnTo>
                <a:lnTo>
                  <a:pt x="19792" y="10379"/>
                </a:lnTo>
                <a:lnTo>
                  <a:pt x="19792" y="22247"/>
                </a:lnTo>
                <a:lnTo>
                  <a:pt x="1" y="22247"/>
                </a:lnTo>
                <a:lnTo>
                  <a:pt x="1" y="22768"/>
                </a:lnTo>
                <a:lnTo>
                  <a:pt x="20313" y="22768"/>
                </a:lnTo>
                <a:lnTo>
                  <a:pt x="20313" y="10900"/>
                </a:lnTo>
                <a:lnTo>
                  <a:pt x="27269" y="10900"/>
                </a:lnTo>
                <a:lnTo>
                  <a:pt x="27269" y="1"/>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33"/>
          <p:cNvSpPr/>
          <p:nvPr/>
        </p:nvSpPr>
        <p:spPr>
          <a:xfrm>
            <a:off x="5231263" y="4277013"/>
            <a:ext cx="844512" cy="395509"/>
          </a:xfrm>
          <a:custGeom>
            <a:rect b="b" l="l" r="r" t="t"/>
            <a:pathLst>
              <a:path extrusionOk="0" h="16221" w="34636">
                <a:moveTo>
                  <a:pt x="1" y="0"/>
                </a:moveTo>
                <a:lnTo>
                  <a:pt x="1" y="11310"/>
                </a:lnTo>
                <a:lnTo>
                  <a:pt x="16481" y="11310"/>
                </a:lnTo>
                <a:lnTo>
                  <a:pt x="16481" y="6809"/>
                </a:lnTo>
                <a:lnTo>
                  <a:pt x="20462" y="6809"/>
                </a:lnTo>
                <a:lnTo>
                  <a:pt x="20462" y="16220"/>
                </a:lnTo>
                <a:lnTo>
                  <a:pt x="34636" y="16220"/>
                </a:lnTo>
                <a:lnTo>
                  <a:pt x="34636" y="15700"/>
                </a:lnTo>
                <a:lnTo>
                  <a:pt x="20983" y="15700"/>
                </a:lnTo>
                <a:lnTo>
                  <a:pt x="20983" y="6289"/>
                </a:lnTo>
                <a:lnTo>
                  <a:pt x="15960" y="6289"/>
                </a:lnTo>
                <a:lnTo>
                  <a:pt x="15960" y="10790"/>
                </a:lnTo>
                <a:lnTo>
                  <a:pt x="521" y="10790"/>
                </a:lnTo>
                <a:lnTo>
                  <a:pt x="521" y="0"/>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33"/>
          <p:cNvSpPr/>
          <p:nvPr/>
        </p:nvSpPr>
        <p:spPr>
          <a:xfrm rot="10800000">
            <a:off x="2643079" y="76264"/>
            <a:ext cx="74100" cy="741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33"/>
          <p:cNvSpPr/>
          <p:nvPr/>
        </p:nvSpPr>
        <p:spPr>
          <a:xfrm rot="10800000">
            <a:off x="508729" y="4785214"/>
            <a:ext cx="74100" cy="741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33"/>
          <p:cNvSpPr/>
          <p:nvPr/>
        </p:nvSpPr>
        <p:spPr>
          <a:xfrm rot="10800000">
            <a:off x="6075779" y="4627564"/>
            <a:ext cx="74100" cy="741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2" name="Shape 1012"/>
        <p:cNvGrpSpPr/>
        <p:nvPr/>
      </p:nvGrpSpPr>
      <p:grpSpPr>
        <a:xfrm>
          <a:off x="0" y="0"/>
          <a:ext cx="0" cy="0"/>
          <a:chOff x="0" y="0"/>
          <a:chExt cx="0" cy="0"/>
        </a:xfrm>
      </p:grpSpPr>
      <p:sp>
        <p:nvSpPr>
          <p:cNvPr id="1013" name="Google Shape;1013;p34"/>
          <p:cNvSpPr txBox="1"/>
          <p:nvPr>
            <p:ph type="title"/>
          </p:nvPr>
        </p:nvSpPr>
        <p:spPr>
          <a:xfrm>
            <a:off x="4655200" y="1731850"/>
            <a:ext cx="4105500" cy="158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200"/>
              <a:t>Step 1: Data Pre-Processing</a:t>
            </a:r>
            <a:endParaRPr sz="4200"/>
          </a:p>
        </p:txBody>
      </p:sp>
      <p:sp>
        <p:nvSpPr>
          <p:cNvPr id="1014" name="Google Shape;1014;p34"/>
          <p:cNvSpPr txBox="1"/>
          <p:nvPr/>
        </p:nvSpPr>
        <p:spPr>
          <a:xfrm>
            <a:off x="6090800" y="4589400"/>
            <a:ext cx="3017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rgbClr val="ACFFD9"/>
                </a:solidFill>
                <a:latin typeface="Viga"/>
                <a:ea typeface="Viga"/>
                <a:cs typeface="Viga"/>
                <a:sym typeface="Viga"/>
              </a:rPr>
              <a:t>Vineeta Dawar</a:t>
            </a:r>
            <a:endParaRPr sz="2400">
              <a:solidFill>
                <a:srgbClr val="ACFFD9"/>
              </a:solidFill>
              <a:latin typeface="Viga"/>
              <a:ea typeface="Viga"/>
              <a:cs typeface="Viga"/>
              <a:sym typeface="Vig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35"/>
          <p:cNvSpPr txBox="1"/>
          <p:nvPr>
            <p:ph idx="4294967295" type="title"/>
          </p:nvPr>
        </p:nvSpPr>
        <p:spPr>
          <a:xfrm>
            <a:off x="340150" y="32525"/>
            <a:ext cx="6084000" cy="53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Data Description</a:t>
            </a:r>
            <a:endParaRPr sz="3600"/>
          </a:p>
        </p:txBody>
      </p:sp>
      <p:sp>
        <p:nvSpPr>
          <p:cNvPr id="1020" name="Google Shape;1020;p35"/>
          <p:cNvSpPr/>
          <p:nvPr/>
        </p:nvSpPr>
        <p:spPr>
          <a:xfrm rot="-9800169">
            <a:off x="5161787" y="-1269197"/>
            <a:ext cx="5105306" cy="7240132"/>
          </a:xfrm>
          <a:custGeom>
            <a:rect b="b" l="l" r="r" t="t"/>
            <a:pathLst>
              <a:path extrusionOk="0" h="32076" w="26397">
                <a:moveTo>
                  <a:pt x="11422" y="1"/>
                </a:moveTo>
                <a:cubicBezTo>
                  <a:pt x="10866" y="1"/>
                  <a:pt x="10274" y="46"/>
                  <a:pt x="9640" y="141"/>
                </a:cubicBezTo>
                <a:cubicBezTo>
                  <a:pt x="5702" y="732"/>
                  <a:pt x="2430" y="3940"/>
                  <a:pt x="1216" y="7734"/>
                </a:cubicBezTo>
                <a:cubicBezTo>
                  <a:pt x="0" y="11528"/>
                  <a:pt x="664" y="15761"/>
                  <a:pt x="2459" y="19317"/>
                </a:cubicBezTo>
                <a:cubicBezTo>
                  <a:pt x="4253" y="22873"/>
                  <a:pt x="7097" y="25808"/>
                  <a:pt x="10241" y="28254"/>
                </a:cubicBezTo>
                <a:cubicBezTo>
                  <a:pt x="12805" y="30251"/>
                  <a:pt x="15774" y="32014"/>
                  <a:pt x="19022" y="32074"/>
                </a:cubicBezTo>
                <a:cubicBezTo>
                  <a:pt x="19066" y="32075"/>
                  <a:pt x="19109" y="32076"/>
                  <a:pt x="19153" y="32076"/>
                </a:cubicBezTo>
                <a:cubicBezTo>
                  <a:pt x="22363" y="32076"/>
                  <a:pt x="25746" y="29895"/>
                  <a:pt x="26096" y="26708"/>
                </a:cubicBezTo>
                <a:cubicBezTo>
                  <a:pt x="26397" y="23957"/>
                  <a:pt x="24516" y="21520"/>
                  <a:pt x="23100" y="19145"/>
                </a:cubicBezTo>
                <a:cubicBezTo>
                  <a:pt x="19506" y="13117"/>
                  <a:pt x="20856" y="1"/>
                  <a:pt x="11422" y="1"/>
                </a:cubicBezTo>
                <a:close/>
              </a:path>
            </a:pathLst>
          </a:custGeom>
          <a:gradFill>
            <a:gsLst>
              <a:gs pos="0">
                <a:srgbClr val="8BE3FF"/>
              </a:gs>
              <a:gs pos="100000">
                <a:srgbClr val="ACFFD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35"/>
          <p:cNvSpPr txBox="1"/>
          <p:nvPr/>
        </p:nvSpPr>
        <p:spPr>
          <a:xfrm>
            <a:off x="340150" y="918025"/>
            <a:ext cx="5220000" cy="164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lang="en" sz="1200">
                <a:solidFill>
                  <a:schemeClr val="dk2"/>
                </a:solidFill>
                <a:latin typeface="DM Sans"/>
                <a:ea typeface="DM Sans"/>
                <a:cs typeface="DM Sans"/>
                <a:sym typeface="DM Sans"/>
              </a:rPr>
              <a:t>The dataset used in this analysis, obtained from Kaggle, includes credit card client information from Taiwan between April 2005 and September 2005. It encompasses default payments, demographics, credit data, payment history, and bill statements. </a:t>
            </a:r>
            <a:r>
              <a:rPr lang="en" sz="1200">
                <a:solidFill>
                  <a:schemeClr val="dk2"/>
                </a:solidFill>
                <a:latin typeface="DM Sans"/>
                <a:ea typeface="DM Sans"/>
                <a:cs typeface="DM Sans"/>
                <a:sym typeface="DM Sans"/>
              </a:rPr>
              <a:t>The first column represents customer IDs, with subsequent IDs indicating the addition of new customers in ascending order(An assumption we make). This impacts the train-test split methodology, which will be explained later.</a:t>
            </a:r>
            <a:endParaRPr>
              <a:latin typeface="DM Sans"/>
              <a:ea typeface="DM Sans"/>
              <a:cs typeface="DM Sans"/>
              <a:sym typeface="DM Sans"/>
            </a:endParaRPr>
          </a:p>
        </p:txBody>
      </p:sp>
      <p:sp>
        <p:nvSpPr>
          <p:cNvPr id="1022" name="Google Shape;1022;p35"/>
          <p:cNvSpPr txBox="1"/>
          <p:nvPr/>
        </p:nvSpPr>
        <p:spPr>
          <a:xfrm>
            <a:off x="340150" y="2682450"/>
            <a:ext cx="5402400" cy="179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1200">
                <a:solidFill>
                  <a:srgbClr val="3C4043"/>
                </a:solidFill>
                <a:highlight>
                  <a:schemeClr val="lt1"/>
                </a:highlight>
                <a:latin typeface="DM Sans"/>
                <a:ea typeface="DM Sans"/>
                <a:cs typeface="DM Sans"/>
                <a:sym typeface="DM Sans"/>
              </a:rPr>
              <a:t>Some concepts, that have been studied in this project and explained later are:</a:t>
            </a:r>
            <a:endParaRPr sz="1200">
              <a:solidFill>
                <a:srgbClr val="3C4043"/>
              </a:solidFill>
              <a:highlight>
                <a:schemeClr val="lt1"/>
              </a:highlight>
              <a:latin typeface="DM Sans"/>
              <a:ea typeface="DM Sans"/>
              <a:cs typeface="DM Sans"/>
              <a:sym typeface="DM Sans"/>
            </a:endParaRPr>
          </a:p>
          <a:p>
            <a:pPr indent="-304800" lvl="0" marL="457200" rtl="0" algn="l">
              <a:lnSpc>
                <a:spcPct val="115000"/>
              </a:lnSpc>
              <a:spcBef>
                <a:spcPts val="1200"/>
              </a:spcBef>
              <a:spcAft>
                <a:spcPts val="0"/>
              </a:spcAft>
              <a:buClr>
                <a:srgbClr val="3C4043"/>
              </a:buClr>
              <a:buSzPts val="1200"/>
              <a:buFont typeface="DM Sans"/>
              <a:buAutoNum type="arabicPeriod"/>
            </a:pPr>
            <a:r>
              <a:rPr lang="en" sz="1200">
                <a:solidFill>
                  <a:srgbClr val="3C4043"/>
                </a:solidFill>
                <a:highlight>
                  <a:schemeClr val="lt1"/>
                </a:highlight>
                <a:latin typeface="DM Sans"/>
                <a:ea typeface="DM Sans"/>
                <a:cs typeface="DM Sans"/>
                <a:sym typeface="DM Sans"/>
              </a:rPr>
              <a:t>Weight of Evidence (WOE) </a:t>
            </a:r>
            <a:endParaRPr sz="1200">
              <a:solidFill>
                <a:srgbClr val="3C4043"/>
              </a:solidFill>
              <a:highlight>
                <a:schemeClr val="lt1"/>
              </a:highlight>
              <a:latin typeface="DM Sans"/>
              <a:ea typeface="DM Sans"/>
              <a:cs typeface="DM Sans"/>
              <a:sym typeface="DM Sans"/>
            </a:endParaRPr>
          </a:p>
          <a:p>
            <a:pPr indent="-304800" lvl="0" marL="457200" rtl="0" algn="l">
              <a:lnSpc>
                <a:spcPct val="115000"/>
              </a:lnSpc>
              <a:spcBef>
                <a:spcPts val="0"/>
              </a:spcBef>
              <a:spcAft>
                <a:spcPts val="0"/>
              </a:spcAft>
              <a:buClr>
                <a:srgbClr val="3C4043"/>
              </a:buClr>
              <a:buSzPts val="1200"/>
              <a:buFont typeface="DM Sans"/>
              <a:buAutoNum type="arabicPeriod"/>
            </a:pPr>
            <a:r>
              <a:rPr lang="en" sz="1200">
                <a:solidFill>
                  <a:srgbClr val="3C4043"/>
                </a:solidFill>
                <a:highlight>
                  <a:schemeClr val="lt1"/>
                </a:highlight>
                <a:latin typeface="DM Sans"/>
                <a:ea typeface="DM Sans"/>
                <a:cs typeface="DM Sans"/>
                <a:sym typeface="DM Sans"/>
              </a:rPr>
              <a:t>Information value (IV) </a:t>
            </a:r>
            <a:endParaRPr sz="1200">
              <a:solidFill>
                <a:srgbClr val="3C4043"/>
              </a:solidFill>
              <a:highlight>
                <a:schemeClr val="lt1"/>
              </a:highlight>
              <a:latin typeface="DM Sans"/>
              <a:ea typeface="DM Sans"/>
              <a:cs typeface="DM Sans"/>
              <a:sym typeface="DM Sans"/>
            </a:endParaRPr>
          </a:p>
          <a:p>
            <a:pPr indent="-304800" lvl="0" marL="457200" rtl="0" algn="l">
              <a:lnSpc>
                <a:spcPct val="115000"/>
              </a:lnSpc>
              <a:spcBef>
                <a:spcPts val="0"/>
              </a:spcBef>
              <a:spcAft>
                <a:spcPts val="0"/>
              </a:spcAft>
              <a:buClr>
                <a:srgbClr val="3C4043"/>
              </a:buClr>
              <a:buSzPts val="1200"/>
              <a:buFont typeface="DM Sans"/>
              <a:buAutoNum type="arabicPeriod"/>
            </a:pPr>
            <a:r>
              <a:rPr lang="en" sz="1200">
                <a:solidFill>
                  <a:srgbClr val="3C4043"/>
                </a:solidFill>
                <a:highlight>
                  <a:schemeClr val="lt1"/>
                </a:highlight>
                <a:latin typeface="DM Sans"/>
                <a:ea typeface="DM Sans"/>
                <a:cs typeface="DM Sans"/>
                <a:sym typeface="DM Sans"/>
              </a:rPr>
              <a:t>Population Stability Index (PSI) </a:t>
            </a:r>
            <a:endParaRPr sz="1200">
              <a:solidFill>
                <a:srgbClr val="3C4043"/>
              </a:solidFill>
              <a:highlight>
                <a:schemeClr val="lt1"/>
              </a:highlight>
              <a:latin typeface="DM Sans"/>
              <a:ea typeface="DM Sans"/>
              <a:cs typeface="DM Sans"/>
              <a:sym typeface="DM Sans"/>
            </a:endParaRPr>
          </a:p>
          <a:p>
            <a:pPr indent="-304800" lvl="0" marL="457200" rtl="0" algn="l">
              <a:lnSpc>
                <a:spcPct val="115000"/>
              </a:lnSpc>
              <a:spcBef>
                <a:spcPts val="0"/>
              </a:spcBef>
              <a:spcAft>
                <a:spcPts val="0"/>
              </a:spcAft>
              <a:buClr>
                <a:srgbClr val="3C4043"/>
              </a:buClr>
              <a:buSzPts val="1200"/>
              <a:buFont typeface="DM Sans"/>
              <a:buAutoNum type="arabicPeriod"/>
            </a:pPr>
            <a:r>
              <a:rPr lang="en" sz="1200">
                <a:solidFill>
                  <a:srgbClr val="3C4043"/>
                </a:solidFill>
                <a:highlight>
                  <a:schemeClr val="lt1"/>
                </a:highlight>
                <a:latin typeface="DM Sans"/>
                <a:ea typeface="DM Sans"/>
                <a:cs typeface="DM Sans"/>
                <a:sym typeface="DM Sans"/>
              </a:rPr>
              <a:t>Feature Binning</a:t>
            </a:r>
            <a:endParaRPr sz="1200">
              <a:solidFill>
                <a:srgbClr val="292929"/>
              </a:solidFill>
              <a:highlight>
                <a:schemeClr val="lt1"/>
              </a:highlight>
              <a:latin typeface="DM Sans"/>
              <a:ea typeface="DM Sans"/>
              <a:cs typeface="DM Sans"/>
              <a:sym typeface="DM Sans"/>
            </a:endParaRPr>
          </a:p>
          <a:p>
            <a:pPr indent="-304800" lvl="0" marL="457200" rtl="0" algn="l">
              <a:lnSpc>
                <a:spcPct val="115000"/>
              </a:lnSpc>
              <a:spcBef>
                <a:spcPts val="0"/>
              </a:spcBef>
              <a:spcAft>
                <a:spcPts val="0"/>
              </a:spcAft>
              <a:buClr>
                <a:srgbClr val="292929"/>
              </a:buClr>
              <a:buSzPts val="1200"/>
              <a:buFont typeface="DM Sans"/>
              <a:buAutoNum type="arabicPeriod"/>
            </a:pPr>
            <a:r>
              <a:rPr lang="en" sz="1200">
                <a:solidFill>
                  <a:srgbClr val="292929"/>
                </a:solidFill>
                <a:highlight>
                  <a:schemeClr val="lt1"/>
                </a:highlight>
                <a:latin typeface="DM Sans"/>
                <a:ea typeface="DM Sans"/>
                <a:cs typeface="DM Sans"/>
                <a:sym typeface="DM Sans"/>
              </a:rPr>
              <a:t>Class Imbalance techniques </a:t>
            </a:r>
            <a:endParaRPr sz="1200">
              <a:latin typeface="DM Sans"/>
              <a:ea typeface="DM Sans"/>
              <a:cs typeface="DM Sans"/>
              <a:sym typeface="DM Sans"/>
            </a:endParaRPr>
          </a:p>
        </p:txBody>
      </p:sp>
      <p:grpSp>
        <p:nvGrpSpPr>
          <p:cNvPr id="1023" name="Google Shape;1023;p35"/>
          <p:cNvGrpSpPr/>
          <p:nvPr/>
        </p:nvGrpSpPr>
        <p:grpSpPr>
          <a:xfrm>
            <a:off x="5482297" y="225269"/>
            <a:ext cx="3446856" cy="5284424"/>
            <a:chOff x="866422" y="-35131"/>
            <a:chExt cx="3446856" cy="5284424"/>
          </a:xfrm>
        </p:grpSpPr>
        <p:grpSp>
          <p:nvGrpSpPr>
            <p:cNvPr id="1024" name="Google Shape;1024;p35"/>
            <p:cNvGrpSpPr/>
            <p:nvPr/>
          </p:nvGrpSpPr>
          <p:grpSpPr>
            <a:xfrm rot="10800000">
              <a:off x="3474186" y="4232201"/>
              <a:ext cx="183381" cy="1017092"/>
              <a:chOff x="-5634475" y="-504725"/>
              <a:chExt cx="188025" cy="1042850"/>
            </a:xfrm>
          </p:grpSpPr>
          <p:sp>
            <p:nvSpPr>
              <p:cNvPr id="1025" name="Google Shape;1025;p35"/>
              <p:cNvSpPr/>
              <p:nvPr/>
            </p:nvSpPr>
            <p:spPr>
              <a:xfrm>
                <a:off x="-5602700" y="-454250"/>
                <a:ext cx="156250" cy="992375"/>
              </a:xfrm>
              <a:custGeom>
                <a:rect b="b" l="l" r="r" t="t"/>
                <a:pathLst>
                  <a:path extrusionOk="0" h="39695" w="6250">
                    <a:moveTo>
                      <a:pt x="0" y="0"/>
                    </a:moveTo>
                    <a:lnTo>
                      <a:pt x="0" y="14432"/>
                    </a:lnTo>
                    <a:lnTo>
                      <a:pt x="5730" y="20160"/>
                    </a:lnTo>
                    <a:lnTo>
                      <a:pt x="5730" y="39695"/>
                    </a:lnTo>
                    <a:lnTo>
                      <a:pt x="6249" y="39695"/>
                    </a:lnTo>
                    <a:lnTo>
                      <a:pt x="6249" y="19945"/>
                    </a:lnTo>
                    <a:lnTo>
                      <a:pt x="521" y="14216"/>
                    </a:lnTo>
                    <a:lnTo>
                      <a:pt x="521" y="0"/>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35"/>
              <p:cNvSpPr/>
              <p:nvPr/>
            </p:nvSpPr>
            <p:spPr>
              <a:xfrm>
                <a:off x="-5634475" y="-504725"/>
                <a:ext cx="74225" cy="71400"/>
              </a:xfrm>
              <a:custGeom>
                <a:rect b="b" l="l" r="r" t="t"/>
                <a:pathLst>
                  <a:path extrusionOk="0" h="2856" w="2969">
                    <a:moveTo>
                      <a:pt x="1540" y="521"/>
                    </a:moveTo>
                    <a:cubicBezTo>
                      <a:pt x="2041" y="523"/>
                      <a:pt x="2447" y="928"/>
                      <a:pt x="2448" y="1428"/>
                    </a:cubicBezTo>
                    <a:cubicBezTo>
                      <a:pt x="2448" y="1795"/>
                      <a:pt x="2226" y="2126"/>
                      <a:pt x="1887" y="2266"/>
                    </a:cubicBezTo>
                    <a:cubicBezTo>
                      <a:pt x="1775" y="2313"/>
                      <a:pt x="1657" y="2335"/>
                      <a:pt x="1540" y="2335"/>
                    </a:cubicBezTo>
                    <a:cubicBezTo>
                      <a:pt x="1304" y="2335"/>
                      <a:pt x="1073" y="2243"/>
                      <a:pt x="899" y="2070"/>
                    </a:cubicBezTo>
                    <a:cubicBezTo>
                      <a:pt x="640" y="1810"/>
                      <a:pt x="561" y="1420"/>
                      <a:pt x="702" y="1081"/>
                    </a:cubicBezTo>
                    <a:cubicBezTo>
                      <a:pt x="842" y="742"/>
                      <a:pt x="1173" y="521"/>
                      <a:pt x="1540" y="521"/>
                    </a:cubicBezTo>
                    <a:close/>
                    <a:moveTo>
                      <a:pt x="1540" y="0"/>
                    </a:moveTo>
                    <a:cubicBezTo>
                      <a:pt x="1169" y="0"/>
                      <a:pt x="804" y="146"/>
                      <a:pt x="531" y="418"/>
                    </a:cubicBezTo>
                    <a:cubicBezTo>
                      <a:pt x="122" y="826"/>
                      <a:pt x="1" y="1440"/>
                      <a:pt x="221" y="1974"/>
                    </a:cubicBezTo>
                    <a:cubicBezTo>
                      <a:pt x="442" y="2508"/>
                      <a:pt x="962" y="2856"/>
                      <a:pt x="1540" y="2856"/>
                    </a:cubicBezTo>
                    <a:cubicBezTo>
                      <a:pt x="2328" y="2855"/>
                      <a:pt x="2967" y="2217"/>
                      <a:pt x="2969" y="1428"/>
                    </a:cubicBezTo>
                    <a:cubicBezTo>
                      <a:pt x="2969" y="851"/>
                      <a:pt x="2620" y="330"/>
                      <a:pt x="2087" y="110"/>
                    </a:cubicBezTo>
                    <a:cubicBezTo>
                      <a:pt x="1910" y="36"/>
                      <a:pt x="1724" y="0"/>
                      <a:pt x="1540"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7" name="Google Shape;1027;p35"/>
            <p:cNvGrpSpPr/>
            <p:nvPr/>
          </p:nvGrpSpPr>
          <p:grpSpPr>
            <a:xfrm rot="10800000">
              <a:off x="2618037" y="4358300"/>
              <a:ext cx="72367" cy="518274"/>
              <a:chOff x="-4201325" y="-449025"/>
              <a:chExt cx="74200" cy="531400"/>
            </a:xfrm>
          </p:grpSpPr>
          <p:sp>
            <p:nvSpPr>
              <p:cNvPr id="1028" name="Google Shape;1028;p35"/>
              <p:cNvSpPr/>
              <p:nvPr/>
            </p:nvSpPr>
            <p:spPr>
              <a:xfrm>
                <a:off x="-4170425" y="-413325"/>
                <a:ext cx="13050" cy="495700"/>
              </a:xfrm>
              <a:custGeom>
                <a:rect b="b" l="l" r="r" t="t"/>
                <a:pathLst>
                  <a:path extrusionOk="0" h="19828" w="522">
                    <a:moveTo>
                      <a:pt x="0" y="0"/>
                    </a:moveTo>
                    <a:lnTo>
                      <a:pt x="0" y="19828"/>
                    </a:lnTo>
                    <a:lnTo>
                      <a:pt x="521" y="19828"/>
                    </a:lnTo>
                    <a:lnTo>
                      <a:pt x="521" y="0"/>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35"/>
              <p:cNvSpPr/>
              <p:nvPr/>
            </p:nvSpPr>
            <p:spPr>
              <a:xfrm>
                <a:off x="-4194325" y="-442500"/>
                <a:ext cx="60700" cy="58400"/>
              </a:xfrm>
              <a:custGeom>
                <a:rect b="b" l="l" r="r" t="t"/>
                <a:pathLst>
                  <a:path extrusionOk="0" h="2336" w="2428">
                    <a:moveTo>
                      <a:pt x="1260" y="0"/>
                    </a:moveTo>
                    <a:cubicBezTo>
                      <a:pt x="788" y="0"/>
                      <a:pt x="363" y="285"/>
                      <a:pt x="181" y="720"/>
                    </a:cubicBezTo>
                    <a:cubicBezTo>
                      <a:pt x="1" y="1156"/>
                      <a:pt x="101" y="1659"/>
                      <a:pt x="434" y="1993"/>
                    </a:cubicBezTo>
                    <a:cubicBezTo>
                      <a:pt x="658" y="2217"/>
                      <a:pt x="957" y="2335"/>
                      <a:pt x="1260" y="2335"/>
                    </a:cubicBezTo>
                    <a:cubicBezTo>
                      <a:pt x="1411" y="2335"/>
                      <a:pt x="1563" y="2306"/>
                      <a:pt x="1707" y="2246"/>
                    </a:cubicBezTo>
                    <a:cubicBezTo>
                      <a:pt x="2143" y="2066"/>
                      <a:pt x="2428" y="1640"/>
                      <a:pt x="2428" y="1167"/>
                    </a:cubicBezTo>
                    <a:cubicBezTo>
                      <a:pt x="2428" y="523"/>
                      <a:pt x="1906" y="0"/>
                      <a:pt x="1260"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35"/>
              <p:cNvSpPr/>
              <p:nvPr/>
            </p:nvSpPr>
            <p:spPr>
              <a:xfrm>
                <a:off x="-4201325" y="-449025"/>
                <a:ext cx="74200" cy="71400"/>
              </a:xfrm>
              <a:custGeom>
                <a:rect b="b" l="l" r="r" t="t"/>
                <a:pathLst>
                  <a:path extrusionOk="0" h="2856" w="2968">
                    <a:moveTo>
                      <a:pt x="1540" y="521"/>
                    </a:moveTo>
                    <a:lnTo>
                      <a:pt x="1540" y="523"/>
                    </a:lnTo>
                    <a:cubicBezTo>
                      <a:pt x="2042" y="523"/>
                      <a:pt x="2447" y="928"/>
                      <a:pt x="2447" y="1428"/>
                    </a:cubicBezTo>
                    <a:cubicBezTo>
                      <a:pt x="2447" y="1795"/>
                      <a:pt x="2227" y="2126"/>
                      <a:pt x="1888" y="2266"/>
                    </a:cubicBezTo>
                    <a:cubicBezTo>
                      <a:pt x="1775" y="2313"/>
                      <a:pt x="1658" y="2335"/>
                      <a:pt x="1541" y="2335"/>
                    </a:cubicBezTo>
                    <a:cubicBezTo>
                      <a:pt x="1305" y="2335"/>
                      <a:pt x="1073" y="2243"/>
                      <a:pt x="898" y="2070"/>
                    </a:cubicBezTo>
                    <a:cubicBezTo>
                      <a:pt x="639" y="1811"/>
                      <a:pt x="562" y="1420"/>
                      <a:pt x="702" y="1081"/>
                    </a:cubicBezTo>
                    <a:cubicBezTo>
                      <a:pt x="843" y="743"/>
                      <a:pt x="1173" y="521"/>
                      <a:pt x="1540" y="521"/>
                    </a:cubicBezTo>
                    <a:close/>
                    <a:moveTo>
                      <a:pt x="1541" y="1"/>
                    </a:moveTo>
                    <a:cubicBezTo>
                      <a:pt x="1169" y="1"/>
                      <a:pt x="804" y="146"/>
                      <a:pt x="530" y="418"/>
                    </a:cubicBezTo>
                    <a:cubicBezTo>
                      <a:pt x="122" y="828"/>
                      <a:pt x="0" y="1442"/>
                      <a:pt x="222" y="1974"/>
                    </a:cubicBezTo>
                    <a:cubicBezTo>
                      <a:pt x="442" y="2508"/>
                      <a:pt x="963" y="2856"/>
                      <a:pt x="1540" y="2856"/>
                    </a:cubicBezTo>
                    <a:cubicBezTo>
                      <a:pt x="2329" y="2855"/>
                      <a:pt x="2967" y="2217"/>
                      <a:pt x="2968" y="1428"/>
                    </a:cubicBezTo>
                    <a:cubicBezTo>
                      <a:pt x="2968" y="851"/>
                      <a:pt x="2620" y="330"/>
                      <a:pt x="2088" y="110"/>
                    </a:cubicBezTo>
                    <a:cubicBezTo>
                      <a:pt x="1911" y="36"/>
                      <a:pt x="1725" y="1"/>
                      <a:pt x="1541"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1" name="Google Shape;1031;p35"/>
            <p:cNvGrpSpPr/>
            <p:nvPr/>
          </p:nvGrpSpPr>
          <p:grpSpPr>
            <a:xfrm>
              <a:off x="866422" y="-35131"/>
              <a:ext cx="3446856" cy="4393434"/>
              <a:chOff x="714022" y="-35131"/>
              <a:chExt cx="3446856" cy="4393434"/>
            </a:xfrm>
          </p:grpSpPr>
          <p:sp>
            <p:nvSpPr>
              <p:cNvPr id="1032" name="Google Shape;1032;p35"/>
              <p:cNvSpPr/>
              <p:nvPr/>
            </p:nvSpPr>
            <p:spPr>
              <a:xfrm>
                <a:off x="3778000" y="1055743"/>
                <a:ext cx="227152" cy="225698"/>
              </a:xfrm>
              <a:custGeom>
                <a:rect b="b" l="l" r="r" t="t"/>
                <a:pathLst>
                  <a:path extrusionOk="0" h="2336" w="2428">
                    <a:moveTo>
                      <a:pt x="1260" y="1"/>
                    </a:moveTo>
                    <a:cubicBezTo>
                      <a:pt x="788" y="1"/>
                      <a:pt x="361" y="285"/>
                      <a:pt x="181" y="723"/>
                    </a:cubicBezTo>
                    <a:cubicBezTo>
                      <a:pt x="0" y="1158"/>
                      <a:pt x="100" y="1661"/>
                      <a:pt x="434" y="1994"/>
                    </a:cubicBezTo>
                    <a:cubicBezTo>
                      <a:pt x="657" y="2217"/>
                      <a:pt x="956" y="2336"/>
                      <a:pt x="1259" y="2336"/>
                    </a:cubicBezTo>
                    <a:cubicBezTo>
                      <a:pt x="1410" y="2336"/>
                      <a:pt x="1562" y="2307"/>
                      <a:pt x="1707" y="2247"/>
                    </a:cubicBezTo>
                    <a:cubicBezTo>
                      <a:pt x="2143" y="2067"/>
                      <a:pt x="2427" y="1640"/>
                      <a:pt x="2427" y="1168"/>
                    </a:cubicBezTo>
                    <a:cubicBezTo>
                      <a:pt x="2427" y="524"/>
                      <a:pt x="1904" y="1"/>
                      <a:pt x="126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3" name="Google Shape;1033;p35"/>
              <p:cNvGrpSpPr/>
              <p:nvPr/>
            </p:nvGrpSpPr>
            <p:grpSpPr>
              <a:xfrm>
                <a:off x="714022" y="-35131"/>
                <a:ext cx="3446856" cy="4393434"/>
                <a:chOff x="-6174375" y="-774675"/>
                <a:chExt cx="3534150" cy="4504700"/>
              </a:xfrm>
            </p:grpSpPr>
            <p:sp>
              <p:nvSpPr>
                <p:cNvPr id="1034" name="Google Shape;1034;p35"/>
                <p:cNvSpPr/>
                <p:nvPr/>
              </p:nvSpPr>
              <p:spPr>
                <a:xfrm>
                  <a:off x="-5567850" y="2977775"/>
                  <a:ext cx="2509100" cy="191100"/>
                </a:xfrm>
                <a:custGeom>
                  <a:rect b="b" l="l" r="r" t="t"/>
                  <a:pathLst>
                    <a:path extrusionOk="0" h="7644" w="100364">
                      <a:moveTo>
                        <a:pt x="7924" y="0"/>
                      </a:moveTo>
                      <a:lnTo>
                        <a:pt x="1" y="7643"/>
                      </a:lnTo>
                      <a:lnTo>
                        <a:pt x="100364" y="7643"/>
                      </a:lnTo>
                      <a:lnTo>
                        <a:pt x="9244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35"/>
                <p:cNvSpPr/>
                <p:nvPr/>
              </p:nvSpPr>
              <p:spPr>
                <a:xfrm>
                  <a:off x="-5576575" y="2971225"/>
                  <a:ext cx="2526575" cy="204150"/>
                </a:xfrm>
                <a:custGeom>
                  <a:rect b="b" l="l" r="r" t="t"/>
                  <a:pathLst>
                    <a:path extrusionOk="0" h="8166" w="101063">
                      <a:moveTo>
                        <a:pt x="92685" y="523"/>
                      </a:moveTo>
                      <a:lnTo>
                        <a:pt x="100069" y="7645"/>
                      </a:lnTo>
                      <a:lnTo>
                        <a:pt x="994" y="7645"/>
                      </a:lnTo>
                      <a:lnTo>
                        <a:pt x="8378" y="523"/>
                      </a:lnTo>
                      <a:close/>
                      <a:moveTo>
                        <a:pt x="8273" y="1"/>
                      </a:moveTo>
                      <a:cubicBezTo>
                        <a:pt x="8206" y="1"/>
                        <a:pt x="8141" y="27"/>
                        <a:pt x="8092" y="75"/>
                      </a:cubicBezTo>
                      <a:lnTo>
                        <a:pt x="170" y="7718"/>
                      </a:lnTo>
                      <a:cubicBezTo>
                        <a:pt x="0" y="7881"/>
                        <a:pt x="115" y="8166"/>
                        <a:pt x="350" y="8166"/>
                      </a:cubicBezTo>
                      <a:lnTo>
                        <a:pt x="100713" y="8166"/>
                      </a:lnTo>
                      <a:cubicBezTo>
                        <a:pt x="100948" y="8166"/>
                        <a:pt x="101063" y="7880"/>
                        <a:pt x="100893" y="7718"/>
                      </a:cubicBezTo>
                      <a:lnTo>
                        <a:pt x="92971" y="75"/>
                      </a:lnTo>
                      <a:cubicBezTo>
                        <a:pt x="92922" y="27"/>
                        <a:pt x="92857" y="1"/>
                        <a:pt x="9279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35"/>
                <p:cNvSpPr/>
                <p:nvPr/>
              </p:nvSpPr>
              <p:spPr>
                <a:xfrm>
                  <a:off x="-5367125" y="2980250"/>
                  <a:ext cx="2029575" cy="142450"/>
                </a:xfrm>
                <a:custGeom>
                  <a:rect b="b" l="l" r="r" t="t"/>
                  <a:pathLst>
                    <a:path extrusionOk="0" h="5698" w="81183">
                      <a:moveTo>
                        <a:pt x="40592" y="0"/>
                      </a:moveTo>
                      <a:cubicBezTo>
                        <a:pt x="18173" y="0"/>
                        <a:pt x="0" y="1276"/>
                        <a:pt x="0" y="2849"/>
                      </a:cubicBezTo>
                      <a:cubicBezTo>
                        <a:pt x="0" y="4421"/>
                        <a:pt x="18173" y="5698"/>
                        <a:pt x="40592" y="5698"/>
                      </a:cubicBezTo>
                      <a:cubicBezTo>
                        <a:pt x="63009" y="5698"/>
                        <a:pt x="81183" y="4423"/>
                        <a:pt x="81183" y="2849"/>
                      </a:cubicBezTo>
                      <a:cubicBezTo>
                        <a:pt x="81183" y="1276"/>
                        <a:pt x="63009" y="0"/>
                        <a:pt x="40592" y="0"/>
                      </a:cubicBezTo>
                      <a:close/>
                    </a:path>
                  </a:pathLst>
                </a:custGeom>
                <a:gradFill>
                  <a:gsLst>
                    <a:gs pos="0">
                      <a:srgbClr val="8BE3FF"/>
                    </a:gs>
                    <a:gs pos="100000">
                      <a:srgbClr val="ACFFD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35"/>
                <p:cNvSpPr/>
                <p:nvPr/>
              </p:nvSpPr>
              <p:spPr>
                <a:xfrm>
                  <a:off x="-5567850" y="3168850"/>
                  <a:ext cx="2509100" cy="177150"/>
                </a:xfrm>
                <a:custGeom>
                  <a:rect b="b" l="l" r="r" t="t"/>
                  <a:pathLst>
                    <a:path extrusionOk="0" h="7086" w="100364">
                      <a:moveTo>
                        <a:pt x="1" y="0"/>
                      </a:moveTo>
                      <a:lnTo>
                        <a:pt x="1" y="7085"/>
                      </a:lnTo>
                      <a:lnTo>
                        <a:pt x="100364" y="7085"/>
                      </a:lnTo>
                      <a:lnTo>
                        <a:pt x="100364" y="0"/>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35"/>
                <p:cNvSpPr/>
                <p:nvPr/>
              </p:nvSpPr>
              <p:spPr>
                <a:xfrm>
                  <a:off x="-5574350" y="3162350"/>
                  <a:ext cx="2522125" cy="190150"/>
                </a:xfrm>
                <a:custGeom>
                  <a:rect b="b" l="l" r="r" t="t"/>
                  <a:pathLst>
                    <a:path extrusionOk="0" h="7606" w="100885">
                      <a:moveTo>
                        <a:pt x="100364" y="521"/>
                      </a:moveTo>
                      <a:lnTo>
                        <a:pt x="100364" y="7085"/>
                      </a:lnTo>
                      <a:lnTo>
                        <a:pt x="521" y="7085"/>
                      </a:lnTo>
                      <a:lnTo>
                        <a:pt x="521" y="521"/>
                      </a:lnTo>
                      <a:close/>
                      <a:moveTo>
                        <a:pt x="261" y="0"/>
                      </a:moveTo>
                      <a:cubicBezTo>
                        <a:pt x="117" y="0"/>
                        <a:pt x="1" y="116"/>
                        <a:pt x="1" y="260"/>
                      </a:cubicBezTo>
                      <a:lnTo>
                        <a:pt x="1" y="7345"/>
                      </a:lnTo>
                      <a:cubicBezTo>
                        <a:pt x="1" y="7488"/>
                        <a:pt x="117" y="7606"/>
                        <a:pt x="261" y="7606"/>
                      </a:cubicBezTo>
                      <a:lnTo>
                        <a:pt x="100624" y="7606"/>
                      </a:lnTo>
                      <a:cubicBezTo>
                        <a:pt x="100768" y="7606"/>
                        <a:pt x="100884" y="7488"/>
                        <a:pt x="100884" y="7345"/>
                      </a:cubicBezTo>
                      <a:lnTo>
                        <a:pt x="100884" y="260"/>
                      </a:lnTo>
                      <a:cubicBezTo>
                        <a:pt x="100884" y="116"/>
                        <a:pt x="100768" y="0"/>
                        <a:pt x="100624"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35"/>
                <p:cNvSpPr/>
                <p:nvPr/>
              </p:nvSpPr>
              <p:spPr>
                <a:xfrm>
                  <a:off x="-5745350" y="3345975"/>
                  <a:ext cx="2864125" cy="191100"/>
                </a:xfrm>
                <a:custGeom>
                  <a:rect b="b" l="l" r="r" t="t"/>
                  <a:pathLst>
                    <a:path extrusionOk="0" h="7644" w="114565">
                      <a:moveTo>
                        <a:pt x="7101" y="0"/>
                      </a:moveTo>
                      <a:lnTo>
                        <a:pt x="0" y="7644"/>
                      </a:lnTo>
                      <a:lnTo>
                        <a:pt x="114565" y="7644"/>
                      </a:lnTo>
                      <a:lnTo>
                        <a:pt x="10746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35"/>
                <p:cNvSpPr/>
                <p:nvPr/>
              </p:nvSpPr>
              <p:spPr>
                <a:xfrm>
                  <a:off x="-5753975" y="3339475"/>
                  <a:ext cx="2881375" cy="204100"/>
                </a:xfrm>
                <a:custGeom>
                  <a:rect b="b" l="l" r="r" t="t"/>
                  <a:pathLst>
                    <a:path extrusionOk="0" h="8164" w="115255">
                      <a:moveTo>
                        <a:pt x="107696" y="521"/>
                      </a:moveTo>
                      <a:lnTo>
                        <a:pt x="114313" y="7643"/>
                      </a:lnTo>
                      <a:lnTo>
                        <a:pt x="943" y="7643"/>
                      </a:lnTo>
                      <a:lnTo>
                        <a:pt x="7559" y="521"/>
                      </a:lnTo>
                      <a:close/>
                      <a:moveTo>
                        <a:pt x="7446" y="0"/>
                      </a:moveTo>
                      <a:cubicBezTo>
                        <a:pt x="7373" y="0"/>
                        <a:pt x="7304" y="30"/>
                        <a:pt x="7255" y="84"/>
                      </a:cubicBezTo>
                      <a:lnTo>
                        <a:pt x="155" y="7727"/>
                      </a:lnTo>
                      <a:cubicBezTo>
                        <a:pt x="0" y="7893"/>
                        <a:pt x="119" y="8164"/>
                        <a:pt x="345" y="8164"/>
                      </a:cubicBezTo>
                      <a:lnTo>
                        <a:pt x="114910" y="8164"/>
                      </a:lnTo>
                      <a:cubicBezTo>
                        <a:pt x="115136" y="8164"/>
                        <a:pt x="115255" y="7894"/>
                        <a:pt x="115100" y="7727"/>
                      </a:cubicBezTo>
                      <a:lnTo>
                        <a:pt x="108000" y="84"/>
                      </a:lnTo>
                      <a:cubicBezTo>
                        <a:pt x="107951" y="30"/>
                        <a:pt x="107882" y="0"/>
                        <a:pt x="107809"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35"/>
                <p:cNvSpPr/>
                <p:nvPr/>
              </p:nvSpPr>
              <p:spPr>
                <a:xfrm>
                  <a:off x="-5744850" y="3537050"/>
                  <a:ext cx="2863125" cy="186475"/>
                </a:xfrm>
                <a:custGeom>
                  <a:rect b="b" l="l" r="r" t="t"/>
                  <a:pathLst>
                    <a:path extrusionOk="0" h="7459" w="114525">
                      <a:moveTo>
                        <a:pt x="1" y="1"/>
                      </a:moveTo>
                      <a:lnTo>
                        <a:pt x="1" y="7459"/>
                      </a:lnTo>
                      <a:lnTo>
                        <a:pt x="114524" y="7459"/>
                      </a:lnTo>
                      <a:lnTo>
                        <a:pt x="114524" y="1"/>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35"/>
                <p:cNvSpPr/>
                <p:nvPr/>
              </p:nvSpPr>
              <p:spPr>
                <a:xfrm>
                  <a:off x="-5751350" y="3530550"/>
                  <a:ext cx="2876125" cy="199475"/>
                </a:xfrm>
                <a:custGeom>
                  <a:rect b="b" l="l" r="r" t="t"/>
                  <a:pathLst>
                    <a:path extrusionOk="0" h="7979" w="115045">
                      <a:moveTo>
                        <a:pt x="114524" y="521"/>
                      </a:moveTo>
                      <a:lnTo>
                        <a:pt x="114524" y="7458"/>
                      </a:lnTo>
                      <a:lnTo>
                        <a:pt x="521" y="7458"/>
                      </a:lnTo>
                      <a:lnTo>
                        <a:pt x="521" y="521"/>
                      </a:lnTo>
                      <a:close/>
                      <a:moveTo>
                        <a:pt x="261" y="0"/>
                      </a:moveTo>
                      <a:cubicBezTo>
                        <a:pt x="117" y="0"/>
                        <a:pt x="1" y="116"/>
                        <a:pt x="1" y="261"/>
                      </a:cubicBezTo>
                      <a:lnTo>
                        <a:pt x="1" y="7719"/>
                      </a:lnTo>
                      <a:cubicBezTo>
                        <a:pt x="1" y="7861"/>
                        <a:pt x="117" y="7979"/>
                        <a:pt x="261" y="7979"/>
                      </a:cubicBezTo>
                      <a:lnTo>
                        <a:pt x="114784" y="7979"/>
                      </a:lnTo>
                      <a:cubicBezTo>
                        <a:pt x="114928" y="7979"/>
                        <a:pt x="115044" y="7861"/>
                        <a:pt x="115044" y="7719"/>
                      </a:cubicBezTo>
                      <a:lnTo>
                        <a:pt x="115044" y="261"/>
                      </a:lnTo>
                      <a:cubicBezTo>
                        <a:pt x="115044" y="116"/>
                        <a:pt x="114928" y="0"/>
                        <a:pt x="114784"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35"/>
                <p:cNvSpPr/>
                <p:nvPr/>
              </p:nvSpPr>
              <p:spPr>
                <a:xfrm>
                  <a:off x="-4347575" y="-413325"/>
                  <a:ext cx="466400" cy="1692575"/>
                </a:xfrm>
                <a:custGeom>
                  <a:rect b="b" l="l" r="r" t="t"/>
                  <a:pathLst>
                    <a:path extrusionOk="0" h="67703" w="18656">
                      <a:moveTo>
                        <a:pt x="18135" y="0"/>
                      </a:moveTo>
                      <a:lnTo>
                        <a:pt x="18135" y="19792"/>
                      </a:lnTo>
                      <a:lnTo>
                        <a:pt x="0" y="19792"/>
                      </a:lnTo>
                      <a:lnTo>
                        <a:pt x="0" y="67703"/>
                      </a:lnTo>
                      <a:lnTo>
                        <a:pt x="521" y="67703"/>
                      </a:lnTo>
                      <a:lnTo>
                        <a:pt x="521" y="20313"/>
                      </a:lnTo>
                      <a:lnTo>
                        <a:pt x="18655" y="20313"/>
                      </a:lnTo>
                      <a:lnTo>
                        <a:pt x="18655" y="0"/>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35"/>
                <p:cNvSpPr/>
                <p:nvPr/>
              </p:nvSpPr>
              <p:spPr>
                <a:xfrm>
                  <a:off x="-4170425" y="-413325"/>
                  <a:ext cx="13050" cy="495700"/>
                </a:xfrm>
                <a:custGeom>
                  <a:rect b="b" l="l" r="r" t="t"/>
                  <a:pathLst>
                    <a:path extrusionOk="0" h="19828" w="522">
                      <a:moveTo>
                        <a:pt x="0" y="0"/>
                      </a:moveTo>
                      <a:lnTo>
                        <a:pt x="0" y="19828"/>
                      </a:lnTo>
                      <a:lnTo>
                        <a:pt x="521" y="19828"/>
                      </a:lnTo>
                      <a:lnTo>
                        <a:pt x="521" y="0"/>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35"/>
                <p:cNvSpPr/>
                <p:nvPr/>
              </p:nvSpPr>
              <p:spPr>
                <a:xfrm>
                  <a:off x="-5009350" y="-730475"/>
                  <a:ext cx="330175" cy="1698300"/>
                </a:xfrm>
                <a:custGeom>
                  <a:rect b="b" l="l" r="r" t="t"/>
                  <a:pathLst>
                    <a:path extrusionOk="0" h="67932" w="13207">
                      <a:moveTo>
                        <a:pt x="10232" y="1"/>
                      </a:moveTo>
                      <a:lnTo>
                        <a:pt x="10232" y="17747"/>
                      </a:lnTo>
                      <a:lnTo>
                        <a:pt x="1" y="17747"/>
                      </a:lnTo>
                      <a:lnTo>
                        <a:pt x="1" y="29725"/>
                      </a:lnTo>
                      <a:lnTo>
                        <a:pt x="12686" y="29725"/>
                      </a:lnTo>
                      <a:lnTo>
                        <a:pt x="12686" y="67931"/>
                      </a:lnTo>
                      <a:lnTo>
                        <a:pt x="13207" y="67931"/>
                      </a:lnTo>
                      <a:lnTo>
                        <a:pt x="13207" y="29204"/>
                      </a:lnTo>
                      <a:lnTo>
                        <a:pt x="522" y="29204"/>
                      </a:lnTo>
                      <a:lnTo>
                        <a:pt x="522" y="18267"/>
                      </a:lnTo>
                      <a:lnTo>
                        <a:pt x="10752" y="18267"/>
                      </a:lnTo>
                      <a:lnTo>
                        <a:pt x="10752" y="1"/>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35"/>
                <p:cNvSpPr/>
                <p:nvPr/>
              </p:nvSpPr>
              <p:spPr>
                <a:xfrm>
                  <a:off x="-3352000" y="-327750"/>
                  <a:ext cx="323675" cy="927275"/>
                </a:xfrm>
                <a:custGeom>
                  <a:rect b="b" l="l" r="r" t="t"/>
                  <a:pathLst>
                    <a:path extrusionOk="0" h="37091" w="12947">
                      <a:moveTo>
                        <a:pt x="6957" y="1"/>
                      </a:moveTo>
                      <a:lnTo>
                        <a:pt x="6957" y="11049"/>
                      </a:lnTo>
                      <a:lnTo>
                        <a:pt x="0" y="11049"/>
                      </a:lnTo>
                      <a:lnTo>
                        <a:pt x="0" y="37090"/>
                      </a:lnTo>
                      <a:lnTo>
                        <a:pt x="521" y="37090"/>
                      </a:lnTo>
                      <a:lnTo>
                        <a:pt x="521" y="11569"/>
                      </a:lnTo>
                      <a:lnTo>
                        <a:pt x="7477" y="11569"/>
                      </a:lnTo>
                      <a:lnTo>
                        <a:pt x="7477" y="521"/>
                      </a:lnTo>
                      <a:lnTo>
                        <a:pt x="12947" y="521"/>
                      </a:lnTo>
                      <a:lnTo>
                        <a:pt x="12947" y="1"/>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35"/>
                <p:cNvSpPr/>
                <p:nvPr/>
              </p:nvSpPr>
              <p:spPr>
                <a:xfrm>
                  <a:off x="-5602700" y="-454250"/>
                  <a:ext cx="156250" cy="992375"/>
                </a:xfrm>
                <a:custGeom>
                  <a:rect b="b" l="l" r="r" t="t"/>
                  <a:pathLst>
                    <a:path extrusionOk="0" h="39695" w="6250">
                      <a:moveTo>
                        <a:pt x="0" y="0"/>
                      </a:moveTo>
                      <a:lnTo>
                        <a:pt x="0" y="14432"/>
                      </a:lnTo>
                      <a:lnTo>
                        <a:pt x="5730" y="20160"/>
                      </a:lnTo>
                      <a:lnTo>
                        <a:pt x="5730" y="39695"/>
                      </a:lnTo>
                      <a:lnTo>
                        <a:pt x="6249" y="39695"/>
                      </a:lnTo>
                      <a:lnTo>
                        <a:pt x="6249" y="19945"/>
                      </a:lnTo>
                      <a:lnTo>
                        <a:pt x="521" y="14216"/>
                      </a:lnTo>
                      <a:lnTo>
                        <a:pt x="521" y="0"/>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35"/>
                <p:cNvSpPr/>
                <p:nvPr/>
              </p:nvSpPr>
              <p:spPr>
                <a:xfrm>
                  <a:off x="-6138425" y="2512600"/>
                  <a:ext cx="681750" cy="569200"/>
                </a:xfrm>
                <a:custGeom>
                  <a:rect b="b" l="l" r="r" t="t"/>
                  <a:pathLst>
                    <a:path extrusionOk="0" h="22768" w="27270">
                      <a:moveTo>
                        <a:pt x="26750" y="1"/>
                      </a:moveTo>
                      <a:lnTo>
                        <a:pt x="26750" y="10379"/>
                      </a:lnTo>
                      <a:lnTo>
                        <a:pt x="19792" y="10379"/>
                      </a:lnTo>
                      <a:lnTo>
                        <a:pt x="19792" y="22247"/>
                      </a:lnTo>
                      <a:lnTo>
                        <a:pt x="1" y="22247"/>
                      </a:lnTo>
                      <a:lnTo>
                        <a:pt x="1" y="22768"/>
                      </a:lnTo>
                      <a:lnTo>
                        <a:pt x="20313" y="22768"/>
                      </a:lnTo>
                      <a:lnTo>
                        <a:pt x="20313" y="10900"/>
                      </a:lnTo>
                      <a:lnTo>
                        <a:pt x="27269" y="10900"/>
                      </a:lnTo>
                      <a:lnTo>
                        <a:pt x="27269" y="1"/>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35"/>
                <p:cNvSpPr/>
                <p:nvPr/>
              </p:nvSpPr>
              <p:spPr>
                <a:xfrm>
                  <a:off x="-3556625" y="2553500"/>
                  <a:ext cx="865900" cy="405525"/>
                </a:xfrm>
                <a:custGeom>
                  <a:rect b="b" l="l" r="r" t="t"/>
                  <a:pathLst>
                    <a:path extrusionOk="0" h="16221" w="34636">
                      <a:moveTo>
                        <a:pt x="1" y="0"/>
                      </a:moveTo>
                      <a:lnTo>
                        <a:pt x="1" y="11310"/>
                      </a:lnTo>
                      <a:lnTo>
                        <a:pt x="16481" y="11310"/>
                      </a:lnTo>
                      <a:lnTo>
                        <a:pt x="16481" y="6809"/>
                      </a:lnTo>
                      <a:lnTo>
                        <a:pt x="20462" y="6809"/>
                      </a:lnTo>
                      <a:lnTo>
                        <a:pt x="20462" y="16220"/>
                      </a:lnTo>
                      <a:lnTo>
                        <a:pt x="34636" y="16220"/>
                      </a:lnTo>
                      <a:lnTo>
                        <a:pt x="34636" y="15700"/>
                      </a:lnTo>
                      <a:lnTo>
                        <a:pt x="20983" y="15700"/>
                      </a:lnTo>
                      <a:lnTo>
                        <a:pt x="20983" y="6289"/>
                      </a:lnTo>
                      <a:lnTo>
                        <a:pt x="15960" y="6289"/>
                      </a:lnTo>
                      <a:lnTo>
                        <a:pt x="15960" y="10790"/>
                      </a:lnTo>
                      <a:lnTo>
                        <a:pt x="521" y="10790"/>
                      </a:lnTo>
                      <a:lnTo>
                        <a:pt x="521" y="0"/>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35"/>
                <p:cNvSpPr/>
                <p:nvPr/>
              </p:nvSpPr>
              <p:spPr>
                <a:xfrm>
                  <a:off x="-3919200" y="-442500"/>
                  <a:ext cx="60700" cy="58400"/>
                </a:xfrm>
                <a:custGeom>
                  <a:rect b="b" l="l" r="r" t="t"/>
                  <a:pathLst>
                    <a:path extrusionOk="0" h="2336" w="2428">
                      <a:moveTo>
                        <a:pt x="1260" y="0"/>
                      </a:moveTo>
                      <a:cubicBezTo>
                        <a:pt x="788" y="0"/>
                        <a:pt x="363" y="285"/>
                        <a:pt x="181" y="720"/>
                      </a:cubicBezTo>
                      <a:cubicBezTo>
                        <a:pt x="1" y="1156"/>
                        <a:pt x="101" y="1659"/>
                        <a:pt x="434" y="1993"/>
                      </a:cubicBezTo>
                      <a:cubicBezTo>
                        <a:pt x="658" y="2217"/>
                        <a:pt x="956" y="2335"/>
                        <a:pt x="1260" y="2335"/>
                      </a:cubicBezTo>
                      <a:cubicBezTo>
                        <a:pt x="1411" y="2335"/>
                        <a:pt x="1562" y="2306"/>
                        <a:pt x="1707" y="2246"/>
                      </a:cubicBezTo>
                      <a:cubicBezTo>
                        <a:pt x="2143" y="2066"/>
                        <a:pt x="2427" y="1640"/>
                        <a:pt x="2427" y="1167"/>
                      </a:cubicBezTo>
                      <a:cubicBezTo>
                        <a:pt x="2427" y="523"/>
                        <a:pt x="1905" y="0"/>
                        <a:pt x="1260"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35"/>
                <p:cNvSpPr/>
                <p:nvPr/>
              </p:nvSpPr>
              <p:spPr>
                <a:xfrm>
                  <a:off x="-3926225" y="-449025"/>
                  <a:ext cx="74225" cy="71400"/>
                </a:xfrm>
                <a:custGeom>
                  <a:rect b="b" l="l" r="r" t="t"/>
                  <a:pathLst>
                    <a:path extrusionOk="0" h="2856" w="2969">
                      <a:moveTo>
                        <a:pt x="1541" y="521"/>
                      </a:moveTo>
                      <a:lnTo>
                        <a:pt x="1541" y="523"/>
                      </a:lnTo>
                      <a:cubicBezTo>
                        <a:pt x="2042" y="523"/>
                        <a:pt x="2448" y="928"/>
                        <a:pt x="2448" y="1428"/>
                      </a:cubicBezTo>
                      <a:cubicBezTo>
                        <a:pt x="2448" y="1795"/>
                        <a:pt x="2228" y="2126"/>
                        <a:pt x="1888" y="2266"/>
                      </a:cubicBezTo>
                      <a:cubicBezTo>
                        <a:pt x="1776" y="2313"/>
                        <a:pt x="1658" y="2335"/>
                        <a:pt x="1541" y="2335"/>
                      </a:cubicBezTo>
                      <a:cubicBezTo>
                        <a:pt x="1305" y="2335"/>
                        <a:pt x="1072" y="2243"/>
                        <a:pt x="899" y="2070"/>
                      </a:cubicBezTo>
                      <a:cubicBezTo>
                        <a:pt x="640" y="1811"/>
                        <a:pt x="563" y="1420"/>
                        <a:pt x="703" y="1081"/>
                      </a:cubicBezTo>
                      <a:cubicBezTo>
                        <a:pt x="843" y="743"/>
                        <a:pt x="1174" y="521"/>
                        <a:pt x="1541" y="521"/>
                      </a:cubicBezTo>
                      <a:close/>
                      <a:moveTo>
                        <a:pt x="1541" y="1"/>
                      </a:moveTo>
                      <a:cubicBezTo>
                        <a:pt x="1169" y="1"/>
                        <a:pt x="804" y="146"/>
                        <a:pt x="531" y="418"/>
                      </a:cubicBezTo>
                      <a:cubicBezTo>
                        <a:pt x="123" y="828"/>
                        <a:pt x="1" y="1442"/>
                        <a:pt x="222" y="1974"/>
                      </a:cubicBezTo>
                      <a:cubicBezTo>
                        <a:pt x="443" y="2508"/>
                        <a:pt x="963" y="2856"/>
                        <a:pt x="1541" y="2856"/>
                      </a:cubicBezTo>
                      <a:cubicBezTo>
                        <a:pt x="2329" y="2855"/>
                        <a:pt x="2967" y="2217"/>
                        <a:pt x="2969" y="1428"/>
                      </a:cubicBezTo>
                      <a:cubicBezTo>
                        <a:pt x="2969" y="851"/>
                        <a:pt x="2621" y="330"/>
                        <a:pt x="2087" y="110"/>
                      </a:cubicBezTo>
                      <a:cubicBezTo>
                        <a:pt x="1910" y="36"/>
                        <a:pt x="1725" y="1"/>
                        <a:pt x="1541"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35"/>
                <p:cNvSpPr/>
                <p:nvPr/>
              </p:nvSpPr>
              <p:spPr>
                <a:xfrm>
                  <a:off x="-4194325" y="-442500"/>
                  <a:ext cx="60700" cy="58400"/>
                </a:xfrm>
                <a:custGeom>
                  <a:rect b="b" l="l" r="r" t="t"/>
                  <a:pathLst>
                    <a:path extrusionOk="0" h="2336" w="2428">
                      <a:moveTo>
                        <a:pt x="1260" y="0"/>
                      </a:moveTo>
                      <a:cubicBezTo>
                        <a:pt x="788" y="0"/>
                        <a:pt x="363" y="285"/>
                        <a:pt x="181" y="720"/>
                      </a:cubicBezTo>
                      <a:cubicBezTo>
                        <a:pt x="1" y="1156"/>
                        <a:pt x="101" y="1659"/>
                        <a:pt x="434" y="1993"/>
                      </a:cubicBezTo>
                      <a:cubicBezTo>
                        <a:pt x="658" y="2217"/>
                        <a:pt x="957" y="2335"/>
                        <a:pt x="1260" y="2335"/>
                      </a:cubicBezTo>
                      <a:cubicBezTo>
                        <a:pt x="1411" y="2335"/>
                        <a:pt x="1563" y="2306"/>
                        <a:pt x="1707" y="2246"/>
                      </a:cubicBezTo>
                      <a:cubicBezTo>
                        <a:pt x="2143" y="2066"/>
                        <a:pt x="2428" y="1640"/>
                        <a:pt x="2428" y="1167"/>
                      </a:cubicBezTo>
                      <a:cubicBezTo>
                        <a:pt x="2428" y="523"/>
                        <a:pt x="1906" y="0"/>
                        <a:pt x="1260"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35"/>
                <p:cNvSpPr/>
                <p:nvPr/>
              </p:nvSpPr>
              <p:spPr>
                <a:xfrm>
                  <a:off x="-4201325" y="-449025"/>
                  <a:ext cx="74200" cy="71400"/>
                </a:xfrm>
                <a:custGeom>
                  <a:rect b="b" l="l" r="r" t="t"/>
                  <a:pathLst>
                    <a:path extrusionOk="0" h="2856" w="2968">
                      <a:moveTo>
                        <a:pt x="1540" y="521"/>
                      </a:moveTo>
                      <a:lnTo>
                        <a:pt x="1540" y="523"/>
                      </a:lnTo>
                      <a:cubicBezTo>
                        <a:pt x="2042" y="523"/>
                        <a:pt x="2447" y="928"/>
                        <a:pt x="2447" y="1428"/>
                      </a:cubicBezTo>
                      <a:cubicBezTo>
                        <a:pt x="2447" y="1795"/>
                        <a:pt x="2227" y="2126"/>
                        <a:pt x="1888" y="2266"/>
                      </a:cubicBezTo>
                      <a:cubicBezTo>
                        <a:pt x="1775" y="2313"/>
                        <a:pt x="1658" y="2335"/>
                        <a:pt x="1541" y="2335"/>
                      </a:cubicBezTo>
                      <a:cubicBezTo>
                        <a:pt x="1305" y="2335"/>
                        <a:pt x="1073" y="2243"/>
                        <a:pt x="898" y="2070"/>
                      </a:cubicBezTo>
                      <a:cubicBezTo>
                        <a:pt x="639" y="1811"/>
                        <a:pt x="562" y="1420"/>
                        <a:pt x="702" y="1081"/>
                      </a:cubicBezTo>
                      <a:cubicBezTo>
                        <a:pt x="843" y="743"/>
                        <a:pt x="1173" y="521"/>
                        <a:pt x="1540" y="521"/>
                      </a:cubicBezTo>
                      <a:close/>
                      <a:moveTo>
                        <a:pt x="1541" y="1"/>
                      </a:moveTo>
                      <a:cubicBezTo>
                        <a:pt x="1169" y="1"/>
                        <a:pt x="804" y="146"/>
                        <a:pt x="530" y="418"/>
                      </a:cubicBezTo>
                      <a:cubicBezTo>
                        <a:pt x="122" y="828"/>
                        <a:pt x="0" y="1442"/>
                        <a:pt x="222" y="1974"/>
                      </a:cubicBezTo>
                      <a:cubicBezTo>
                        <a:pt x="442" y="2508"/>
                        <a:pt x="963" y="2856"/>
                        <a:pt x="1540" y="2856"/>
                      </a:cubicBezTo>
                      <a:cubicBezTo>
                        <a:pt x="2329" y="2855"/>
                        <a:pt x="2967" y="2217"/>
                        <a:pt x="2968" y="1428"/>
                      </a:cubicBezTo>
                      <a:cubicBezTo>
                        <a:pt x="2968" y="851"/>
                        <a:pt x="2620" y="330"/>
                        <a:pt x="2088" y="110"/>
                      </a:cubicBezTo>
                      <a:cubicBezTo>
                        <a:pt x="1911" y="36"/>
                        <a:pt x="1725" y="1"/>
                        <a:pt x="1541"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35"/>
                <p:cNvSpPr/>
                <p:nvPr/>
              </p:nvSpPr>
              <p:spPr>
                <a:xfrm>
                  <a:off x="-4778350" y="-768150"/>
                  <a:ext cx="60675" cy="58400"/>
                </a:xfrm>
                <a:custGeom>
                  <a:rect b="b" l="l" r="r" t="t"/>
                  <a:pathLst>
                    <a:path extrusionOk="0" h="2336" w="2427">
                      <a:moveTo>
                        <a:pt x="1259" y="0"/>
                      </a:moveTo>
                      <a:cubicBezTo>
                        <a:pt x="787" y="0"/>
                        <a:pt x="361" y="285"/>
                        <a:pt x="180" y="721"/>
                      </a:cubicBezTo>
                      <a:cubicBezTo>
                        <a:pt x="0" y="1157"/>
                        <a:pt x="99" y="1659"/>
                        <a:pt x="434" y="1993"/>
                      </a:cubicBezTo>
                      <a:cubicBezTo>
                        <a:pt x="657" y="2217"/>
                        <a:pt x="955" y="2335"/>
                        <a:pt x="1259" y="2335"/>
                      </a:cubicBezTo>
                      <a:cubicBezTo>
                        <a:pt x="1410" y="2335"/>
                        <a:pt x="1561" y="2306"/>
                        <a:pt x="1706" y="2247"/>
                      </a:cubicBezTo>
                      <a:cubicBezTo>
                        <a:pt x="2142" y="2066"/>
                        <a:pt x="2427" y="1640"/>
                        <a:pt x="2427" y="1168"/>
                      </a:cubicBezTo>
                      <a:cubicBezTo>
                        <a:pt x="2427" y="523"/>
                        <a:pt x="1904" y="0"/>
                        <a:pt x="1259"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35"/>
                <p:cNvSpPr/>
                <p:nvPr/>
              </p:nvSpPr>
              <p:spPr>
                <a:xfrm>
                  <a:off x="-4785375" y="-774675"/>
                  <a:ext cx="74225" cy="71425"/>
                </a:xfrm>
                <a:custGeom>
                  <a:rect b="b" l="l" r="r" t="t"/>
                  <a:pathLst>
                    <a:path extrusionOk="0" h="2857" w="2969">
                      <a:moveTo>
                        <a:pt x="1540" y="522"/>
                      </a:moveTo>
                      <a:cubicBezTo>
                        <a:pt x="2040" y="522"/>
                        <a:pt x="2447" y="927"/>
                        <a:pt x="2447" y="1429"/>
                      </a:cubicBezTo>
                      <a:cubicBezTo>
                        <a:pt x="2447" y="1796"/>
                        <a:pt x="2226" y="2126"/>
                        <a:pt x="1887" y="2267"/>
                      </a:cubicBezTo>
                      <a:cubicBezTo>
                        <a:pt x="1775" y="2313"/>
                        <a:pt x="1657" y="2336"/>
                        <a:pt x="1540" y="2336"/>
                      </a:cubicBezTo>
                      <a:cubicBezTo>
                        <a:pt x="1304" y="2336"/>
                        <a:pt x="1072" y="2244"/>
                        <a:pt x="899" y="2070"/>
                      </a:cubicBezTo>
                      <a:cubicBezTo>
                        <a:pt x="639" y="1811"/>
                        <a:pt x="562" y="1420"/>
                        <a:pt x="702" y="1081"/>
                      </a:cubicBezTo>
                      <a:cubicBezTo>
                        <a:pt x="843" y="742"/>
                        <a:pt x="1173" y="522"/>
                        <a:pt x="1540" y="522"/>
                      </a:cubicBezTo>
                      <a:close/>
                      <a:moveTo>
                        <a:pt x="1540" y="1"/>
                      </a:moveTo>
                      <a:cubicBezTo>
                        <a:pt x="1168" y="1"/>
                        <a:pt x="803" y="146"/>
                        <a:pt x="530" y="419"/>
                      </a:cubicBezTo>
                      <a:cubicBezTo>
                        <a:pt x="122" y="827"/>
                        <a:pt x="0" y="1442"/>
                        <a:pt x="220" y="1975"/>
                      </a:cubicBezTo>
                      <a:cubicBezTo>
                        <a:pt x="442" y="2509"/>
                        <a:pt x="963" y="2856"/>
                        <a:pt x="1540" y="2856"/>
                      </a:cubicBezTo>
                      <a:cubicBezTo>
                        <a:pt x="2329" y="2856"/>
                        <a:pt x="2967" y="2217"/>
                        <a:pt x="2968" y="1429"/>
                      </a:cubicBezTo>
                      <a:cubicBezTo>
                        <a:pt x="2968" y="851"/>
                        <a:pt x="2621" y="330"/>
                        <a:pt x="2086" y="110"/>
                      </a:cubicBezTo>
                      <a:cubicBezTo>
                        <a:pt x="1909" y="37"/>
                        <a:pt x="1724" y="1"/>
                        <a:pt x="154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35"/>
                <p:cNvSpPr/>
                <p:nvPr/>
              </p:nvSpPr>
              <p:spPr>
                <a:xfrm>
                  <a:off x="-5627475" y="-498225"/>
                  <a:ext cx="60700" cy="58425"/>
                </a:xfrm>
                <a:custGeom>
                  <a:rect b="b" l="l" r="r" t="t"/>
                  <a:pathLst>
                    <a:path extrusionOk="0" h="2337" w="2428">
                      <a:moveTo>
                        <a:pt x="1260" y="1"/>
                      </a:moveTo>
                      <a:cubicBezTo>
                        <a:pt x="788" y="1"/>
                        <a:pt x="361" y="286"/>
                        <a:pt x="181" y="721"/>
                      </a:cubicBezTo>
                      <a:cubicBezTo>
                        <a:pt x="1" y="1157"/>
                        <a:pt x="100" y="1660"/>
                        <a:pt x="434" y="1994"/>
                      </a:cubicBezTo>
                      <a:cubicBezTo>
                        <a:pt x="657" y="2218"/>
                        <a:pt x="956" y="2336"/>
                        <a:pt x="1260" y="2336"/>
                      </a:cubicBezTo>
                      <a:cubicBezTo>
                        <a:pt x="1411" y="2336"/>
                        <a:pt x="1562" y="2307"/>
                        <a:pt x="1707" y="2247"/>
                      </a:cubicBezTo>
                      <a:cubicBezTo>
                        <a:pt x="2143" y="2067"/>
                        <a:pt x="2427" y="1641"/>
                        <a:pt x="2427" y="1168"/>
                      </a:cubicBezTo>
                      <a:cubicBezTo>
                        <a:pt x="2427" y="524"/>
                        <a:pt x="1904" y="1"/>
                        <a:pt x="126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35"/>
                <p:cNvSpPr/>
                <p:nvPr/>
              </p:nvSpPr>
              <p:spPr>
                <a:xfrm>
                  <a:off x="-5634475" y="-504725"/>
                  <a:ext cx="74225" cy="71400"/>
                </a:xfrm>
                <a:custGeom>
                  <a:rect b="b" l="l" r="r" t="t"/>
                  <a:pathLst>
                    <a:path extrusionOk="0" h="2856" w="2969">
                      <a:moveTo>
                        <a:pt x="1540" y="521"/>
                      </a:moveTo>
                      <a:cubicBezTo>
                        <a:pt x="2041" y="523"/>
                        <a:pt x="2447" y="928"/>
                        <a:pt x="2448" y="1428"/>
                      </a:cubicBezTo>
                      <a:cubicBezTo>
                        <a:pt x="2448" y="1795"/>
                        <a:pt x="2226" y="2126"/>
                        <a:pt x="1887" y="2266"/>
                      </a:cubicBezTo>
                      <a:cubicBezTo>
                        <a:pt x="1775" y="2313"/>
                        <a:pt x="1657" y="2335"/>
                        <a:pt x="1540" y="2335"/>
                      </a:cubicBezTo>
                      <a:cubicBezTo>
                        <a:pt x="1304" y="2335"/>
                        <a:pt x="1073" y="2243"/>
                        <a:pt x="899" y="2070"/>
                      </a:cubicBezTo>
                      <a:cubicBezTo>
                        <a:pt x="640" y="1810"/>
                        <a:pt x="561" y="1420"/>
                        <a:pt x="702" y="1081"/>
                      </a:cubicBezTo>
                      <a:cubicBezTo>
                        <a:pt x="842" y="742"/>
                        <a:pt x="1173" y="521"/>
                        <a:pt x="1540" y="521"/>
                      </a:cubicBezTo>
                      <a:close/>
                      <a:moveTo>
                        <a:pt x="1540" y="0"/>
                      </a:moveTo>
                      <a:cubicBezTo>
                        <a:pt x="1169" y="0"/>
                        <a:pt x="804" y="146"/>
                        <a:pt x="531" y="418"/>
                      </a:cubicBezTo>
                      <a:cubicBezTo>
                        <a:pt x="122" y="826"/>
                        <a:pt x="1" y="1440"/>
                        <a:pt x="221" y="1974"/>
                      </a:cubicBezTo>
                      <a:cubicBezTo>
                        <a:pt x="442" y="2508"/>
                        <a:pt x="962" y="2856"/>
                        <a:pt x="1540" y="2856"/>
                      </a:cubicBezTo>
                      <a:cubicBezTo>
                        <a:pt x="2328" y="2855"/>
                        <a:pt x="2967" y="2217"/>
                        <a:pt x="2969" y="1428"/>
                      </a:cubicBezTo>
                      <a:cubicBezTo>
                        <a:pt x="2969" y="851"/>
                        <a:pt x="2620" y="330"/>
                        <a:pt x="2087" y="110"/>
                      </a:cubicBezTo>
                      <a:cubicBezTo>
                        <a:pt x="1910" y="36"/>
                        <a:pt x="1724" y="0"/>
                        <a:pt x="1540"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35"/>
                <p:cNvSpPr/>
                <p:nvPr/>
              </p:nvSpPr>
              <p:spPr>
                <a:xfrm>
                  <a:off x="-6167350" y="3040500"/>
                  <a:ext cx="60675" cy="58400"/>
                </a:xfrm>
                <a:custGeom>
                  <a:rect b="b" l="l" r="r" t="t"/>
                  <a:pathLst>
                    <a:path extrusionOk="0" h="2336" w="2427">
                      <a:moveTo>
                        <a:pt x="1260" y="0"/>
                      </a:moveTo>
                      <a:cubicBezTo>
                        <a:pt x="787" y="0"/>
                        <a:pt x="362" y="285"/>
                        <a:pt x="182" y="721"/>
                      </a:cubicBezTo>
                      <a:cubicBezTo>
                        <a:pt x="0" y="1158"/>
                        <a:pt x="101" y="1659"/>
                        <a:pt x="435" y="1993"/>
                      </a:cubicBezTo>
                      <a:cubicBezTo>
                        <a:pt x="658" y="2217"/>
                        <a:pt x="956" y="2335"/>
                        <a:pt x="1260" y="2335"/>
                      </a:cubicBezTo>
                      <a:cubicBezTo>
                        <a:pt x="1410" y="2335"/>
                        <a:pt x="1562" y="2306"/>
                        <a:pt x="1706" y="2246"/>
                      </a:cubicBezTo>
                      <a:cubicBezTo>
                        <a:pt x="2142" y="2066"/>
                        <a:pt x="2427" y="1640"/>
                        <a:pt x="2427" y="1167"/>
                      </a:cubicBezTo>
                      <a:cubicBezTo>
                        <a:pt x="2427" y="523"/>
                        <a:pt x="1905" y="0"/>
                        <a:pt x="1260"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35"/>
                <p:cNvSpPr/>
                <p:nvPr/>
              </p:nvSpPr>
              <p:spPr>
                <a:xfrm>
                  <a:off x="-6174375" y="3034000"/>
                  <a:ext cx="74225" cy="71425"/>
                </a:xfrm>
                <a:custGeom>
                  <a:rect b="b" l="l" r="r" t="t"/>
                  <a:pathLst>
                    <a:path extrusionOk="0" h="2857" w="2969">
                      <a:moveTo>
                        <a:pt x="1541" y="521"/>
                      </a:moveTo>
                      <a:cubicBezTo>
                        <a:pt x="2042" y="522"/>
                        <a:pt x="2448" y="927"/>
                        <a:pt x="2448" y="1427"/>
                      </a:cubicBezTo>
                      <a:cubicBezTo>
                        <a:pt x="2448" y="1794"/>
                        <a:pt x="2227" y="2125"/>
                        <a:pt x="1888" y="2267"/>
                      </a:cubicBezTo>
                      <a:cubicBezTo>
                        <a:pt x="1776" y="2313"/>
                        <a:pt x="1659" y="2336"/>
                        <a:pt x="1542" y="2336"/>
                      </a:cubicBezTo>
                      <a:cubicBezTo>
                        <a:pt x="1306" y="2336"/>
                        <a:pt x="1073" y="2243"/>
                        <a:pt x="899" y="2069"/>
                      </a:cubicBezTo>
                      <a:cubicBezTo>
                        <a:pt x="640" y="1810"/>
                        <a:pt x="562" y="1420"/>
                        <a:pt x="703" y="1081"/>
                      </a:cubicBezTo>
                      <a:cubicBezTo>
                        <a:pt x="843" y="742"/>
                        <a:pt x="1174" y="521"/>
                        <a:pt x="1541" y="521"/>
                      </a:cubicBezTo>
                      <a:close/>
                      <a:moveTo>
                        <a:pt x="1542" y="1"/>
                      </a:moveTo>
                      <a:cubicBezTo>
                        <a:pt x="1170" y="1"/>
                        <a:pt x="804" y="146"/>
                        <a:pt x="531" y="419"/>
                      </a:cubicBezTo>
                      <a:cubicBezTo>
                        <a:pt x="123" y="827"/>
                        <a:pt x="0" y="1441"/>
                        <a:pt x="222" y="1975"/>
                      </a:cubicBezTo>
                      <a:cubicBezTo>
                        <a:pt x="442" y="2508"/>
                        <a:pt x="963" y="2856"/>
                        <a:pt x="1541" y="2856"/>
                      </a:cubicBezTo>
                      <a:cubicBezTo>
                        <a:pt x="2329" y="2855"/>
                        <a:pt x="2968" y="2216"/>
                        <a:pt x="2968" y="1427"/>
                      </a:cubicBezTo>
                      <a:cubicBezTo>
                        <a:pt x="2968" y="850"/>
                        <a:pt x="2621" y="329"/>
                        <a:pt x="2087" y="109"/>
                      </a:cubicBezTo>
                      <a:cubicBezTo>
                        <a:pt x="1911" y="36"/>
                        <a:pt x="1725" y="1"/>
                        <a:pt x="1542"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35"/>
                <p:cNvSpPr/>
                <p:nvPr/>
              </p:nvSpPr>
              <p:spPr>
                <a:xfrm>
                  <a:off x="-2707425" y="2917525"/>
                  <a:ext cx="60700" cy="58400"/>
                </a:xfrm>
                <a:custGeom>
                  <a:rect b="b" l="l" r="r" t="t"/>
                  <a:pathLst>
                    <a:path extrusionOk="0" h="2336" w="2428">
                      <a:moveTo>
                        <a:pt x="1260" y="1"/>
                      </a:moveTo>
                      <a:cubicBezTo>
                        <a:pt x="788" y="1"/>
                        <a:pt x="362" y="285"/>
                        <a:pt x="181" y="722"/>
                      </a:cubicBezTo>
                      <a:cubicBezTo>
                        <a:pt x="1" y="1158"/>
                        <a:pt x="100" y="1659"/>
                        <a:pt x="434" y="1994"/>
                      </a:cubicBezTo>
                      <a:cubicBezTo>
                        <a:pt x="658" y="2217"/>
                        <a:pt x="956" y="2336"/>
                        <a:pt x="1260" y="2336"/>
                      </a:cubicBezTo>
                      <a:cubicBezTo>
                        <a:pt x="1410" y="2336"/>
                        <a:pt x="1562" y="2307"/>
                        <a:pt x="1707" y="2247"/>
                      </a:cubicBezTo>
                      <a:cubicBezTo>
                        <a:pt x="2143" y="2066"/>
                        <a:pt x="2427" y="1640"/>
                        <a:pt x="2427" y="1169"/>
                      </a:cubicBezTo>
                      <a:cubicBezTo>
                        <a:pt x="2427" y="524"/>
                        <a:pt x="1904" y="1"/>
                        <a:pt x="126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35"/>
                <p:cNvSpPr/>
                <p:nvPr/>
              </p:nvSpPr>
              <p:spPr>
                <a:xfrm>
                  <a:off x="-2714450" y="2911025"/>
                  <a:ext cx="74225" cy="71400"/>
                </a:xfrm>
                <a:custGeom>
                  <a:rect b="b" l="l" r="r" t="t"/>
                  <a:pathLst>
                    <a:path extrusionOk="0" h="2856" w="2969">
                      <a:moveTo>
                        <a:pt x="1543" y="522"/>
                      </a:moveTo>
                      <a:cubicBezTo>
                        <a:pt x="2042" y="522"/>
                        <a:pt x="2448" y="928"/>
                        <a:pt x="2449" y="1429"/>
                      </a:cubicBezTo>
                      <a:cubicBezTo>
                        <a:pt x="2448" y="1795"/>
                        <a:pt x="2228" y="2125"/>
                        <a:pt x="1889" y="2266"/>
                      </a:cubicBezTo>
                      <a:cubicBezTo>
                        <a:pt x="1777" y="2312"/>
                        <a:pt x="1659" y="2335"/>
                        <a:pt x="1542" y="2335"/>
                      </a:cubicBezTo>
                      <a:cubicBezTo>
                        <a:pt x="1307" y="2335"/>
                        <a:pt x="1075" y="2243"/>
                        <a:pt x="900" y="2070"/>
                      </a:cubicBezTo>
                      <a:cubicBezTo>
                        <a:pt x="641" y="1810"/>
                        <a:pt x="564" y="1421"/>
                        <a:pt x="703" y="1083"/>
                      </a:cubicBezTo>
                      <a:cubicBezTo>
                        <a:pt x="844" y="744"/>
                        <a:pt x="1174" y="522"/>
                        <a:pt x="1541" y="522"/>
                      </a:cubicBezTo>
                      <a:cubicBezTo>
                        <a:pt x="1542" y="522"/>
                        <a:pt x="1543" y="522"/>
                        <a:pt x="1543" y="522"/>
                      </a:cubicBezTo>
                      <a:close/>
                      <a:moveTo>
                        <a:pt x="1541" y="1"/>
                      </a:moveTo>
                      <a:cubicBezTo>
                        <a:pt x="1170" y="1"/>
                        <a:pt x="805" y="145"/>
                        <a:pt x="531" y="419"/>
                      </a:cubicBezTo>
                      <a:cubicBezTo>
                        <a:pt x="123" y="827"/>
                        <a:pt x="1" y="1441"/>
                        <a:pt x="222" y="1974"/>
                      </a:cubicBezTo>
                      <a:cubicBezTo>
                        <a:pt x="443" y="2508"/>
                        <a:pt x="963" y="2855"/>
                        <a:pt x="1541" y="2855"/>
                      </a:cubicBezTo>
                      <a:cubicBezTo>
                        <a:pt x="2328" y="2855"/>
                        <a:pt x="2967" y="2216"/>
                        <a:pt x="2969" y="1429"/>
                      </a:cubicBezTo>
                      <a:cubicBezTo>
                        <a:pt x="2969" y="851"/>
                        <a:pt x="2621" y="331"/>
                        <a:pt x="2087" y="109"/>
                      </a:cubicBezTo>
                      <a:cubicBezTo>
                        <a:pt x="1911" y="36"/>
                        <a:pt x="1725" y="1"/>
                        <a:pt x="1541"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35"/>
                <p:cNvSpPr/>
                <p:nvPr/>
              </p:nvSpPr>
              <p:spPr>
                <a:xfrm>
                  <a:off x="-3040900" y="-351250"/>
                  <a:ext cx="60700" cy="58400"/>
                </a:xfrm>
                <a:custGeom>
                  <a:rect b="b" l="l" r="r" t="t"/>
                  <a:pathLst>
                    <a:path extrusionOk="0" h="2336" w="2428">
                      <a:moveTo>
                        <a:pt x="1260" y="1"/>
                      </a:moveTo>
                      <a:cubicBezTo>
                        <a:pt x="788" y="1"/>
                        <a:pt x="361" y="285"/>
                        <a:pt x="181" y="723"/>
                      </a:cubicBezTo>
                      <a:cubicBezTo>
                        <a:pt x="0" y="1158"/>
                        <a:pt x="100" y="1661"/>
                        <a:pt x="434" y="1994"/>
                      </a:cubicBezTo>
                      <a:cubicBezTo>
                        <a:pt x="657" y="2217"/>
                        <a:pt x="956" y="2336"/>
                        <a:pt x="1259" y="2336"/>
                      </a:cubicBezTo>
                      <a:cubicBezTo>
                        <a:pt x="1410" y="2336"/>
                        <a:pt x="1562" y="2307"/>
                        <a:pt x="1707" y="2247"/>
                      </a:cubicBezTo>
                      <a:cubicBezTo>
                        <a:pt x="2143" y="2067"/>
                        <a:pt x="2427" y="1640"/>
                        <a:pt x="2427" y="1168"/>
                      </a:cubicBezTo>
                      <a:cubicBezTo>
                        <a:pt x="2427" y="524"/>
                        <a:pt x="1904" y="1"/>
                        <a:pt x="126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35"/>
                <p:cNvSpPr/>
                <p:nvPr/>
              </p:nvSpPr>
              <p:spPr>
                <a:xfrm>
                  <a:off x="-3047925" y="-357750"/>
                  <a:ext cx="74225" cy="71450"/>
                </a:xfrm>
                <a:custGeom>
                  <a:rect b="b" l="l" r="r" t="t"/>
                  <a:pathLst>
                    <a:path extrusionOk="0" h="2858" w="2969">
                      <a:moveTo>
                        <a:pt x="1541" y="521"/>
                      </a:moveTo>
                      <a:cubicBezTo>
                        <a:pt x="2041" y="522"/>
                        <a:pt x="2447" y="928"/>
                        <a:pt x="2448" y="1428"/>
                      </a:cubicBezTo>
                      <a:cubicBezTo>
                        <a:pt x="2448" y="1795"/>
                        <a:pt x="2226" y="2127"/>
                        <a:pt x="1887" y="2267"/>
                      </a:cubicBezTo>
                      <a:cubicBezTo>
                        <a:pt x="1775" y="2314"/>
                        <a:pt x="1658" y="2336"/>
                        <a:pt x="1541" y="2336"/>
                      </a:cubicBezTo>
                      <a:cubicBezTo>
                        <a:pt x="1305" y="2336"/>
                        <a:pt x="1073" y="2244"/>
                        <a:pt x="899" y="2070"/>
                      </a:cubicBezTo>
                      <a:cubicBezTo>
                        <a:pt x="640" y="1811"/>
                        <a:pt x="562" y="1421"/>
                        <a:pt x="703" y="1082"/>
                      </a:cubicBezTo>
                      <a:cubicBezTo>
                        <a:pt x="842" y="743"/>
                        <a:pt x="1174" y="521"/>
                        <a:pt x="1541" y="521"/>
                      </a:cubicBezTo>
                      <a:close/>
                      <a:moveTo>
                        <a:pt x="1540" y="1"/>
                      </a:moveTo>
                      <a:cubicBezTo>
                        <a:pt x="1169" y="1"/>
                        <a:pt x="804" y="146"/>
                        <a:pt x="531" y="419"/>
                      </a:cubicBezTo>
                      <a:cubicBezTo>
                        <a:pt x="123" y="828"/>
                        <a:pt x="1" y="1441"/>
                        <a:pt x="221" y="1976"/>
                      </a:cubicBezTo>
                      <a:cubicBezTo>
                        <a:pt x="442" y="2508"/>
                        <a:pt x="963" y="2857"/>
                        <a:pt x="1541" y="2857"/>
                      </a:cubicBezTo>
                      <a:cubicBezTo>
                        <a:pt x="2328" y="2856"/>
                        <a:pt x="2967" y="2216"/>
                        <a:pt x="2968" y="1428"/>
                      </a:cubicBezTo>
                      <a:cubicBezTo>
                        <a:pt x="2968" y="851"/>
                        <a:pt x="2620" y="330"/>
                        <a:pt x="2087" y="110"/>
                      </a:cubicBezTo>
                      <a:cubicBezTo>
                        <a:pt x="1910" y="37"/>
                        <a:pt x="1724" y="1"/>
                        <a:pt x="154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35"/>
                <p:cNvSpPr/>
                <p:nvPr/>
              </p:nvSpPr>
              <p:spPr>
                <a:xfrm>
                  <a:off x="-4837450" y="2516525"/>
                  <a:ext cx="992800" cy="523425"/>
                </a:xfrm>
                <a:custGeom>
                  <a:rect b="b" l="l" r="r" t="t"/>
                  <a:pathLst>
                    <a:path extrusionOk="0" h="20937" w="39712">
                      <a:moveTo>
                        <a:pt x="4582" y="1"/>
                      </a:moveTo>
                      <a:lnTo>
                        <a:pt x="4582" y="10156"/>
                      </a:lnTo>
                      <a:cubicBezTo>
                        <a:pt x="4582" y="13469"/>
                        <a:pt x="3439" y="16685"/>
                        <a:pt x="1338" y="19282"/>
                      </a:cubicBezTo>
                      <a:lnTo>
                        <a:pt x="0" y="20936"/>
                      </a:lnTo>
                      <a:lnTo>
                        <a:pt x="39712" y="20936"/>
                      </a:lnTo>
                      <a:lnTo>
                        <a:pt x="38374" y="19282"/>
                      </a:lnTo>
                      <a:cubicBezTo>
                        <a:pt x="36273" y="16685"/>
                        <a:pt x="35130" y="13469"/>
                        <a:pt x="35130" y="10156"/>
                      </a:cubicBezTo>
                      <a:lnTo>
                        <a:pt x="3513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35"/>
                <p:cNvSpPr/>
                <p:nvPr/>
              </p:nvSpPr>
              <p:spPr>
                <a:xfrm>
                  <a:off x="-4845950" y="2510025"/>
                  <a:ext cx="1009825" cy="536425"/>
                </a:xfrm>
                <a:custGeom>
                  <a:rect b="b" l="l" r="r" t="t"/>
                  <a:pathLst>
                    <a:path extrusionOk="0" h="21457" w="40393">
                      <a:moveTo>
                        <a:pt x="35209" y="521"/>
                      </a:moveTo>
                      <a:lnTo>
                        <a:pt x="35209" y="10414"/>
                      </a:lnTo>
                      <a:cubicBezTo>
                        <a:pt x="35209" y="13773"/>
                        <a:pt x="36383" y="17073"/>
                        <a:pt x="38512" y="19707"/>
                      </a:cubicBezTo>
                      <a:lnTo>
                        <a:pt x="39507" y="20936"/>
                      </a:lnTo>
                      <a:lnTo>
                        <a:pt x="885" y="20936"/>
                      </a:lnTo>
                      <a:lnTo>
                        <a:pt x="1881" y="19707"/>
                      </a:lnTo>
                      <a:cubicBezTo>
                        <a:pt x="4009" y="17073"/>
                        <a:pt x="5183" y="13773"/>
                        <a:pt x="5183" y="10414"/>
                      </a:cubicBezTo>
                      <a:lnTo>
                        <a:pt x="5183" y="521"/>
                      </a:lnTo>
                      <a:close/>
                      <a:moveTo>
                        <a:pt x="4922" y="1"/>
                      </a:moveTo>
                      <a:cubicBezTo>
                        <a:pt x="4780" y="1"/>
                        <a:pt x="4662" y="117"/>
                        <a:pt x="4663" y="261"/>
                      </a:cubicBezTo>
                      <a:lnTo>
                        <a:pt x="4663" y="10414"/>
                      </a:lnTo>
                      <a:cubicBezTo>
                        <a:pt x="4663" y="13655"/>
                        <a:pt x="3531" y="16838"/>
                        <a:pt x="1476" y="19379"/>
                      </a:cubicBezTo>
                      <a:lnTo>
                        <a:pt x="138" y="21033"/>
                      </a:lnTo>
                      <a:cubicBezTo>
                        <a:pt x="0" y="21203"/>
                        <a:pt x="121" y="21457"/>
                        <a:pt x="340" y="21457"/>
                      </a:cubicBezTo>
                      <a:lnTo>
                        <a:pt x="40052" y="21457"/>
                      </a:lnTo>
                      <a:cubicBezTo>
                        <a:pt x="40270" y="21457"/>
                        <a:pt x="40392" y="21203"/>
                        <a:pt x="40254" y="21033"/>
                      </a:cubicBezTo>
                      <a:lnTo>
                        <a:pt x="38916" y="19379"/>
                      </a:lnTo>
                      <a:cubicBezTo>
                        <a:pt x="36861" y="16838"/>
                        <a:pt x="35730" y="13655"/>
                        <a:pt x="35730" y="10414"/>
                      </a:cubicBezTo>
                      <a:lnTo>
                        <a:pt x="35730" y="261"/>
                      </a:lnTo>
                      <a:cubicBezTo>
                        <a:pt x="35730" y="117"/>
                        <a:pt x="35613" y="1"/>
                        <a:pt x="3547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35"/>
                <p:cNvSpPr/>
                <p:nvPr/>
              </p:nvSpPr>
              <p:spPr>
                <a:xfrm>
                  <a:off x="-4769800" y="2248925"/>
                  <a:ext cx="857475" cy="431675"/>
                </a:xfrm>
                <a:custGeom>
                  <a:rect b="b" l="l" r="r" t="t"/>
                  <a:pathLst>
                    <a:path extrusionOk="0" h="17267" w="34299">
                      <a:moveTo>
                        <a:pt x="1876" y="1"/>
                      </a:moveTo>
                      <a:lnTo>
                        <a:pt x="1876" y="10155"/>
                      </a:lnTo>
                      <a:cubicBezTo>
                        <a:pt x="1875" y="12647"/>
                        <a:pt x="1229" y="15097"/>
                        <a:pt x="1" y="17267"/>
                      </a:cubicBezTo>
                      <a:lnTo>
                        <a:pt x="34298" y="17267"/>
                      </a:lnTo>
                      <a:cubicBezTo>
                        <a:pt x="33072" y="15097"/>
                        <a:pt x="32425" y="12647"/>
                        <a:pt x="32424" y="10155"/>
                      </a:cubicBezTo>
                      <a:lnTo>
                        <a:pt x="32424" y="1"/>
                      </a:ln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35"/>
                <p:cNvSpPr/>
                <p:nvPr/>
              </p:nvSpPr>
              <p:spPr>
                <a:xfrm>
                  <a:off x="-5862000" y="350858"/>
                  <a:ext cx="3069250" cy="2253650"/>
                </a:xfrm>
                <a:custGeom>
                  <a:rect b="b" l="l" r="r" t="t"/>
                  <a:pathLst>
                    <a:path extrusionOk="0" h="90146" w="122770">
                      <a:moveTo>
                        <a:pt x="4815" y="0"/>
                      </a:moveTo>
                      <a:cubicBezTo>
                        <a:pt x="2156" y="0"/>
                        <a:pt x="0" y="2155"/>
                        <a:pt x="0" y="4815"/>
                      </a:cubicBezTo>
                      <a:lnTo>
                        <a:pt x="0" y="86110"/>
                      </a:lnTo>
                      <a:cubicBezTo>
                        <a:pt x="0" y="88339"/>
                        <a:pt x="1808" y="90146"/>
                        <a:pt x="4037" y="90146"/>
                      </a:cubicBezTo>
                      <a:lnTo>
                        <a:pt x="118369" y="90146"/>
                      </a:lnTo>
                      <a:cubicBezTo>
                        <a:pt x="120800" y="90146"/>
                        <a:pt x="122770" y="88177"/>
                        <a:pt x="122770" y="85746"/>
                      </a:cubicBezTo>
                      <a:lnTo>
                        <a:pt x="122770" y="5831"/>
                      </a:lnTo>
                      <a:cubicBezTo>
                        <a:pt x="122770" y="4284"/>
                        <a:pt x="122155" y="2801"/>
                        <a:pt x="121061" y="1707"/>
                      </a:cubicBezTo>
                      <a:cubicBezTo>
                        <a:pt x="119968" y="614"/>
                        <a:pt x="118486" y="0"/>
                        <a:pt x="116939"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35"/>
                <p:cNvSpPr/>
                <p:nvPr/>
              </p:nvSpPr>
              <p:spPr>
                <a:xfrm>
                  <a:off x="-5882175" y="336425"/>
                  <a:ext cx="3082275" cy="2266675"/>
                </a:xfrm>
                <a:custGeom>
                  <a:rect b="b" l="l" r="r" t="t"/>
                  <a:pathLst>
                    <a:path extrusionOk="0" h="90667" w="123291">
                      <a:moveTo>
                        <a:pt x="118612" y="521"/>
                      </a:moveTo>
                      <a:cubicBezTo>
                        <a:pt x="120905" y="521"/>
                        <a:pt x="122770" y="2386"/>
                        <a:pt x="122770" y="4678"/>
                      </a:cubicBezTo>
                      <a:lnTo>
                        <a:pt x="122770" y="85990"/>
                      </a:lnTo>
                      <a:cubicBezTo>
                        <a:pt x="122770" y="88283"/>
                        <a:pt x="120905" y="90147"/>
                        <a:pt x="118612" y="90147"/>
                      </a:cubicBezTo>
                      <a:lnTo>
                        <a:pt x="4678" y="90147"/>
                      </a:lnTo>
                      <a:cubicBezTo>
                        <a:pt x="2385" y="90147"/>
                        <a:pt x="521" y="88283"/>
                        <a:pt x="521" y="85990"/>
                      </a:cubicBezTo>
                      <a:lnTo>
                        <a:pt x="521" y="4678"/>
                      </a:lnTo>
                      <a:cubicBezTo>
                        <a:pt x="521" y="2386"/>
                        <a:pt x="2385" y="521"/>
                        <a:pt x="4678" y="521"/>
                      </a:cubicBezTo>
                      <a:close/>
                      <a:moveTo>
                        <a:pt x="4678" y="1"/>
                      </a:moveTo>
                      <a:cubicBezTo>
                        <a:pt x="2098" y="1"/>
                        <a:pt x="0" y="2099"/>
                        <a:pt x="0" y="4678"/>
                      </a:cubicBezTo>
                      <a:lnTo>
                        <a:pt x="0" y="85990"/>
                      </a:lnTo>
                      <a:cubicBezTo>
                        <a:pt x="0" y="88570"/>
                        <a:pt x="2098" y="90667"/>
                        <a:pt x="4678" y="90667"/>
                      </a:cubicBezTo>
                      <a:lnTo>
                        <a:pt x="118612" y="90667"/>
                      </a:lnTo>
                      <a:cubicBezTo>
                        <a:pt x="121192" y="90667"/>
                        <a:pt x="123290" y="88570"/>
                        <a:pt x="123290" y="85990"/>
                      </a:cubicBezTo>
                      <a:lnTo>
                        <a:pt x="123290" y="4678"/>
                      </a:lnTo>
                      <a:cubicBezTo>
                        <a:pt x="123290" y="2099"/>
                        <a:pt x="121192" y="1"/>
                        <a:pt x="118612"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35"/>
                <p:cNvSpPr/>
                <p:nvPr/>
              </p:nvSpPr>
              <p:spPr>
                <a:xfrm>
                  <a:off x="-5875675" y="2246300"/>
                  <a:ext cx="3069250" cy="350300"/>
                </a:xfrm>
                <a:custGeom>
                  <a:rect b="b" l="l" r="r" t="t"/>
                  <a:pathLst>
                    <a:path extrusionOk="0" h="14012" w="122770">
                      <a:moveTo>
                        <a:pt x="0" y="0"/>
                      </a:moveTo>
                      <a:lnTo>
                        <a:pt x="0" y="9540"/>
                      </a:lnTo>
                      <a:cubicBezTo>
                        <a:pt x="0" y="12009"/>
                        <a:pt x="2003" y="14012"/>
                        <a:pt x="4473" y="14012"/>
                      </a:cubicBezTo>
                      <a:lnTo>
                        <a:pt x="118438" y="14012"/>
                      </a:lnTo>
                      <a:cubicBezTo>
                        <a:pt x="120830" y="14012"/>
                        <a:pt x="122770" y="12073"/>
                        <a:pt x="122770" y="9680"/>
                      </a:cubicBezTo>
                      <a:lnTo>
                        <a:pt x="12277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35"/>
                <p:cNvSpPr/>
                <p:nvPr/>
              </p:nvSpPr>
              <p:spPr>
                <a:xfrm>
                  <a:off x="-5882175" y="2239775"/>
                  <a:ext cx="3082275" cy="363325"/>
                </a:xfrm>
                <a:custGeom>
                  <a:rect b="b" l="l" r="r" t="t"/>
                  <a:pathLst>
                    <a:path extrusionOk="0" h="14533" w="123291">
                      <a:moveTo>
                        <a:pt x="122770" y="522"/>
                      </a:moveTo>
                      <a:lnTo>
                        <a:pt x="122770" y="9856"/>
                      </a:lnTo>
                      <a:cubicBezTo>
                        <a:pt x="122770" y="12151"/>
                        <a:pt x="120908" y="14012"/>
                        <a:pt x="118614" y="14012"/>
                      </a:cubicBezTo>
                      <a:lnTo>
                        <a:pt x="4678" y="14012"/>
                      </a:lnTo>
                      <a:cubicBezTo>
                        <a:pt x="2385" y="14012"/>
                        <a:pt x="522" y="12147"/>
                        <a:pt x="522" y="9856"/>
                      </a:cubicBezTo>
                      <a:lnTo>
                        <a:pt x="522" y="522"/>
                      </a:lnTo>
                      <a:close/>
                      <a:moveTo>
                        <a:pt x="260" y="1"/>
                      </a:moveTo>
                      <a:cubicBezTo>
                        <a:pt x="117" y="1"/>
                        <a:pt x="0" y="117"/>
                        <a:pt x="0" y="261"/>
                      </a:cubicBezTo>
                      <a:lnTo>
                        <a:pt x="0" y="9856"/>
                      </a:lnTo>
                      <a:cubicBezTo>
                        <a:pt x="0" y="12439"/>
                        <a:pt x="2094" y="14533"/>
                        <a:pt x="4678" y="14533"/>
                      </a:cubicBezTo>
                      <a:lnTo>
                        <a:pt x="118612" y="14533"/>
                      </a:lnTo>
                      <a:cubicBezTo>
                        <a:pt x="121195" y="14533"/>
                        <a:pt x="123290" y="12439"/>
                        <a:pt x="123290" y="9856"/>
                      </a:cubicBezTo>
                      <a:lnTo>
                        <a:pt x="123290" y="261"/>
                      </a:lnTo>
                      <a:cubicBezTo>
                        <a:pt x="123290" y="117"/>
                        <a:pt x="123173" y="1"/>
                        <a:pt x="12303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35"/>
                <p:cNvSpPr/>
                <p:nvPr/>
              </p:nvSpPr>
              <p:spPr>
                <a:xfrm>
                  <a:off x="-5701024" y="521818"/>
                  <a:ext cx="2760500" cy="1592250"/>
                </a:xfrm>
                <a:custGeom>
                  <a:rect b="b" l="l" r="r" t="t"/>
                  <a:pathLst>
                    <a:path extrusionOk="0" h="63690" w="110420">
                      <a:moveTo>
                        <a:pt x="1" y="1"/>
                      </a:moveTo>
                      <a:lnTo>
                        <a:pt x="1" y="63689"/>
                      </a:lnTo>
                      <a:lnTo>
                        <a:pt x="110419" y="63689"/>
                      </a:lnTo>
                      <a:lnTo>
                        <a:pt x="1104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35"/>
                <p:cNvSpPr/>
                <p:nvPr/>
              </p:nvSpPr>
              <p:spPr>
                <a:xfrm>
                  <a:off x="-4397650" y="2421425"/>
                  <a:ext cx="113200" cy="110875"/>
                </a:xfrm>
                <a:custGeom>
                  <a:rect b="b" l="l" r="r" t="t"/>
                  <a:pathLst>
                    <a:path extrusionOk="0" h="4435" w="4528">
                      <a:moveTo>
                        <a:pt x="2263" y="0"/>
                      </a:moveTo>
                      <a:cubicBezTo>
                        <a:pt x="1014" y="0"/>
                        <a:pt x="0" y="993"/>
                        <a:pt x="0" y="2217"/>
                      </a:cubicBezTo>
                      <a:cubicBezTo>
                        <a:pt x="0" y="3442"/>
                        <a:pt x="1014" y="4435"/>
                        <a:pt x="2263" y="4435"/>
                      </a:cubicBezTo>
                      <a:cubicBezTo>
                        <a:pt x="3514" y="4435"/>
                        <a:pt x="4528" y="3442"/>
                        <a:pt x="4528" y="2217"/>
                      </a:cubicBezTo>
                      <a:cubicBezTo>
                        <a:pt x="4528" y="993"/>
                        <a:pt x="3514" y="0"/>
                        <a:pt x="2263"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35"/>
                <p:cNvSpPr/>
                <p:nvPr/>
              </p:nvSpPr>
              <p:spPr>
                <a:xfrm>
                  <a:off x="-4404175" y="2414950"/>
                  <a:ext cx="126250" cy="123850"/>
                </a:xfrm>
                <a:custGeom>
                  <a:rect b="b" l="l" r="r" t="t"/>
                  <a:pathLst>
                    <a:path extrusionOk="0" h="4954" w="5050">
                      <a:moveTo>
                        <a:pt x="2524" y="520"/>
                      </a:moveTo>
                      <a:cubicBezTo>
                        <a:pt x="3630" y="520"/>
                        <a:pt x="4529" y="1398"/>
                        <a:pt x="4529" y="2476"/>
                      </a:cubicBezTo>
                      <a:cubicBezTo>
                        <a:pt x="4529" y="3555"/>
                        <a:pt x="3630" y="4433"/>
                        <a:pt x="2524" y="4433"/>
                      </a:cubicBezTo>
                      <a:cubicBezTo>
                        <a:pt x="1420" y="4433"/>
                        <a:pt x="520" y="3554"/>
                        <a:pt x="520" y="2476"/>
                      </a:cubicBezTo>
                      <a:cubicBezTo>
                        <a:pt x="520" y="1398"/>
                        <a:pt x="1420" y="520"/>
                        <a:pt x="2524" y="520"/>
                      </a:cubicBezTo>
                      <a:close/>
                      <a:moveTo>
                        <a:pt x="2524" y="0"/>
                      </a:moveTo>
                      <a:cubicBezTo>
                        <a:pt x="1133" y="0"/>
                        <a:pt x="1" y="1111"/>
                        <a:pt x="1" y="2476"/>
                      </a:cubicBezTo>
                      <a:cubicBezTo>
                        <a:pt x="1" y="3842"/>
                        <a:pt x="1132" y="4954"/>
                        <a:pt x="2524" y="4954"/>
                      </a:cubicBezTo>
                      <a:cubicBezTo>
                        <a:pt x="3917" y="4954"/>
                        <a:pt x="5049" y="3842"/>
                        <a:pt x="5049" y="2476"/>
                      </a:cubicBezTo>
                      <a:cubicBezTo>
                        <a:pt x="5049" y="1111"/>
                        <a:pt x="3917" y="0"/>
                        <a:pt x="2524"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35"/>
                <p:cNvSpPr/>
                <p:nvPr/>
              </p:nvSpPr>
              <p:spPr>
                <a:xfrm>
                  <a:off x="-4837450" y="3039925"/>
                  <a:ext cx="993025" cy="45375"/>
                </a:xfrm>
                <a:custGeom>
                  <a:rect b="b" l="l" r="r" t="t"/>
                  <a:pathLst>
                    <a:path extrusionOk="0" h="1815" w="39721">
                      <a:moveTo>
                        <a:pt x="0" y="0"/>
                      </a:moveTo>
                      <a:lnTo>
                        <a:pt x="0" y="1814"/>
                      </a:lnTo>
                      <a:lnTo>
                        <a:pt x="39720" y="1814"/>
                      </a:lnTo>
                      <a:lnTo>
                        <a:pt x="3972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35"/>
                <p:cNvSpPr/>
                <p:nvPr/>
              </p:nvSpPr>
              <p:spPr>
                <a:xfrm>
                  <a:off x="-4843950" y="3033400"/>
                  <a:ext cx="1006025" cy="58400"/>
                </a:xfrm>
                <a:custGeom>
                  <a:rect b="b" l="l" r="r" t="t"/>
                  <a:pathLst>
                    <a:path extrusionOk="0" h="2336" w="40241">
                      <a:moveTo>
                        <a:pt x="39720" y="522"/>
                      </a:moveTo>
                      <a:lnTo>
                        <a:pt x="39720" y="1815"/>
                      </a:lnTo>
                      <a:lnTo>
                        <a:pt x="521" y="1815"/>
                      </a:lnTo>
                      <a:lnTo>
                        <a:pt x="521" y="522"/>
                      </a:lnTo>
                      <a:close/>
                      <a:moveTo>
                        <a:pt x="260" y="1"/>
                      </a:moveTo>
                      <a:cubicBezTo>
                        <a:pt x="116" y="1"/>
                        <a:pt x="0" y="118"/>
                        <a:pt x="0" y="261"/>
                      </a:cubicBezTo>
                      <a:lnTo>
                        <a:pt x="0" y="2074"/>
                      </a:lnTo>
                      <a:cubicBezTo>
                        <a:pt x="0" y="2218"/>
                        <a:pt x="116" y="2335"/>
                        <a:pt x="260" y="2335"/>
                      </a:cubicBezTo>
                      <a:lnTo>
                        <a:pt x="39980" y="2335"/>
                      </a:lnTo>
                      <a:cubicBezTo>
                        <a:pt x="40123" y="2335"/>
                        <a:pt x="40241" y="2218"/>
                        <a:pt x="40239" y="2074"/>
                      </a:cubicBezTo>
                      <a:lnTo>
                        <a:pt x="40239" y="261"/>
                      </a:lnTo>
                      <a:cubicBezTo>
                        <a:pt x="40239" y="118"/>
                        <a:pt x="40123" y="1"/>
                        <a:pt x="3998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36"/>
          <p:cNvSpPr/>
          <p:nvPr/>
        </p:nvSpPr>
        <p:spPr>
          <a:xfrm rot="-5400000">
            <a:off x="4186425" y="-3737250"/>
            <a:ext cx="748800" cy="8236200"/>
          </a:xfrm>
          <a:prstGeom prst="rect">
            <a:avLst/>
          </a:prstGeom>
          <a:gradFill>
            <a:gsLst>
              <a:gs pos="0">
                <a:srgbClr val="8BE3FF"/>
              </a:gs>
              <a:gs pos="100000">
                <a:srgbClr val="ACFFD9"/>
              </a:gs>
            </a:gsLst>
            <a:lin ang="5400700" scaled="0"/>
          </a:gra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36"/>
          <p:cNvSpPr txBox="1"/>
          <p:nvPr>
            <p:ph idx="4294967295" type="title"/>
          </p:nvPr>
        </p:nvSpPr>
        <p:spPr>
          <a:xfrm>
            <a:off x="2147400" y="58650"/>
            <a:ext cx="4967700" cy="53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Features and Label</a:t>
            </a:r>
            <a:endParaRPr sz="3600"/>
          </a:p>
        </p:txBody>
      </p:sp>
      <p:graphicFrame>
        <p:nvGraphicFramePr>
          <p:cNvPr id="1082" name="Google Shape;1082;p36"/>
          <p:cNvGraphicFramePr/>
          <p:nvPr/>
        </p:nvGraphicFramePr>
        <p:xfrm>
          <a:off x="457200" y="755275"/>
          <a:ext cx="3000000" cy="3000000"/>
        </p:xfrm>
        <a:graphic>
          <a:graphicData uri="http://schemas.openxmlformats.org/drawingml/2006/table">
            <a:tbl>
              <a:tblPr>
                <a:noFill/>
                <a:tableStyleId>{1A5F60F9-A3AE-4672-ADCA-A1465F5B3072}</a:tableStyleId>
              </a:tblPr>
              <a:tblGrid>
                <a:gridCol w="1525875"/>
                <a:gridCol w="6695850"/>
              </a:tblGrid>
              <a:tr h="512275">
                <a:tc>
                  <a:txBody>
                    <a:bodyPr/>
                    <a:lstStyle/>
                    <a:p>
                      <a:pPr indent="0" lvl="0" marL="0" rtl="0" algn="l">
                        <a:spcBef>
                          <a:spcPts val="0"/>
                        </a:spcBef>
                        <a:spcAft>
                          <a:spcPts val="0"/>
                        </a:spcAft>
                        <a:buNone/>
                      </a:pPr>
                      <a:r>
                        <a:rPr lang="en" sz="1800">
                          <a:solidFill>
                            <a:srgbClr val="111827"/>
                          </a:solidFill>
                          <a:latin typeface="Viga"/>
                          <a:ea typeface="Viga"/>
                          <a:cs typeface="Viga"/>
                          <a:sym typeface="Viga"/>
                        </a:rPr>
                        <a:t>Columns</a:t>
                      </a:r>
                      <a:endParaRPr sz="1800">
                        <a:latin typeface="Viga"/>
                        <a:ea typeface="Viga"/>
                        <a:cs typeface="Viga"/>
                        <a:sym typeface="Vig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3C3CE"/>
                    </a:solidFill>
                  </a:tcPr>
                </a:tc>
                <a:tc>
                  <a:txBody>
                    <a:bodyPr/>
                    <a:lstStyle/>
                    <a:p>
                      <a:pPr indent="0" lvl="0" marL="0" rtl="0" algn="l">
                        <a:spcBef>
                          <a:spcPts val="0"/>
                        </a:spcBef>
                        <a:spcAft>
                          <a:spcPts val="0"/>
                        </a:spcAft>
                        <a:buNone/>
                      </a:pPr>
                      <a:r>
                        <a:rPr lang="en" sz="1800">
                          <a:solidFill>
                            <a:srgbClr val="111827"/>
                          </a:solidFill>
                          <a:latin typeface="Viga"/>
                          <a:ea typeface="Viga"/>
                          <a:cs typeface="Viga"/>
                          <a:sym typeface="Viga"/>
                        </a:rPr>
                        <a:t>Description</a:t>
                      </a:r>
                      <a:endParaRPr sz="1800">
                        <a:latin typeface="Viga"/>
                        <a:ea typeface="Viga"/>
                        <a:cs typeface="Viga"/>
                        <a:sym typeface="Viga"/>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B3C3CE"/>
                    </a:solidFill>
                  </a:tcPr>
                </a:tc>
              </a:tr>
              <a:tr h="569750">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EDUCATION</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Educational background of the client (1 = graduate school, 2 = university, 3 = high school, 4 = others)</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79825">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LIMIT_BAL</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Amount of credit limited granted to clients</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79825">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AGE</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Age of the client in years</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79825">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PAY_0 to PAY_6</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Repayment status from September 2005 to April 2005, respectively</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69750">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BILL_AMT1 to BILL_AMT6</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Amount of bill statement from September 2005 to April 2005, respectively</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69750">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PAY_AMT1 to PAY_AMT6</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Amount paid in each period from September 2005 to April 2005, respectively</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569750">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default.payment.next.month</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200">
                          <a:solidFill>
                            <a:schemeClr val="dk1"/>
                          </a:solidFill>
                          <a:latin typeface="DM Sans"/>
                          <a:ea typeface="DM Sans"/>
                          <a:cs typeface="DM Sans"/>
                          <a:sym typeface="DM Sans"/>
                        </a:rPr>
                        <a:t>The target variable indicating whether the client defaulted on their credit card payment</a:t>
                      </a:r>
                      <a:endParaRPr sz="1200">
                        <a:solidFill>
                          <a:schemeClr val="dk1"/>
                        </a:solidFill>
                        <a:latin typeface="DM Sans"/>
                        <a:ea typeface="DM Sans"/>
                        <a:cs typeface="DM Sans"/>
                        <a:sym typeface="DM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
        <p:nvSpPr>
          <p:cNvPr id="1083" name="Google Shape;1083;p36"/>
          <p:cNvSpPr/>
          <p:nvPr/>
        </p:nvSpPr>
        <p:spPr>
          <a:xfrm>
            <a:off x="0" y="125"/>
            <a:ext cx="457200" cy="5143500"/>
          </a:xfrm>
          <a:prstGeom prst="rect">
            <a:avLst/>
          </a:prstGeom>
          <a:gradFill>
            <a:gsLst>
              <a:gs pos="0">
                <a:srgbClr val="8BE3FF"/>
              </a:gs>
              <a:gs pos="100000">
                <a:srgbClr val="ACFFD9"/>
              </a:gs>
            </a:gsLst>
            <a:lin ang="5400700" scaled="0"/>
          </a:gra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36"/>
          <p:cNvSpPr/>
          <p:nvPr/>
        </p:nvSpPr>
        <p:spPr>
          <a:xfrm rot="10800000">
            <a:off x="8678925" y="125"/>
            <a:ext cx="457200" cy="5156400"/>
          </a:xfrm>
          <a:prstGeom prst="rect">
            <a:avLst/>
          </a:prstGeom>
          <a:gradFill>
            <a:gsLst>
              <a:gs pos="0">
                <a:srgbClr val="8BE3FF"/>
              </a:gs>
              <a:gs pos="100000">
                <a:srgbClr val="ACFFD9"/>
              </a:gs>
            </a:gsLst>
            <a:lin ang="5400700" scaled="0"/>
          </a:gra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36"/>
          <p:cNvSpPr/>
          <p:nvPr/>
        </p:nvSpPr>
        <p:spPr>
          <a:xfrm rot="5400000">
            <a:off x="4341949" y="799850"/>
            <a:ext cx="457200" cy="8229600"/>
          </a:xfrm>
          <a:prstGeom prst="rect">
            <a:avLst/>
          </a:prstGeom>
          <a:gradFill>
            <a:gsLst>
              <a:gs pos="0">
                <a:srgbClr val="8BE3FF"/>
              </a:gs>
              <a:gs pos="100000">
                <a:srgbClr val="ACFFD9"/>
              </a:gs>
            </a:gsLst>
            <a:lin ang="5400700" scaled="0"/>
          </a:gra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9" name="Shape 1089"/>
        <p:cNvGrpSpPr/>
        <p:nvPr/>
      </p:nvGrpSpPr>
      <p:grpSpPr>
        <a:xfrm>
          <a:off x="0" y="0"/>
          <a:ext cx="0" cy="0"/>
          <a:chOff x="0" y="0"/>
          <a:chExt cx="0" cy="0"/>
        </a:xfrm>
      </p:grpSpPr>
      <p:sp>
        <p:nvSpPr>
          <p:cNvPr id="1090" name="Google Shape;1090;p37"/>
          <p:cNvSpPr txBox="1"/>
          <p:nvPr/>
        </p:nvSpPr>
        <p:spPr>
          <a:xfrm>
            <a:off x="546900" y="345075"/>
            <a:ext cx="6862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latin typeface="Viga"/>
                <a:ea typeface="Viga"/>
                <a:cs typeface="Viga"/>
                <a:sym typeface="Viga"/>
              </a:rPr>
              <a:t>Target Distribution</a:t>
            </a:r>
            <a:endParaRPr sz="3600">
              <a:latin typeface="Viga"/>
              <a:ea typeface="Viga"/>
              <a:cs typeface="Viga"/>
              <a:sym typeface="Viga"/>
            </a:endParaRPr>
          </a:p>
        </p:txBody>
      </p:sp>
      <p:grpSp>
        <p:nvGrpSpPr>
          <p:cNvPr id="1091" name="Google Shape;1091;p37"/>
          <p:cNvGrpSpPr/>
          <p:nvPr/>
        </p:nvGrpSpPr>
        <p:grpSpPr>
          <a:xfrm>
            <a:off x="724539" y="1240094"/>
            <a:ext cx="3457691" cy="3018963"/>
            <a:chOff x="999004" y="1048525"/>
            <a:chExt cx="3012976" cy="2212018"/>
          </a:xfrm>
        </p:grpSpPr>
        <p:sp>
          <p:nvSpPr>
            <p:cNvPr id="1092" name="Google Shape;1092;p37"/>
            <p:cNvSpPr/>
            <p:nvPr/>
          </p:nvSpPr>
          <p:spPr>
            <a:xfrm>
              <a:off x="3778000" y="1055743"/>
              <a:ext cx="227152" cy="225698"/>
            </a:xfrm>
            <a:custGeom>
              <a:rect b="b" l="l" r="r" t="t"/>
              <a:pathLst>
                <a:path extrusionOk="0" h="2336" w="2428">
                  <a:moveTo>
                    <a:pt x="1260" y="1"/>
                  </a:moveTo>
                  <a:cubicBezTo>
                    <a:pt x="788" y="1"/>
                    <a:pt x="361" y="285"/>
                    <a:pt x="181" y="723"/>
                  </a:cubicBezTo>
                  <a:cubicBezTo>
                    <a:pt x="0" y="1158"/>
                    <a:pt x="100" y="1661"/>
                    <a:pt x="434" y="1994"/>
                  </a:cubicBezTo>
                  <a:cubicBezTo>
                    <a:pt x="657" y="2217"/>
                    <a:pt x="956" y="2336"/>
                    <a:pt x="1259" y="2336"/>
                  </a:cubicBezTo>
                  <a:cubicBezTo>
                    <a:pt x="1410" y="2336"/>
                    <a:pt x="1562" y="2307"/>
                    <a:pt x="1707" y="2247"/>
                  </a:cubicBezTo>
                  <a:cubicBezTo>
                    <a:pt x="2143" y="2067"/>
                    <a:pt x="2427" y="1640"/>
                    <a:pt x="2427" y="1168"/>
                  </a:cubicBezTo>
                  <a:cubicBezTo>
                    <a:pt x="2427" y="524"/>
                    <a:pt x="1904" y="1"/>
                    <a:pt x="126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3" name="Google Shape;1093;p37"/>
            <p:cNvGrpSpPr/>
            <p:nvPr/>
          </p:nvGrpSpPr>
          <p:grpSpPr>
            <a:xfrm>
              <a:off x="999004" y="1048525"/>
              <a:ext cx="3012976" cy="2212018"/>
              <a:chOff x="-5882175" y="336425"/>
              <a:chExt cx="3089281" cy="2268039"/>
            </a:xfrm>
          </p:grpSpPr>
          <p:sp>
            <p:nvSpPr>
              <p:cNvPr id="1094" name="Google Shape;1094;p37"/>
              <p:cNvSpPr/>
              <p:nvPr/>
            </p:nvSpPr>
            <p:spPr>
              <a:xfrm>
                <a:off x="-5875035" y="343828"/>
                <a:ext cx="3082141" cy="2260636"/>
              </a:xfrm>
              <a:custGeom>
                <a:rect b="b" l="l" r="r" t="t"/>
                <a:pathLst>
                  <a:path extrusionOk="0" h="90146" w="122770">
                    <a:moveTo>
                      <a:pt x="4815" y="0"/>
                    </a:moveTo>
                    <a:cubicBezTo>
                      <a:pt x="2156" y="0"/>
                      <a:pt x="0" y="2155"/>
                      <a:pt x="0" y="4815"/>
                    </a:cubicBezTo>
                    <a:lnTo>
                      <a:pt x="0" y="86110"/>
                    </a:lnTo>
                    <a:cubicBezTo>
                      <a:pt x="0" y="88339"/>
                      <a:pt x="1808" y="90146"/>
                      <a:pt x="4037" y="90146"/>
                    </a:cubicBezTo>
                    <a:lnTo>
                      <a:pt x="118369" y="90146"/>
                    </a:lnTo>
                    <a:cubicBezTo>
                      <a:pt x="120800" y="90146"/>
                      <a:pt x="122770" y="88177"/>
                      <a:pt x="122770" y="85746"/>
                    </a:cubicBezTo>
                    <a:lnTo>
                      <a:pt x="122770" y="5831"/>
                    </a:lnTo>
                    <a:cubicBezTo>
                      <a:pt x="122770" y="4284"/>
                      <a:pt x="122155" y="2801"/>
                      <a:pt x="121061" y="1707"/>
                    </a:cubicBezTo>
                    <a:cubicBezTo>
                      <a:pt x="119968" y="614"/>
                      <a:pt x="118486" y="0"/>
                      <a:pt x="116939"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37"/>
              <p:cNvSpPr/>
              <p:nvPr/>
            </p:nvSpPr>
            <p:spPr>
              <a:xfrm>
                <a:off x="-5882175" y="336425"/>
                <a:ext cx="3082275" cy="2266675"/>
              </a:xfrm>
              <a:custGeom>
                <a:rect b="b" l="l" r="r" t="t"/>
                <a:pathLst>
                  <a:path extrusionOk="0" h="90667" w="123291">
                    <a:moveTo>
                      <a:pt x="118612" y="521"/>
                    </a:moveTo>
                    <a:cubicBezTo>
                      <a:pt x="120905" y="521"/>
                      <a:pt x="122770" y="2386"/>
                      <a:pt x="122770" y="4678"/>
                    </a:cubicBezTo>
                    <a:lnTo>
                      <a:pt x="122770" y="85990"/>
                    </a:lnTo>
                    <a:cubicBezTo>
                      <a:pt x="122770" y="88283"/>
                      <a:pt x="120905" y="90147"/>
                      <a:pt x="118612" y="90147"/>
                    </a:cubicBezTo>
                    <a:lnTo>
                      <a:pt x="4678" y="90147"/>
                    </a:lnTo>
                    <a:cubicBezTo>
                      <a:pt x="2385" y="90147"/>
                      <a:pt x="521" y="88283"/>
                      <a:pt x="521" y="85990"/>
                    </a:cubicBezTo>
                    <a:lnTo>
                      <a:pt x="521" y="4678"/>
                    </a:lnTo>
                    <a:cubicBezTo>
                      <a:pt x="521" y="2386"/>
                      <a:pt x="2385" y="521"/>
                      <a:pt x="4678" y="521"/>
                    </a:cubicBezTo>
                    <a:close/>
                    <a:moveTo>
                      <a:pt x="4678" y="1"/>
                    </a:moveTo>
                    <a:cubicBezTo>
                      <a:pt x="2098" y="1"/>
                      <a:pt x="0" y="2099"/>
                      <a:pt x="0" y="4678"/>
                    </a:cubicBezTo>
                    <a:lnTo>
                      <a:pt x="0" y="85990"/>
                    </a:lnTo>
                    <a:cubicBezTo>
                      <a:pt x="0" y="88570"/>
                      <a:pt x="2098" y="90667"/>
                      <a:pt x="4678" y="90667"/>
                    </a:cubicBezTo>
                    <a:lnTo>
                      <a:pt x="118612" y="90667"/>
                    </a:lnTo>
                    <a:cubicBezTo>
                      <a:pt x="121192" y="90667"/>
                      <a:pt x="123290" y="88570"/>
                      <a:pt x="123290" y="85990"/>
                    </a:cubicBezTo>
                    <a:lnTo>
                      <a:pt x="123290" y="4678"/>
                    </a:lnTo>
                    <a:cubicBezTo>
                      <a:pt x="123290" y="2099"/>
                      <a:pt x="121192" y="1"/>
                      <a:pt x="118612"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37"/>
              <p:cNvSpPr/>
              <p:nvPr/>
            </p:nvSpPr>
            <p:spPr>
              <a:xfrm>
                <a:off x="-5882175" y="2239775"/>
                <a:ext cx="3082275" cy="363325"/>
              </a:xfrm>
              <a:custGeom>
                <a:rect b="b" l="l" r="r" t="t"/>
                <a:pathLst>
                  <a:path extrusionOk="0" h="14533" w="123291">
                    <a:moveTo>
                      <a:pt x="122770" y="522"/>
                    </a:moveTo>
                    <a:lnTo>
                      <a:pt x="122770" y="9856"/>
                    </a:lnTo>
                    <a:cubicBezTo>
                      <a:pt x="122770" y="12151"/>
                      <a:pt x="120908" y="14012"/>
                      <a:pt x="118614" y="14012"/>
                    </a:cubicBezTo>
                    <a:lnTo>
                      <a:pt x="4678" y="14012"/>
                    </a:lnTo>
                    <a:cubicBezTo>
                      <a:pt x="2385" y="14012"/>
                      <a:pt x="522" y="12147"/>
                      <a:pt x="522" y="9856"/>
                    </a:cubicBezTo>
                    <a:lnTo>
                      <a:pt x="522" y="522"/>
                    </a:lnTo>
                    <a:close/>
                    <a:moveTo>
                      <a:pt x="260" y="1"/>
                    </a:moveTo>
                    <a:cubicBezTo>
                      <a:pt x="117" y="1"/>
                      <a:pt x="0" y="117"/>
                      <a:pt x="0" y="261"/>
                    </a:cubicBezTo>
                    <a:lnTo>
                      <a:pt x="0" y="9856"/>
                    </a:lnTo>
                    <a:cubicBezTo>
                      <a:pt x="0" y="12439"/>
                      <a:pt x="2094" y="14533"/>
                      <a:pt x="4678" y="14533"/>
                    </a:cubicBezTo>
                    <a:lnTo>
                      <a:pt x="118612" y="14533"/>
                    </a:lnTo>
                    <a:cubicBezTo>
                      <a:pt x="121195" y="14533"/>
                      <a:pt x="123290" y="12439"/>
                      <a:pt x="123290" y="9856"/>
                    </a:cubicBezTo>
                    <a:lnTo>
                      <a:pt x="123290" y="261"/>
                    </a:lnTo>
                    <a:cubicBezTo>
                      <a:pt x="123290" y="117"/>
                      <a:pt x="123173" y="1"/>
                      <a:pt x="12303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37"/>
              <p:cNvSpPr/>
              <p:nvPr/>
            </p:nvSpPr>
            <p:spPr>
              <a:xfrm>
                <a:off x="-5701024" y="521818"/>
                <a:ext cx="2760500" cy="1592250"/>
              </a:xfrm>
              <a:custGeom>
                <a:rect b="b" l="l" r="r" t="t"/>
                <a:pathLst>
                  <a:path extrusionOk="0" h="63690" w="110420">
                    <a:moveTo>
                      <a:pt x="1" y="1"/>
                    </a:moveTo>
                    <a:lnTo>
                      <a:pt x="1" y="63689"/>
                    </a:lnTo>
                    <a:lnTo>
                      <a:pt x="110419" y="63689"/>
                    </a:lnTo>
                    <a:lnTo>
                      <a:pt x="1104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37"/>
              <p:cNvSpPr/>
              <p:nvPr/>
            </p:nvSpPr>
            <p:spPr>
              <a:xfrm>
                <a:off x="-4397650" y="2421425"/>
                <a:ext cx="113200" cy="110875"/>
              </a:xfrm>
              <a:custGeom>
                <a:rect b="b" l="l" r="r" t="t"/>
                <a:pathLst>
                  <a:path extrusionOk="0" h="4435" w="4528">
                    <a:moveTo>
                      <a:pt x="2263" y="0"/>
                    </a:moveTo>
                    <a:cubicBezTo>
                      <a:pt x="1014" y="0"/>
                      <a:pt x="0" y="993"/>
                      <a:pt x="0" y="2217"/>
                    </a:cubicBezTo>
                    <a:cubicBezTo>
                      <a:pt x="0" y="3442"/>
                      <a:pt x="1014" y="4435"/>
                      <a:pt x="2263" y="4435"/>
                    </a:cubicBezTo>
                    <a:cubicBezTo>
                      <a:pt x="3514" y="4435"/>
                      <a:pt x="4528" y="3442"/>
                      <a:pt x="4528" y="2217"/>
                    </a:cubicBezTo>
                    <a:cubicBezTo>
                      <a:pt x="4528" y="993"/>
                      <a:pt x="3514" y="0"/>
                      <a:pt x="2263"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37"/>
              <p:cNvSpPr/>
              <p:nvPr/>
            </p:nvSpPr>
            <p:spPr>
              <a:xfrm>
                <a:off x="-4404175" y="2414950"/>
                <a:ext cx="126250" cy="123850"/>
              </a:xfrm>
              <a:custGeom>
                <a:rect b="b" l="l" r="r" t="t"/>
                <a:pathLst>
                  <a:path extrusionOk="0" h="4954" w="5050">
                    <a:moveTo>
                      <a:pt x="2524" y="520"/>
                    </a:moveTo>
                    <a:cubicBezTo>
                      <a:pt x="3630" y="520"/>
                      <a:pt x="4529" y="1398"/>
                      <a:pt x="4529" y="2476"/>
                    </a:cubicBezTo>
                    <a:cubicBezTo>
                      <a:pt x="4529" y="3555"/>
                      <a:pt x="3630" y="4433"/>
                      <a:pt x="2524" y="4433"/>
                    </a:cubicBezTo>
                    <a:cubicBezTo>
                      <a:pt x="1420" y="4433"/>
                      <a:pt x="520" y="3554"/>
                      <a:pt x="520" y="2476"/>
                    </a:cubicBezTo>
                    <a:cubicBezTo>
                      <a:pt x="520" y="1398"/>
                      <a:pt x="1420" y="520"/>
                      <a:pt x="2524" y="520"/>
                    </a:cubicBezTo>
                    <a:close/>
                    <a:moveTo>
                      <a:pt x="2524" y="0"/>
                    </a:moveTo>
                    <a:cubicBezTo>
                      <a:pt x="1133" y="0"/>
                      <a:pt x="1" y="1111"/>
                      <a:pt x="1" y="2476"/>
                    </a:cubicBezTo>
                    <a:cubicBezTo>
                      <a:pt x="1" y="3842"/>
                      <a:pt x="1132" y="4954"/>
                      <a:pt x="2524" y="4954"/>
                    </a:cubicBezTo>
                    <a:cubicBezTo>
                      <a:pt x="3917" y="4954"/>
                      <a:pt x="5049" y="3842"/>
                      <a:pt x="5049" y="2476"/>
                    </a:cubicBezTo>
                    <a:cubicBezTo>
                      <a:pt x="5049" y="1111"/>
                      <a:pt x="3917" y="0"/>
                      <a:pt x="2524"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100" name="Google Shape;1100;p37"/>
          <p:cNvPicPr preferRelativeResize="0"/>
          <p:nvPr/>
        </p:nvPicPr>
        <p:blipFill>
          <a:blip r:embed="rId3">
            <a:alphaModFix/>
          </a:blip>
          <a:stretch>
            <a:fillRect/>
          </a:stretch>
        </p:blipFill>
        <p:spPr>
          <a:xfrm>
            <a:off x="871184" y="1360099"/>
            <a:ext cx="3164196" cy="2779134"/>
          </a:xfrm>
          <a:prstGeom prst="rect">
            <a:avLst/>
          </a:prstGeom>
          <a:noFill/>
          <a:ln>
            <a:noFill/>
          </a:ln>
        </p:spPr>
      </p:pic>
      <p:sp>
        <p:nvSpPr>
          <p:cNvPr id="1101" name="Google Shape;1101;p37"/>
          <p:cNvSpPr txBox="1"/>
          <p:nvPr/>
        </p:nvSpPr>
        <p:spPr>
          <a:xfrm>
            <a:off x="4772100" y="878538"/>
            <a:ext cx="4009800" cy="3386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300">
                <a:solidFill>
                  <a:schemeClr val="dk1"/>
                </a:solidFill>
                <a:latin typeface="DM Sans"/>
                <a:ea typeface="DM Sans"/>
                <a:cs typeface="DM Sans"/>
                <a:sym typeface="DM Sans"/>
              </a:rPr>
              <a:t>In this dataset, there are no missing values. Class imbalance is clearly present. Customer IDs are in </a:t>
            </a:r>
            <a:r>
              <a:rPr lang="en" sz="1300">
                <a:solidFill>
                  <a:schemeClr val="dk1"/>
                </a:solidFill>
                <a:latin typeface="DM Sans"/>
                <a:ea typeface="DM Sans"/>
                <a:cs typeface="DM Sans"/>
                <a:sym typeface="DM Sans"/>
              </a:rPr>
              <a:t>increasing order which we assume that higher the ID, the more recently that client became that company’s credit card user. </a:t>
            </a:r>
            <a:endParaRPr sz="13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1300">
                <a:solidFill>
                  <a:schemeClr val="dk1"/>
                </a:solidFill>
                <a:latin typeface="DM Sans"/>
                <a:ea typeface="DM Sans"/>
                <a:cs typeface="DM Sans"/>
                <a:sym typeface="DM Sans"/>
              </a:rPr>
              <a:t>The </a:t>
            </a:r>
            <a:r>
              <a:rPr lang="en" sz="1300">
                <a:solidFill>
                  <a:schemeClr val="dk1"/>
                </a:solidFill>
                <a:latin typeface="DM Sans"/>
                <a:ea typeface="DM Sans"/>
                <a:cs typeface="DM Sans"/>
                <a:sym typeface="DM Sans"/>
              </a:rPr>
              <a:t>train</a:t>
            </a:r>
            <a:r>
              <a:rPr lang="en" sz="1300">
                <a:solidFill>
                  <a:schemeClr val="dk1"/>
                </a:solidFill>
                <a:latin typeface="DM Sans"/>
                <a:ea typeface="DM Sans"/>
                <a:cs typeface="DM Sans"/>
                <a:sym typeface="DM Sans"/>
              </a:rPr>
              <a:t>-test split (75-25) has been done at this juncture in order to get feature binning using the WOE, Information value. The characteristics of training data are used to bin the test data. The train-test split is done assuming that customer IDs indicate the time they joined the company. </a:t>
            </a:r>
            <a:endParaRPr sz="13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1300">
                <a:solidFill>
                  <a:schemeClr val="dk1"/>
                </a:solidFill>
                <a:latin typeface="DM Sans"/>
                <a:ea typeface="DM Sans"/>
                <a:cs typeface="DM Sans"/>
                <a:sym typeface="DM Sans"/>
              </a:rPr>
              <a:t>This is similar to the standard scaler but this is feature binning. Some benefits of feature binning are it can handle outliers well, null data and reduces the risk of overfitting. </a:t>
            </a:r>
            <a:endParaRPr sz="1300">
              <a:solidFill>
                <a:schemeClr val="dk1"/>
              </a:solidFill>
              <a:latin typeface="DM Sans"/>
              <a:ea typeface="DM Sans"/>
              <a:cs typeface="DM Sans"/>
              <a:sym typeface="DM Sans"/>
            </a:endParaRPr>
          </a:p>
        </p:txBody>
      </p:sp>
      <p:sp>
        <p:nvSpPr>
          <p:cNvPr id="1102" name="Google Shape;1102;p37"/>
          <p:cNvSpPr txBox="1"/>
          <p:nvPr/>
        </p:nvSpPr>
        <p:spPr>
          <a:xfrm>
            <a:off x="635550" y="4316850"/>
            <a:ext cx="4634400" cy="738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DM Sans"/>
                <a:ea typeface="DM Sans"/>
                <a:cs typeface="DM Sans"/>
                <a:sym typeface="DM Sans"/>
              </a:rPr>
              <a:t>The figure illustrates the clear class imbalance issue present. Also, it shows that without any modeling, there is 22.12% chance a customer will default next month.</a:t>
            </a:r>
            <a:endParaRPr sz="1200">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38"/>
          <p:cNvSpPr txBox="1"/>
          <p:nvPr/>
        </p:nvSpPr>
        <p:spPr>
          <a:xfrm>
            <a:off x="546900" y="345075"/>
            <a:ext cx="6862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latin typeface="Viga"/>
                <a:ea typeface="Viga"/>
                <a:cs typeface="Viga"/>
                <a:sym typeface="Viga"/>
              </a:rPr>
              <a:t>What is </a:t>
            </a:r>
            <a:r>
              <a:rPr lang="en" sz="3600">
                <a:latin typeface="Viga"/>
                <a:ea typeface="Viga"/>
                <a:cs typeface="Viga"/>
                <a:sym typeface="Viga"/>
              </a:rPr>
              <a:t>Class Imbalance?</a:t>
            </a:r>
            <a:endParaRPr sz="3600">
              <a:latin typeface="Viga"/>
              <a:ea typeface="Viga"/>
              <a:cs typeface="Viga"/>
              <a:sym typeface="Viga"/>
            </a:endParaRPr>
          </a:p>
        </p:txBody>
      </p:sp>
      <p:sp>
        <p:nvSpPr>
          <p:cNvPr id="1108" name="Google Shape;1108;p38"/>
          <p:cNvSpPr txBox="1"/>
          <p:nvPr/>
        </p:nvSpPr>
        <p:spPr>
          <a:xfrm>
            <a:off x="612050" y="1691275"/>
            <a:ext cx="440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DM Sans"/>
              <a:ea typeface="DM Sans"/>
              <a:cs typeface="DM Sans"/>
              <a:sym typeface="DM Sans"/>
            </a:endParaRPr>
          </a:p>
        </p:txBody>
      </p:sp>
      <p:sp>
        <p:nvSpPr>
          <p:cNvPr id="1109" name="Google Shape;1109;p38"/>
          <p:cNvSpPr txBox="1"/>
          <p:nvPr/>
        </p:nvSpPr>
        <p:spPr>
          <a:xfrm>
            <a:off x="416025" y="1022325"/>
            <a:ext cx="80928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DM Sans"/>
                <a:ea typeface="DM Sans"/>
                <a:cs typeface="DM Sans"/>
                <a:sym typeface="DM Sans"/>
              </a:rPr>
              <a:t>Class imbalance an issue where the class of interest the analyst want to model/predict has less observations. This can implications on the model development. A mix of undersampling and oversampling should be done for the data. That is because if we:</a:t>
            </a:r>
            <a:endParaRPr>
              <a:latin typeface="DM Sans"/>
              <a:ea typeface="DM Sans"/>
              <a:cs typeface="DM Sans"/>
              <a:sym typeface="DM Sans"/>
            </a:endParaRPr>
          </a:p>
          <a:p>
            <a:pPr indent="-317500" lvl="0" marL="457200" rtl="0" algn="l">
              <a:spcBef>
                <a:spcPts val="0"/>
              </a:spcBef>
              <a:spcAft>
                <a:spcPts val="0"/>
              </a:spcAft>
              <a:buSzPts val="1400"/>
              <a:buFont typeface="DM Sans"/>
              <a:buChar char="●"/>
            </a:pPr>
            <a:r>
              <a:rPr lang="en">
                <a:latin typeface="DM Sans"/>
                <a:ea typeface="DM Sans"/>
                <a:cs typeface="DM Sans"/>
                <a:sym typeface="DM Sans"/>
              </a:rPr>
              <a:t>Only Undersample the data then it will remove useful information because it might remove many important records. It might choose only one type of data eg, all from top or bottom.</a:t>
            </a:r>
            <a:endParaRPr>
              <a:latin typeface="DM Sans"/>
              <a:ea typeface="DM Sans"/>
              <a:cs typeface="DM Sans"/>
              <a:sym typeface="DM Sans"/>
            </a:endParaRPr>
          </a:p>
          <a:p>
            <a:pPr indent="-317500" lvl="0" marL="457200" rtl="0" algn="l">
              <a:spcBef>
                <a:spcPts val="0"/>
              </a:spcBef>
              <a:spcAft>
                <a:spcPts val="0"/>
              </a:spcAft>
              <a:buSzPts val="1400"/>
              <a:buFont typeface="DM Sans"/>
              <a:buChar char="●"/>
            </a:pPr>
            <a:r>
              <a:rPr lang="en">
                <a:latin typeface="DM Sans"/>
                <a:ea typeface="DM Sans"/>
                <a:cs typeface="DM Sans"/>
                <a:sym typeface="DM Sans"/>
              </a:rPr>
              <a:t>Only Oversample then there can be overfitting </a:t>
            </a:r>
            <a:r>
              <a:rPr lang="en">
                <a:latin typeface="DM Sans"/>
                <a:ea typeface="DM Sans"/>
                <a:cs typeface="DM Sans"/>
                <a:sym typeface="DM Sans"/>
              </a:rPr>
              <a:t>problem</a:t>
            </a:r>
            <a:r>
              <a:rPr lang="en">
                <a:latin typeface="DM Sans"/>
                <a:ea typeface="DM Sans"/>
                <a:cs typeface="DM Sans"/>
                <a:sym typeface="DM Sans"/>
              </a:rPr>
              <a:t> because we duplicate minority class observations</a:t>
            </a:r>
            <a:endParaRPr>
              <a:latin typeface="DM Sans"/>
              <a:ea typeface="DM Sans"/>
              <a:cs typeface="DM Sans"/>
              <a:sym typeface="DM Sans"/>
            </a:endParaRPr>
          </a:p>
          <a:p>
            <a:pPr indent="-317500" lvl="0" marL="457200" rtl="0" algn="l">
              <a:spcBef>
                <a:spcPts val="0"/>
              </a:spcBef>
              <a:spcAft>
                <a:spcPts val="0"/>
              </a:spcAft>
              <a:buSzPts val="1400"/>
              <a:buFont typeface="DM Sans"/>
              <a:buChar char="●"/>
            </a:pPr>
            <a:r>
              <a:rPr lang="en">
                <a:latin typeface="DM Sans"/>
                <a:ea typeface="DM Sans"/>
                <a:cs typeface="DM Sans"/>
                <a:sym typeface="DM Sans"/>
              </a:rPr>
              <a:t>So, our approach is that we will be doing undersampling (60%) and oversampling (80%) to handle this class imbalance. But different combinations can also be tried. </a:t>
            </a:r>
            <a:endParaRPr>
              <a:latin typeface="DM Sans"/>
              <a:ea typeface="DM Sans"/>
              <a:cs typeface="DM Sans"/>
              <a:sym typeface="DM Sans"/>
            </a:endParaRPr>
          </a:p>
        </p:txBody>
      </p:sp>
      <p:pic>
        <p:nvPicPr>
          <p:cNvPr id="1110" name="Google Shape;1110;p38"/>
          <p:cNvPicPr preferRelativeResize="0"/>
          <p:nvPr/>
        </p:nvPicPr>
        <p:blipFill>
          <a:blip r:embed="rId3">
            <a:alphaModFix/>
          </a:blip>
          <a:stretch>
            <a:fillRect/>
          </a:stretch>
        </p:blipFill>
        <p:spPr>
          <a:xfrm>
            <a:off x="1629675" y="3222700"/>
            <a:ext cx="5484524" cy="1714474"/>
          </a:xfrm>
          <a:prstGeom prst="rect">
            <a:avLst/>
          </a:prstGeom>
          <a:noFill/>
          <a:ln cap="flat" cmpd="sng" w="76200">
            <a:solidFill>
              <a:schemeClr val="dk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39"/>
          <p:cNvSpPr/>
          <p:nvPr/>
        </p:nvSpPr>
        <p:spPr>
          <a:xfrm>
            <a:off x="7011445" y="637183"/>
            <a:ext cx="153698" cy="142736"/>
          </a:xfrm>
          <a:custGeom>
            <a:rect b="b" l="l" r="r" t="t"/>
            <a:pathLst>
              <a:path extrusionOk="0" h="2858" w="2969">
                <a:moveTo>
                  <a:pt x="1541" y="521"/>
                </a:moveTo>
                <a:cubicBezTo>
                  <a:pt x="2041" y="522"/>
                  <a:pt x="2447" y="928"/>
                  <a:pt x="2448" y="1428"/>
                </a:cubicBezTo>
                <a:cubicBezTo>
                  <a:pt x="2448" y="1795"/>
                  <a:pt x="2226" y="2127"/>
                  <a:pt x="1887" y="2267"/>
                </a:cubicBezTo>
                <a:cubicBezTo>
                  <a:pt x="1775" y="2314"/>
                  <a:pt x="1658" y="2336"/>
                  <a:pt x="1541" y="2336"/>
                </a:cubicBezTo>
                <a:cubicBezTo>
                  <a:pt x="1305" y="2336"/>
                  <a:pt x="1073" y="2244"/>
                  <a:pt x="899" y="2070"/>
                </a:cubicBezTo>
                <a:cubicBezTo>
                  <a:pt x="640" y="1811"/>
                  <a:pt x="562" y="1421"/>
                  <a:pt x="703" y="1082"/>
                </a:cubicBezTo>
                <a:cubicBezTo>
                  <a:pt x="842" y="743"/>
                  <a:pt x="1174" y="521"/>
                  <a:pt x="1541" y="521"/>
                </a:cubicBezTo>
                <a:close/>
                <a:moveTo>
                  <a:pt x="1540" y="1"/>
                </a:moveTo>
                <a:cubicBezTo>
                  <a:pt x="1169" y="1"/>
                  <a:pt x="804" y="146"/>
                  <a:pt x="531" y="419"/>
                </a:cubicBezTo>
                <a:cubicBezTo>
                  <a:pt x="123" y="828"/>
                  <a:pt x="1" y="1441"/>
                  <a:pt x="221" y="1976"/>
                </a:cubicBezTo>
                <a:cubicBezTo>
                  <a:pt x="442" y="2508"/>
                  <a:pt x="963" y="2857"/>
                  <a:pt x="1541" y="2857"/>
                </a:cubicBezTo>
                <a:cubicBezTo>
                  <a:pt x="2328" y="2856"/>
                  <a:pt x="2967" y="2216"/>
                  <a:pt x="2968" y="1428"/>
                </a:cubicBezTo>
                <a:cubicBezTo>
                  <a:pt x="2968" y="851"/>
                  <a:pt x="2620" y="330"/>
                  <a:pt x="2087" y="110"/>
                </a:cubicBezTo>
                <a:cubicBezTo>
                  <a:pt x="1910" y="37"/>
                  <a:pt x="1724" y="1"/>
                  <a:pt x="154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6" name="Google Shape;1116;p39"/>
          <p:cNvGrpSpPr/>
          <p:nvPr/>
        </p:nvGrpSpPr>
        <p:grpSpPr>
          <a:xfrm>
            <a:off x="2793300" y="45575"/>
            <a:ext cx="6290735" cy="5045785"/>
            <a:chOff x="-5882184" y="316309"/>
            <a:chExt cx="3069250" cy="2303906"/>
          </a:xfrm>
        </p:grpSpPr>
        <p:sp>
          <p:nvSpPr>
            <p:cNvPr id="1117" name="Google Shape;1117;p39"/>
            <p:cNvSpPr/>
            <p:nvPr/>
          </p:nvSpPr>
          <p:spPr>
            <a:xfrm>
              <a:off x="-5882184" y="316309"/>
              <a:ext cx="3069250" cy="2303906"/>
            </a:xfrm>
            <a:custGeom>
              <a:rect b="b" l="l" r="r" t="t"/>
              <a:pathLst>
                <a:path extrusionOk="0" h="90146" w="122770">
                  <a:moveTo>
                    <a:pt x="4815" y="0"/>
                  </a:moveTo>
                  <a:cubicBezTo>
                    <a:pt x="2156" y="0"/>
                    <a:pt x="0" y="2155"/>
                    <a:pt x="0" y="4815"/>
                  </a:cubicBezTo>
                  <a:lnTo>
                    <a:pt x="0" y="86110"/>
                  </a:lnTo>
                  <a:cubicBezTo>
                    <a:pt x="0" y="88339"/>
                    <a:pt x="1808" y="90146"/>
                    <a:pt x="4037" y="90146"/>
                  </a:cubicBezTo>
                  <a:lnTo>
                    <a:pt x="118369" y="90146"/>
                  </a:lnTo>
                  <a:cubicBezTo>
                    <a:pt x="120800" y="90146"/>
                    <a:pt x="122770" y="88177"/>
                    <a:pt x="122770" y="85746"/>
                  </a:cubicBezTo>
                  <a:lnTo>
                    <a:pt x="122770" y="5831"/>
                  </a:lnTo>
                  <a:cubicBezTo>
                    <a:pt x="122770" y="4284"/>
                    <a:pt x="122155" y="2801"/>
                    <a:pt x="121061" y="1707"/>
                  </a:cubicBezTo>
                  <a:cubicBezTo>
                    <a:pt x="119968" y="614"/>
                    <a:pt x="118486" y="0"/>
                    <a:pt x="116939"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39"/>
            <p:cNvSpPr/>
            <p:nvPr/>
          </p:nvSpPr>
          <p:spPr>
            <a:xfrm>
              <a:off x="-4397650" y="2421425"/>
              <a:ext cx="113200" cy="110875"/>
            </a:xfrm>
            <a:custGeom>
              <a:rect b="b" l="l" r="r" t="t"/>
              <a:pathLst>
                <a:path extrusionOk="0" h="4435" w="4528">
                  <a:moveTo>
                    <a:pt x="2263" y="0"/>
                  </a:moveTo>
                  <a:cubicBezTo>
                    <a:pt x="1014" y="0"/>
                    <a:pt x="0" y="993"/>
                    <a:pt x="0" y="2217"/>
                  </a:cubicBezTo>
                  <a:cubicBezTo>
                    <a:pt x="0" y="3442"/>
                    <a:pt x="1014" y="4435"/>
                    <a:pt x="2263" y="4435"/>
                  </a:cubicBezTo>
                  <a:cubicBezTo>
                    <a:pt x="3514" y="4435"/>
                    <a:pt x="4528" y="3442"/>
                    <a:pt x="4528" y="2217"/>
                  </a:cubicBezTo>
                  <a:cubicBezTo>
                    <a:pt x="4528" y="993"/>
                    <a:pt x="3514" y="0"/>
                    <a:pt x="2263"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39"/>
            <p:cNvSpPr/>
            <p:nvPr/>
          </p:nvSpPr>
          <p:spPr>
            <a:xfrm>
              <a:off x="-4404175" y="2414950"/>
              <a:ext cx="126250" cy="123850"/>
            </a:xfrm>
            <a:custGeom>
              <a:rect b="b" l="l" r="r" t="t"/>
              <a:pathLst>
                <a:path extrusionOk="0" h="4954" w="5050">
                  <a:moveTo>
                    <a:pt x="2524" y="520"/>
                  </a:moveTo>
                  <a:cubicBezTo>
                    <a:pt x="3630" y="520"/>
                    <a:pt x="4529" y="1398"/>
                    <a:pt x="4529" y="2476"/>
                  </a:cubicBezTo>
                  <a:cubicBezTo>
                    <a:pt x="4529" y="3555"/>
                    <a:pt x="3630" y="4433"/>
                    <a:pt x="2524" y="4433"/>
                  </a:cubicBezTo>
                  <a:cubicBezTo>
                    <a:pt x="1420" y="4433"/>
                    <a:pt x="520" y="3554"/>
                    <a:pt x="520" y="2476"/>
                  </a:cubicBezTo>
                  <a:cubicBezTo>
                    <a:pt x="520" y="1398"/>
                    <a:pt x="1420" y="520"/>
                    <a:pt x="2524" y="520"/>
                  </a:cubicBezTo>
                  <a:close/>
                  <a:moveTo>
                    <a:pt x="2524" y="0"/>
                  </a:moveTo>
                  <a:cubicBezTo>
                    <a:pt x="1133" y="0"/>
                    <a:pt x="1" y="1111"/>
                    <a:pt x="1" y="2476"/>
                  </a:cubicBezTo>
                  <a:cubicBezTo>
                    <a:pt x="1" y="3842"/>
                    <a:pt x="1132" y="4954"/>
                    <a:pt x="2524" y="4954"/>
                  </a:cubicBezTo>
                  <a:cubicBezTo>
                    <a:pt x="3917" y="4954"/>
                    <a:pt x="5049" y="3842"/>
                    <a:pt x="5049" y="2476"/>
                  </a:cubicBezTo>
                  <a:cubicBezTo>
                    <a:pt x="5049" y="1111"/>
                    <a:pt x="3917" y="0"/>
                    <a:pt x="2524"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20" name="Google Shape;1120;p39"/>
          <p:cNvPicPr preferRelativeResize="0"/>
          <p:nvPr/>
        </p:nvPicPr>
        <p:blipFill rotWithShape="1">
          <a:blip r:embed="rId3">
            <a:alphaModFix/>
          </a:blip>
          <a:srcRect b="0" l="7902" r="0" t="8290"/>
          <a:stretch/>
        </p:blipFill>
        <p:spPr>
          <a:xfrm>
            <a:off x="2981015" y="147201"/>
            <a:ext cx="5915285" cy="4842530"/>
          </a:xfrm>
          <a:prstGeom prst="rect">
            <a:avLst/>
          </a:prstGeom>
          <a:noFill/>
          <a:ln>
            <a:noFill/>
          </a:ln>
        </p:spPr>
      </p:pic>
      <p:sp>
        <p:nvSpPr>
          <p:cNvPr id="1121" name="Google Shape;1121;p39"/>
          <p:cNvSpPr txBox="1"/>
          <p:nvPr/>
        </p:nvSpPr>
        <p:spPr>
          <a:xfrm>
            <a:off x="234400" y="266925"/>
            <a:ext cx="26694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600">
                <a:latin typeface="Viga"/>
                <a:ea typeface="Viga"/>
                <a:cs typeface="Viga"/>
                <a:sym typeface="Viga"/>
              </a:rPr>
              <a:t>Pairwise Correlation Between Features</a:t>
            </a:r>
            <a:endParaRPr sz="3600">
              <a:latin typeface="Viga"/>
              <a:ea typeface="Viga"/>
              <a:cs typeface="Viga"/>
              <a:sym typeface="Viga"/>
            </a:endParaRPr>
          </a:p>
        </p:txBody>
      </p:sp>
      <p:sp>
        <p:nvSpPr>
          <p:cNvPr id="1122" name="Google Shape;1122;p39"/>
          <p:cNvSpPr/>
          <p:nvPr/>
        </p:nvSpPr>
        <p:spPr>
          <a:xfrm rot="-5400000">
            <a:off x="1271528" y="1653805"/>
            <a:ext cx="152375" cy="2343891"/>
          </a:xfrm>
          <a:custGeom>
            <a:rect b="b" l="l" r="r" t="t"/>
            <a:pathLst>
              <a:path extrusionOk="0" h="39695" w="6250">
                <a:moveTo>
                  <a:pt x="0" y="0"/>
                </a:moveTo>
                <a:lnTo>
                  <a:pt x="0" y="14432"/>
                </a:lnTo>
                <a:lnTo>
                  <a:pt x="5730" y="20160"/>
                </a:lnTo>
                <a:lnTo>
                  <a:pt x="5730" y="39695"/>
                </a:lnTo>
                <a:lnTo>
                  <a:pt x="6249" y="39695"/>
                </a:lnTo>
                <a:lnTo>
                  <a:pt x="6249" y="19945"/>
                </a:lnTo>
                <a:lnTo>
                  <a:pt x="521" y="14216"/>
                </a:lnTo>
                <a:lnTo>
                  <a:pt x="521"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39"/>
          <p:cNvSpPr txBox="1"/>
          <p:nvPr/>
        </p:nvSpPr>
        <p:spPr>
          <a:xfrm>
            <a:off x="-12" y="3026075"/>
            <a:ext cx="26994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DM Sans"/>
                <a:ea typeface="DM Sans"/>
                <a:cs typeface="DM Sans"/>
                <a:sym typeface="DM Sans"/>
              </a:rPr>
              <a:t>This figure clearly shows the presence of high pairwise correlation between Pay_0-Pay_6 (Repayment status in different months). Also, it is higher in case of Bill_AMT1-Bill_AMT6 (Bill statement). </a:t>
            </a:r>
            <a:endParaRPr>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7" name="Shape 1127"/>
        <p:cNvGrpSpPr/>
        <p:nvPr/>
      </p:nvGrpSpPr>
      <p:grpSpPr>
        <a:xfrm>
          <a:off x="0" y="0"/>
          <a:ext cx="0" cy="0"/>
          <a:chOff x="0" y="0"/>
          <a:chExt cx="0" cy="0"/>
        </a:xfrm>
      </p:grpSpPr>
      <p:sp>
        <p:nvSpPr>
          <p:cNvPr id="1128" name="Google Shape;1128;p40"/>
          <p:cNvSpPr txBox="1"/>
          <p:nvPr>
            <p:ph type="title"/>
          </p:nvPr>
        </p:nvSpPr>
        <p:spPr>
          <a:xfrm>
            <a:off x="4258025" y="1817125"/>
            <a:ext cx="4603200" cy="1671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4200">
                <a:solidFill>
                  <a:srgbClr val="ACFFD9"/>
                </a:solidFill>
              </a:rPr>
              <a:t>Step 2: Feature Selection</a:t>
            </a:r>
            <a:endParaRPr sz="4200">
              <a:solidFill>
                <a:srgbClr val="ACFFD9"/>
              </a:solidFill>
            </a:endParaRPr>
          </a:p>
        </p:txBody>
      </p:sp>
      <p:sp>
        <p:nvSpPr>
          <p:cNvPr id="1129" name="Google Shape;1129;p40"/>
          <p:cNvSpPr txBox="1"/>
          <p:nvPr/>
        </p:nvSpPr>
        <p:spPr>
          <a:xfrm>
            <a:off x="6090800" y="4589400"/>
            <a:ext cx="3017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rgbClr val="ACFFD9"/>
                </a:solidFill>
                <a:latin typeface="Viga"/>
                <a:ea typeface="Viga"/>
                <a:cs typeface="Viga"/>
                <a:sym typeface="Viga"/>
              </a:rPr>
              <a:t>Vineeta Dawar</a:t>
            </a:r>
            <a:endParaRPr sz="2400">
              <a:solidFill>
                <a:srgbClr val="ACFFD9"/>
              </a:solidFill>
              <a:latin typeface="Viga"/>
              <a:ea typeface="Viga"/>
              <a:cs typeface="Viga"/>
              <a:sym typeface="Vig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41"/>
          <p:cNvSpPr txBox="1"/>
          <p:nvPr/>
        </p:nvSpPr>
        <p:spPr>
          <a:xfrm>
            <a:off x="311700" y="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600">
                <a:solidFill>
                  <a:srgbClr val="000000"/>
                </a:solidFill>
                <a:latin typeface="Viga"/>
                <a:ea typeface="Viga"/>
                <a:cs typeface="Viga"/>
                <a:sym typeface="Viga"/>
              </a:rPr>
              <a:t>Information </a:t>
            </a:r>
            <a:r>
              <a:rPr lang="en" sz="3600">
                <a:solidFill>
                  <a:srgbClr val="000000"/>
                </a:solidFill>
                <a:latin typeface="Viga"/>
                <a:ea typeface="Viga"/>
                <a:cs typeface="Viga"/>
                <a:sym typeface="Viga"/>
              </a:rPr>
              <a:t>Value</a:t>
            </a:r>
            <a:endParaRPr sz="3600">
              <a:solidFill>
                <a:srgbClr val="000000"/>
              </a:solidFill>
              <a:latin typeface="Viga"/>
              <a:ea typeface="Viga"/>
              <a:cs typeface="Viga"/>
              <a:sym typeface="Viga"/>
            </a:endParaRPr>
          </a:p>
          <a:p>
            <a:pPr indent="0" lvl="0" marL="0" rtl="0" algn="l">
              <a:lnSpc>
                <a:spcPct val="115000"/>
              </a:lnSpc>
              <a:spcBef>
                <a:spcPts val="0"/>
              </a:spcBef>
              <a:spcAft>
                <a:spcPts val="1200"/>
              </a:spcAft>
              <a:buNone/>
            </a:pPr>
            <a:r>
              <a:t/>
            </a:r>
            <a:endParaRPr sz="2800">
              <a:solidFill>
                <a:srgbClr val="000000"/>
              </a:solidFill>
            </a:endParaRPr>
          </a:p>
        </p:txBody>
      </p:sp>
      <p:pic>
        <p:nvPicPr>
          <p:cNvPr id="1135" name="Google Shape;1135;p41"/>
          <p:cNvPicPr preferRelativeResize="0"/>
          <p:nvPr/>
        </p:nvPicPr>
        <p:blipFill rotWithShape="1">
          <a:blip r:embed="rId3">
            <a:alphaModFix/>
          </a:blip>
          <a:srcRect b="0" l="0" r="0" t="0"/>
          <a:stretch/>
        </p:blipFill>
        <p:spPr>
          <a:xfrm>
            <a:off x="227500" y="1151950"/>
            <a:ext cx="4638675" cy="3077150"/>
          </a:xfrm>
          <a:prstGeom prst="rect">
            <a:avLst/>
          </a:prstGeom>
          <a:noFill/>
          <a:ln>
            <a:noFill/>
          </a:ln>
        </p:spPr>
      </p:pic>
      <p:sp>
        <p:nvSpPr>
          <p:cNvPr id="1136" name="Google Shape;1136;p41"/>
          <p:cNvSpPr txBox="1"/>
          <p:nvPr/>
        </p:nvSpPr>
        <p:spPr>
          <a:xfrm>
            <a:off x="5551375" y="1199850"/>
            <a:ext cx="3179700" cy="35442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l">
              <a:lnSpc>
                <a:spcPct val="115000"/>
              </a:lnSpc>
              <a:spcBef>
                <a:spcPts val="0"/>
              </a:spcBef>
              <a:spcAft>
                <a:spcPts val="0"/>
              </a:spcAft>
              <a:buNone/>
            </a:pPr>
            <a:r>
              <a:t/>
            </a:r>
            <a:endParaRPr sz="5600">
              <a:solidFill>
                <a:srgbClr val="374151"/>
              </a:solidFill>
              <a:highlight>
                <a:srgbClr val="F7F7F8"/>
              </a:highlight>
              <a:latin typeface="DM Sans"/>
              <a:ea typeface="DM Sans"/>
              <a:cs typeface="DM Sans"/>
              <a:sym typeface="DM Sans"/>
            </a:endParaRPr>
          </a:p>
          <a:p>
            <a:pPr indent="0" lvl="0" marL="0" rtl="0" algn="l">
              <a:lnSpc>
                <a:spcPct val="115000"/>
              </a:lnSpc>
              <a:spcBef>
                <a:spcPts val="1200"/>
              </a:spcBef>
              <a:spcAft>
                <a:spcPts val="0"/>
              </a:spcAft>
              <a:buNone/>
            </a:pPr>
            <a:r>
              <a:rPr lang="en" sz="5600">
                <a:solidFill>
                  <a:srgbClr val="374151"/>
                </a:solidFill>
                <a:latin typeface="DM Sans"/>
                <a:ea typeface="DM Sans"/>
                <a:cs typeface="DM Sans"/>
                <a:sym typeface="DM Sans"/>
              </a:rPr>
              <a:t>IV provides a measure of the variable's ability to differentiate between the target categories. Higher IV values indicate stronger predictive power, while lower values suggest that the variable has less influence on the outcome.</a:t>
            </a:r>
            <a:endParaRPr sz="5600">
              <a:solidFill>
                <a:srgbClr val="374151"/>
              </a:solidFill>
              <a:latin typeface="DM Sans"/>
              <a:ea typeface="DM Sans"/>
              <a:cs typeface="DM Sans"/>
              <a:sym typeface="DM Sans"/>
            </a:endParaRPr>
          </a:p>
          <a:p>
            <a:pPr indent="0" lvl="0" marL="0" rtl="0" algn="l">
              <a:lnSpc>
                <a:spcPct val="115000"/>
              </a:lnSpc>
              <a:spcBef>
                <a:spcPts val="1200"/>
              </a:spcBef>
              <a:spcAft>
                <a:spcPts val="0"/>
              </a:spcAft>
              <a:buNone/>
            </a:pPr>
            <a:r>
              <a:rPr lang="en" sz="5600">
                <a:solidFill>
                  <a:srgbClr val="374151"/>
                </a:solidFill>
                <a:latin typeface="DM Sans"/>
                <a:ea typeface="DM Sans"/>
                <a:cs typeface="DM Sans"/>
                <a:sym typeface="DM Sans"/>
              </a:rPr>
              <a:t>Formula of IV</a:t>
            </a:r>
            <a:endParaRPr sz="5600">
              <a:solidFill>
                <a:srgbClr val="374151"/>
              </a:solidFill>
              <a:latin typeface="DM Sans"/>
              <a:ea typeface="DM Sans"/>
              <a:cs typeface="DM Sans"/>
              <a:sym typeface="DM Sans"/>
            </a:endParaRPr>
          </a:p>
          <a:p>
            <a:pPr indent="0" lvl="0" marL="0" rtl="0" algn="l">
              <a:lnSpc>
                <a:spcPct val="115000"/>
              </a:lnSpc>
              <a:spcBef>
                <a:spcPts val="1200"/>
              </a:spcBef>
              <a:spcAft>
                <a:spcPts val="0"/>
              </a:spcAft>
              <a:buNone/>
            </a:pPr>
            <a:r>
              <a:rPr lang="en" sz="5600">
                <a:solidFill>
                  <a:srgbClr val="374151"/>
                </a:solidFill>
                <a:latin typeface="DM Sans"/>
                <a:ea typeface="DM Sans"/>
                <a:cs typeface="DM Sans"/>
                <a:sym typeface="DM Sans"/>
              </a:rPr>
              <a:t>Information Value = WOE * (% of non-events - % of events)</a:t>
            </a:r>
            <a:endParaRPr sz="5600">
              <a:solidFill>
                <a:srgbClr val="374151"/>
              </a:solidFill>
              <a:latin typeface="DM Sans"/>
              <a:ea typeface="DM Sans"/>
              <a:cs typeface="DM Sans"/>
              <a:sym typeface="DM Sans"/>
            </a:endParaRPr>
          </a:p>
          <a:p>
            <a:pPr indent="0" lvl="0" marL="0" rtl="0" algn="l">
              <a:lnSpc>
                <a:spcPct val="115000"/>
              </a:lnSpc>
              <a:spcBef>
                <a:spcPts val="1200"/>
              </a:spcBef>
              <a:spcAft>
                <a:spcPts val="0"/>
              </a:spcAft>
              <a:buNone/>
            </a:pPr>
            <a:r>
              <a:rPr lang="en" sz="5600">
                <a:solidFill>
                  <a:srgbClr val="374151"/>
                </a:solidFill>
                <a:latin typeface="DM Sans"/>
                <a:ea typeface="DM Sans"/>
                <a:cs typeface="DM Sans"/>
                <a:sym typeface="DM Sans"/>
              </a:rPr>
              <a:t>In our project, we drop the features </a:t>
            </a:r>
            <a:r>
              <a:rPr lang="en" sz="5600">
                <a:solidFill>
                  <a:srgbClr val="374151"/>
                </a:solidFill>
                <a:latin typeface="DM Sans"/>
                <a:ea typeface="DM Sans"/>
                <a:cs typeface="DM Sans"/>
                <a:sym typeface="DM Sans"/>
              </a:rPr>
              <a:t>which</a:t>
            </a:r>
            <a:r>
              <a:rPr lang="en" sz="5600">
                <a:solidFill>
                  <a:srgbClr val="374151"/>
                </a:solidFill>
                <a:latin typeface="DM Sans"/>
                <a:ea typeface="DM Sans"/>
                <a:cs typeface="DM Sans"/>
                <a:sym typeface="DM Sans"/>
              </a:rPr>
              <a:t> have an IV of less than 2%. </a:t>
            </a:r>
            <a:endParaRPr sz="5600">
              <a:solidFill>
                <a:srgbClr val="374151"/>
              </a:solidFill>
              <a:latin typeface="DM Sans"/>
              <a:ea typeface="DM Sans"/>
              <a:cs typeface="DM Sans"/>
              <a:sym typeface="DM Sans"/>
            </a:endParaRPr>
          </a:p>
          <a:p>
            <a:pPr indent="0" lvl="0" marL="0" rtl="0" algn="l">
              <a:lnSpc>
                <a:spcPct val="115000"/>
              </a:lnSpc>
              <a:spcBef>
                <a:spcPts val="1200"/>
              </a:spcBef>
              <a:spcAft>
                <a:spcPts val="0"/>
              </a:spcAft>
              <a:buNone/>
            </a:pPr>
            <a:r>
              <a:t/>
            </a:r>
            <a:endParaRPr sz="2753">
              <a:solidFill>
                <a:srgbClr val="374151"/>
              </a:solidFill>
              <a:highlight>
                <a:srgbClr val="F7F7F8"/>
              </a:highlight>
              <a:latin typeface="Roboto"/>
              <a:ea typeface="Roboto"/>
              <a:cs typeface="Roboto"/>
              <a:sym typeface="Roboto"/>
            </a:endParaRPr>
          </a:p>
          <a:p>
            <a:pPr indent="0" lvl="0" marL="0" rtl="0" algn="l">
              <a:lnSpc>
                <a:spcPct val="115000"/>
              </a:lnSpc>
              <a:spcBef>
                <a:spcPts val="1200"/>
              </a:spcBef>
              <a:spcAft>
                <a:spcPts val="0"/>
              </a:spcAft>
              <a:buNone/>
            </a:pPr>
            <a:r>
              <a:t/>
            </a:r>
            <a:endParaRPr sz="1800">
              <a:solidFill>
                <a:srgbClr val="595959"/>
              </a:solidFill>
            </a:endParaRPr>
          </a:p>
          <a:p>
            <a:pPr indent="0" lvl="0" marL="0" rtl="0" algn="l">
              <a:lnSpc>
                <a:spcPct val="115000"/>
              </a:lnSpc>
              <a:spcBef>
                <a:spcPts val="1200"/>
              </a:spcBef>
              <a:spcAft>
                <a:spcPts val="0"/>
              </a:spcAft>
              <a:buNone/>
            </a:pPr>
            <a:r>
              <a:t/>
            </a:r>
            <a:endParaRPr sz="1800">
              <a:solidFill>
                <a:srgbClr val="595959"/>
              </a:solidFill>
            </a:endParaRPr>
          </a:p>
          <a:p>
            <a:pPr indent="0" lvl="0" marL="0" rtl="0" algn="l">
              <a:lnSpc>
                <a:spcPct val="115000"/>
              </a:lnSpc>
              <a:spcBef>
                <a:spcPts val="1200"/>
              </a:spcBef>
              <a:spcAft>
                <a:spcPts val="1200"/>
              </a:spcAft>
              <a:buNone/>
            </a:pPr>
            <a:r>
              <a:t/>
            </a:r>
            <a:endParaRPr sz="1800">
              <a:solidFill>
                <a:srgbClr val="59595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grpSp>
        <p:nvGrpSpPr>
          <p:cNvPr id="1141" name="Google Shape;1141;p42"/>
          <p:cNvGrpSpPr/>
          <p:nvPr/>
        </p:nvGrpSpPr>
        <p:grpSpPr>
          <a:xfrm>
            <a:off x="679119" y="944033"/>
            <a:ext cx="2615573" cy="4199436"/>
            <a:chOff x="5431588" y="1307171"/>
            <a:chExt cx="1324475" cy="2988072"/>
          </a:xfrm>
        </p:grpSpPr>
        <p:sp>
          <p:nvSpPr>
            <p:cNvPr id="1142" name="Google Shape;1142;p42"/>
            <p:cNvSpPr/>
            <p:nvPr/>
          </p:nvSpPr>
          <p:spPr>
            <a:xfrm>
              <a:off x="5436938" y="1312545"/>
              <a:ext cx="1313766" cy="2977344"/>
            </a:xfrm>
            <a:custGeom>
              <a:rect b="b" l="l" r="r" t="t"/>
              <a:pathLst>
                <a:path extrusionOk="0" h="156250" w="68946">
                  <a:moveTo>
                    <a:pt x="4728" y="0"/>
                  </a:moveTo>
                  <a:cubicBezTo>
                    <a:pt x="2118" y="0"/>
                    <a:pt x="0" y="2118"/>
                    <a:pt x="0" y="4730"/>
                  </a:cubicBezTo>
                  <a:lnTo>
                    <a:pt x="0" y="151516"/>
                  </a:lnTo>
                  <a:cubicBezTo>
                    <a:pt x="0" y="154130"/>
                    <a:pt x="2119" y="156249"/>
                    <a:pt x="4734" y="156249"/>
                  </a:cubicBezTo>
                  <a:lnTo>
                    <a:pt x="63850" y="156249"/>
                  </a:lnTo>
                  <a:cubicBezTo>
                    <a:pt x="66663" y="156249"/>
                    <a:pt x="68946" y="153968"/>
                    <a:pt x="68946" y="151153"/>
                  </a:cubicBezTo>
                  <a:lnTo>
                    <a:pt x="68946" y="4485"/>
                  </a:lnTo>
                  <a:cubicBezTo>
                    <a:pt x="68946" y="2009"/>
                    <a:pt x="66938" y="0"/>
                    <a:pt x="64461"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42"/>
            <p:cNvSpPr/>
            <p:nvPr/>
          </p:nvSpPr>
          <p:spPr>
            <a:xfrm>
              <a:off x="5431588" y="1307171"/>
              <a:ext cx="1324475" cy="2988072"/>
            </a:xfrm>
            <a:custGeom>
              <a:rect b="b" l="l" r="r" t="t"/>
              <a:pathLst>
                <a:path extrusionOk="0" h="156813" w="69508">
                  <a:moveTo>
                    <a:pt x="64778" y="564"/>
                  </a:moveTo>
                  <a:cubicBezTo>
                    <a:pt x="67075" y="564"/>
                    <a:pt x="68944" y="2433"/>
                    <a:pt x="68944" y="4732"/>
                  </a:cubicBezTo>
                  <a:lnTo>
                    <a:pt x="68944" y="152083"/>
                  </a:lnTo>
                  <a:cubicBezTo>
                    <a:pt x="68944" y="154380"/>
                    <a:pt x="67075" y="156250"/>
                    <a:pt x="64778" y="156250"/>
                  </a:cubicBezTo>
                  <a:lnTo>
                    <a:pt x="4730" y="156250"/>
                  </a:lnTo>
                  <a:cubicBezTo>
                    <a:pt x="2431" y="156250"/>
                    <a:pt x="562" y="154380"/>
                    <a:pt x="562" y="152083"/>
                  </a:cubicBezTo>
                  <a:lnTo>
                    <a:pt x="562" y="4732"/>
                  </a:lnTo>
                  <a:cubicBezTo>
                    <a:pt x="562" y="2433"/>
                    <a:pt x="2431" y="564"/>
                    <a:pt x="4730" y="564"/>
                  </a:cubicBezTo>
                  <a:close/>
                  <a:moveTo>
                    <a:pt x="4730" y="1"/>
                  </a:moveTo>
                  <a:cubicBezTo>
                    <a:pt x="2121" y="1"/>
                    <a:pt x="0" y="2123"/>
                    <a:pt x="0" y="4732"/>
                  </a:cubicBezTo>
                  <a:lnTo>
                    <a:pt x="0" y="152083"/>
                  </a:lnTo>
                  <a:cubicBezTo>
                    <a:pt x="0" y="154691"/>
                    <a:pt x="2121" y="156813"/>
                    <a:pt x="4730" y="156813"/>
                  </a:cubicBezTo>
                  <a:lnTo>
                    <a:pt x="64778" y="156813"/>
                  </a:lnTo>
                  <a:cubicBezTo>
                    <a:pt x="67385" y="156813"/>
                    <a:pt x="69507" y="154691"/>
                    <a:pt x="69507" y="152083"/>
                  </a:cubicBezTo>
                  <a:lnTo>
                    <a:pt x="69507" y="4732"/>
                  </a:lnTo>
                  <a:cubicBezTo>
                    <a:pt x="69507" y="2123"/>
                    <a:pt x="67385" y="1"/>
                    <a:pt x="64778"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42"/>
            <p:cNvSpPr/>
            <p:nvPr/>
          </p:nvSpPr>
          <p:spPr>
            <a:xfrm>
              <a:off x="5524405" y="1510774"/>
              <a:ext cx="1138841" cy="2553675"/>
            </a:xfrm>
            <a:custGeom>
              <a:rect b="b" l="l" r="r" t="t"/>
              <a:pathLst>
                <a:path extrusionOk="0" h="134016" w="59766">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45" name="Google Shape;1145;p42"/>
          <p:cNvSpPr/>
          <p:nvPr/>
        </p:nvSpPr>
        <p:spPr>
          <a:xfrm>
            <a:off x="865650" y="1069400"/>
            <a:ext cx="2242906" cy="3956900"/>
          </a:xfrm>
          <a:custGeom>
            <a:rect b="b" l="l" r="r" t="t"/>
            <a:pathLst>
              <a:path extrusionOk="0" h="63690" w="110420">
                <a:moveTo>
                  <a:pt x="1" y="1"/>
                </a:moveTo>
                <a:lnTo>
                  <a:pt x="1" y="63689"/>
                </a:lnTo>
                <a:lnTo>
                  <a:pt x="110419" y="63689"/>
                </a:lnTo>
                <a:lnTo>
                  <a:pt x="1104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46" name="Google Shape;1146;p42"/>
          <p:cNvPicPr preferRelativeResize="0"/>
          <p:nvPr/>
        </p:nvPicPr>
        <p:blipFill rotWithShape="1">
          <a:blip r:embed="rId3">
            <a:alphaModFix/>
          </a:blip>
          <a:srcRect b="-431" l="1429" r="-2797" t="-2406"/>
          <a:stretch/>
        </p:blipFill>
        <p:spPr>
          <a:xfrm>
            <a:off x="865650" y="944050"/>
            <a:ext cx="2306450" cy="4082250"/>
          </a:xfrm>
          <a:prstGeom prst="rect">
            <a:avLst/>
          </a:prstGeom>
          <a:noFill/>
          <a:ln>
            <a:noFill/>
          </a:ln>
        </p:spPr>
      </p:pic>
      <p:sp>
        <p:nvSpPr>
          <p:cNvPr id="1147" name="Google Shape;1147;p42"/>
          <p:cNvSpPr txBox="1"/>
          <p:nvPr/>
        </p:nvSpPr>
        <p:spPr>
          <a:xfrm>
            <a:off x="1603050" y="87900"/>
            <a:ext cx="5448000" cy="738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3600">
                <a:latin typeface="Viga"/>
                <a:ea typeface="Viga"/>
                <a:cs typeface="Viga"/>
                <a:sym typeface="Viga"/>
              </a:rPr>
              <a:t>Step 2: Feature Selection</a:t>
            </a:r>
            <a:endParaRPr sz="3600">
              <a:latin typeface="Viga"/>
              <a:ea typeface="Viga"/>
              <a:cs typeface="Viga"/>
              <a:sym typeface="Viga"/>
            </a:endParaRPr>
          </a:p>
        </p:txBody>
      </p:sp>
      <p:grpSp>
        <p:nvGrpSpPr>
          <p:cNvPr id="1148" name="Google Shape;1148;p42"/>
          <p:cNvGrpSpPr/>
          <p:nvPr/>
        </p:nvGrpSpPr>
        <p:grpSpPr>
          <a:xfrm rot="-5400000">
            <a:off x="5075829" y="-46979"/>
            <a:ext cx="2472530" cy="4459697"/>
            <a:chOff x="5431588" y="1307171"/>
            <a:chExt cx="1324475" cy="2988072"/>
          </a:xfrm>
        </p:grpSpPr>
        <p:sp>
          <p:nvSpPr>
            <p:cNvPr id="1149" name="Google Shape;1149;p42"/>
            <p:cNvSpPr/>
            <p:nvPr/>
          </p:nvSpPr>
          <p:spPr>
            <a:xfrm>
              <a:off x="5436938" y="1312545"/>
              <a:ext cx="1313766" cy="2977344"/>
            </a:xfrm>
            <a:custGeom>
              <a:rect b="b" l="l" r="r" t="t"/>
              <a:pathLst>
                <a:path extrusionOk="0" h="156250" w="68946">
                  <a:moveTo>
                    <a:pt x="4728" y="0"/>
                  </a:moveTo>
                  <a:cubicBezTo>
                    <a:pt x="2118" y="0"/>
                    <a:pt x="0" y="2118"/>
                    <a:pt x="0" y="4730"/>
                  </a:cubicBezTo>
                  <a:lnTo>
                    <a:pt x="0" y="151516"/>
                  </a:lnTo>
                  <a:cubicBezTo>
                    <a:pt x="0" y="154130"/>
                    <a:pt x="2119" y="156249"/>
                    <a:pt x="4734" y="156249"/>
                  </a:cubicBezTo>
                  <a:lnTo>
                    <a:pt x="63850" y="156249"/>
                  </a:lnTo>
                  <a:cubicBezTo>
                    <a:pt x="66663" y="156249"/>
                    <a:pt x="68946" y="153968"/>
                    <a:pt x="68946" y="151153"/>
                  </a:cubicBezTo>
                  <a:lnTo>
                    <a:pt x="68946" y="4485"/>
                  </a:lnTo>
                  <a:cubicBezTo>
                    <a:pt x="68946" y="2009"/>
                    <a:pt x="66938" y="0"/>
                    <a:pt x="64461"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42"/>
            <p:cNvSpPr/>
            <p:nvPr/>
          </p:nvSpPr>
          <p:spPr>
            <a:xfrm>
              <a:off x="5431588" y="1307171"/>
              <a:ext cx="1324475" cy="2988072"/>
            </a:xfrm>
            <a:custGeom>
              <a:rect b="b" l="l" r="r" t="t"/>
              <a:pathLst>
                <a:path extrusionOk="0" h="156813" w="69508">
                  <a:moveTo>
                    <a:pt x="64778" y="564"/>
                  </a:moveTo>
                  <a:cubicBezTo>
                    <a:pt x="67075" y="564"/>
                    <a:pt x="68944" y="2433"/>
                    <a:pt x="68944" y="4732"/>
                  </a:cubicBezTo>
                  <a:lnTo>
                    <a:pt x="68944" y="152083"/>
                  </a:lnTo>
                  <a:cubicBezTo>
                    <a:pt x="68944" y="154380"/>
                    <a:pt x="67075" y="156250"/>
                    <a:pt x="64778" y="156250"/>
                  </a:cubicBezTo>
                  <a:lnTo>
                    <a:pt x="4730" y="156250"/>
                  </a:lnTo>
                  <a:cubicBezTo>
                    <a:pt x="2431" y="156250"/>
                    <a:pt x="562" y="154380"/>
                    <a:pt x="562" y="152083"/>
                  </a:cubicBezTo>
                  <a:lnTo>
                    <a:pt x="562" y="4732"/>
                  </a:lnTo>
                  <a:cubicBezTo>
                    <a:pt x="562" y="2433"/>
                    <a:pt x="2431" y="564"/>
                    <a:pt x="4730" y="564"/>
                  </a:cubicBezTo>
                  <a:close/>
                  <a:moveTo>
                    <a:pt x="4730" y="1"/>
                  </a:moveTo>
                  <a:cubicBezTo>
                    <a:pt x="2121" y="1"/>
                    <a:pt x="0" y="2123"/>
                    <a:pt x="0" y="4732"/>
                  </a:cubicBezTo>
                  <a:lnTo>
                    <a:pt x="0" y="152083"/>
                  </a:lnTo>
                  <a:cubicBezTo>
                    <a:pt x="0" y="154691"/>
                    <a:pt x="2121" y="156813"/>
                    <a:pt x="4730" y="156813"/>
                  </a:cubicBezTo>
                  <a:lnTo>
                    <a:pt x="64778" y="156813"/>
                  </a:lnTo>
                  <a:cubicBezTo>
                    <a:pt x="67385" y="156813"/>
                    <a:pt x="69507" y="154691"/>
                    <a:pt x="69507" y="152083"/>
                  </a:cubicBezTo>
                  <a:lnTo>
                    <a:pt x="69507" y="4732"/>
                  </a:lnTo>
                  <a:cubicBezTo>
                    <a:pt x="69507" y="2123"/>
                    <a:pt x="67385" y="1"/>
                    <a:pt x="64778"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42"/>
            <p:cNvSpPr/>
            <p:nvPr/>
          </p:nvSpPr>
          <p:spPr>
            <a:xfrm>
              <a:off x="5524405" y="1510774"/>
              <a:ext cx="1138841" cy="2553675"/>
            </a:xfrm>
            <a:custGeom>
              <a:rect b="b" l="l" r="r" t="t"/>
              <a:pathLst>
                <a:path extrusionOk="0" h="134016" w="59766">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152" name="Google Shape;1152;p42"/>
          <p:cNvPicPr preferRelativeResize="0"/>
          <p:nvPr/>
        </p:nvPicPr>
        <p:blipFill rotWithShape="1">
          <a:blip r:embed="rId4">
            <a:alphaModFix/>
          </a:blip>
          <a:srcRect b="0" l="7627" r="11230" t="0"/>
          <a:stretch/>
        </p:blipFill>
        <p:spPr>
          <a:xfrm>
            <a:off x="4238497" y="1037263"/>
            <a:ext cx="4190013" cy="2273522"/>
          </a:xfrm>
          <a:prstGeom prst="rect">
            <a:avLst/>
          </a:prstGeom>
          <a:noFill/>
          <a:ln>
            <a:noFill/>
          </a:ln>
        </p:spPr>
      </p:pic>
      <p:sp>
        <p:nvSpPr>
          <p:cNvPr id="1153" name="Google Shape;1153;p42"/>
          <p:cNvSpPr/>
          <p:nvPr/>
        </p:nvSpPr>
        <p:spPr>
          <a:xfrm flipH="1">
            <a:off x="4658300" y="3538925"/>
            <a:ext cx="3350400" cy="1380300"/>
          </a:xfrm>
          <a:prstGeom prst="wedgeEllipseCallout">
            <a:avLst>
              <a:gd fmla="val -36535" name="adj1"/>
              <a:gd fmla="val 33339" name="adj2"/>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42"/>
          <p:cNvSpPr txBox="1"/>
          <p:nvPr/>
        </p:nvSpPr>
        <p:spPr>
          <a:xfrm>
            <a:off x="4674788" y="3705725"/>
            <a:ext cx="33174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a:solidFill>
                  <a:schemeClr val="dk1"/>
                </a:solidFill>
                <a:latin typeface="DM Sans"/>
                <a:ea typeface="DM Sans"/>
                <a:cs typeface="DM Sans"/>
                <a:sym typeface="DM Sans"/>
              </a:rPr>
              <a:t>Features which have more 70% missing values, have less than 2% information value, and have perfect correlation of 1 are removed. </a:t>
            </a:r>
            <a:endParaRPr b="1">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8" name="Shape 1158"/>
        <p:cNvGrpSpPr/>
        <p:nvPr/>
      </p:nvGrpSpPr>
      <p:grpSpPr>
        <a:xfrm>
          <a:off x="0" y="0"/>
          <a:ext cx="0" cy="0"/>
          <a:chOff x="0" y="0"/>
          <a:chExt cx="0" cy="0"/>
        </a:xfrm>
      </p:grpSpPr>
      <p:sp>
        <p:nvSpPr>
          <p:cNvPr id="1159" name="Google Shape;1159;p43"/>
          <p:cNvSpPr txBox="1"/>
          <p:nvPr>
            <p:ph type="title"/>
          </p:nvPr>
        </p:nvSpPr>
        <p:spPr>
          <a:xfrm>
            <a:off x="4026450" y="1735800"/>
            <a:ext cx="4603200" cy="1671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4200">
                <a:solidFill>
                  <a:srgbClr val="ACFFD9"/>
                </a:solidFill>
              </a:rPr>
              <a:t>Step 3: Feature Binning</a:t>
            </a:r>
            <a:endParaRPr sz="4200">
              <a:solidFill>
                <a:srgbClr val="ACFFD9"/>
              </a:solidFill>
            </a:endParaRPr>
          </a:p>
        </p:txBody>
      </p:sp>
      <p:sp>
        <p:nvSpPr>
          <p:cNvPr id="1160" name="Google Shape;1160;p43"/>
          <p:cNvSpPr txBox="1"/>
          <p:nvPr/>
        </p:nvSpPr>
        <p:spPr>
          <a:xfrm>
            <a:off x="6090800" y="4589400"/>
            <a:ext cx="3017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rgbClr val="ACFFD9"/>
                </a:solidFill>
                <a:latin typeface="Viga"/>
                <a:ea typeface="Viga"/>
                <a:cs typeface="Viga"/>
                <a:sym typeface="Viga"/>
              </a:rPr>
              <a:t>Cai Yuxin</a:t>
            </a:r>
            <a:endParaRPr sz="2400">
              <a:solidFill>
                <a:srgbClr val="ACFFD9"/>
              </a:solidFill>
              <a:latin typeface="Viga"/>
              <a:ea typeface="Viga"/>
              <a:cs typeface="Viga"/>
              <a:sym typeface="Vig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sp>
        <p:nvSpPr>
          <p:cNvPr id="1165" name="Google Shape;1165;p44"/>
          <p:cNvSpPr txBox="1"/>
          <p:nvPr/>
        </p:nvSpPr>
        <p:spPr>
          <a:xfrm>
            <a:off x="1603050" y="87900"/>
            <a:ext cx="5448000" cy="738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3600">
                <a:latin typeface="Viga"/>
                <a:ea typeface="Viga"/>
                <a:cs typeface="Viga"/>
                <a:sym typeface="Viga"/>
              </a:rPr>
              <a:t>Step 3: Feature Binning</a:t>
            </a:r>
            <a:endParaRPr sz="3600">
              <a:latin typeface="Viga"/>
              <a:ea typeface="Viga"/>
              <a:cs typeface="Viga"/>
              <a:sym typeface="Viga"/>
            </a:endParaRPr>
          </a:p>
        </p:txBody>
      </p:sp>
      <p:grpSp>
        <p:nvGrpSpPr>
          <p:cNvPr id="1166" name="Google Shape;1166;p44"/>
          <p:cNvGrpSpPr/>
          <p:nvPr/>
        </p:nvGrpSpPr>
        <p:grpSpPr>
          <a:xfrm>
            <a:off x="208289" y="1511693"/>
            <a:ext cx="3822741" cy="3395514"/>
            <a:chOff x="999004" y="1048525"/>
            <a:chExt cx="3013116" cy="2212061"/>
          </a:xfrm>
        </p:grpSpPr>
        <p:sp>
          <p:nvSpPr>
            <p:cNvPr id="1167" name="Google Shape;1167;p44"/>
            <p:cNvSpPr/>
            <p:nvPr/>
          </p:nvSpPr>
          <p:spPr>
            <a:xfrm>
              <a:off x="3778000" y="1055743"/>
              <a:ext cx="227152" cy="225698"/>
            </a:xfrm>
            <a:custGeom>
              <a:rect b="b" l="l" r="r" t="t"/>
              <a:pathLst>
                <a:path extrusionOk="0" h="2336" w="2428">
                  <a:moveTo>
                    <a:pt x="1260" y="1"/>
                  </a:moveTo>
                  <a:cubicBezTo>
                    <a:pt x="788" y="1"/>
                    <a:pt x="361" y="285"/>
                    <a:pt x="181" y="723"/>
                  </a:cubicBezTo>
                  <a:cubicBezTo>
                    <a:pt x="0" y="1158"/>
                    <a:pt x="100" y="1661"/>
                    <a:pt x="434" y="1994"/>
                  </a:cubicBezTo>
                  <a:cubicBezTo>
                    <a:pt x="657" y="2217"/>
                    <a:pt x="956" y="2336"/>
                    <a:pt x="1259" y="2336"/>
                  </a:cubicBezTo>
                  <a:cubicBezTo>
                    <a:pt x="1410" y="2336"/>
                    <a:pt x="1562" y="2307"/>
                    <a:pt x="1707" y="2247"/>
                  </a:cubicBezTo>
                  <a:cubicBezTo>
                    <a:pt x="2143" y="2067"/>
                    <a:pt x="2427" y="1640"/>
                    <a:pt x="2427" y="1168"/>
                  </a:cubicBezTo>
                  <a:cubicBezTo>
                    <a:pt x="2427" y="524"/>
                    <a:pt x="1904" y="1"/>
                    <a:pt x="126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8" name="Google Shape;1168;p44"/>
            <p:cNvGrpSpPr/>
            <p:nvPr/>
          </p:nvGrpSpPr>
          <p:grpSpPr>
            <a:xfrm>
              <a:off x="999004" y="1048525"/>
              <a:ext cx="3013116" cy="2212061"/>
              <a:chOff x="-5882175" y="336425"/>
              <a:chExt cx="3089425" cy="2268083"/>
            </a:xfrm>
          </p:grpSpPr>
          <p:sp>
            <p:nvSpPr>
              <p:cNvPr id="1169" name="Google Shape;1169;p44"/>
              <p:cNvSpPr/>
              <p:nvPr/>
            </p:nvSpPr>
            <p:spPr>
              <a:xfrm>
                <a:off x="-5862000" y="350858"/>
                <a:ext cx="3069250" cy="2253650"/>
              </a:xfrm>
              <a:custGeom>
                <a:rect b="b" l="l" r="r" t="t"/>
                <a:pathLst>
                  <a:path extrusionOk="0" h="90146" w="122770">
                    <a:moveTo>
                      <a:pt x="4815" y="0"/>
                    </a:moveTo>
                    <a:cubicBezTo>
                      <a:pt x="2156" y="0"/>
                      <a:pt x="0" y="2155"/>
                      <a:pt x="0" y="4815"/>
                    </a:cubicBezTo>
                    <a:lnTo>
                      <a:pt x="0" y="86110"/>
                    </a:lnTo>
                    <a:cubicBezTo>
                      <a:pt x="0" y="88339"/>
                      <a:pt x="1808" y="90146"/>
                      <a:pt x="4037" y="90146"/>
                    </a:cubicBezTo>
                    <a:lnTo>
                      <a:pt x="118369" y="90146"/>
                    </a:lnTo>
                    <a:cubicBezTo>
                      <a:pt x="120800" y="90146"/>
                      <a:pt x="122770" y="88177"/>
                      <a:pt x="122770" y="85746"/>
                    </a:cubicBezTo>
                    <a:lnTo>
                      <a:pt x="122770" y="5831"/>
                    </a:lnTo>
                    <a:cubicBezTo>
                      <a:pt x="122770" y="4284"/>
                      <a:pt x="122155" y="2801"/>
                      <a:pt x="121061" y="1707"/>
                    </a:cubicBezTo>
                    <a:cubicBezTo>
                      <a:pt x="119968" y="614"/>
                      <a:pt x="118486" y="0"/>
                      <a:pt x="116939"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44"/>
              <p:cNvSpPr/>
              <p:nvPr/>
            </p:nvSpPr>
            <p:spPr>
              <a:xfrm>
                <a:off x="-5882175" y="336425"/>
                <a:ext cx="3082275" cy="2266675"/>
              </a:xfrm>
              <a:custGeom>
                <a:rect b="b" l="l" r="r" t="t"/>
                <a:pathLst>
                  <a:path extrusionOk="0" h="90667" w="123291">
                    <a:moveTo>
                      <a:pt x="118612" y="521"/>
                    </a:moveTo>
                    <a:cubicBezTo>
                      <a:pt x="120905" y="521"/>
                      <a:pt x="122770" y="2386"/>
                      <a:pt x="122770" y="4678"/>
                    </a:cubicBezTo>
                    <a:lnTo>
                      <a:pt x="122770" y="85990"/>
                    </a:lnTo>
                    <a:cubicBezTo>
                      <a:pt x="122770" y="88283"/>
                      <a:pt x="120905" y="90147"/>
                      <a:pt x="118612" y="90147"/>
                    </a:cubicBezTo>
                    <a:lnTo>
                      <a:pt x="4678" y="90147"/>
                    </a:lnTo>
                    <a:cubicBezTo>
                      <a:pt x="2385" y="90147"/>
                      <a:pt x="521" y="88283"/>
                      <a:pt x="521" y="85990"/>
                    </a:cubicBezTo>
                    <a:lnTo>
                      <a:pt x="521" y="4678"/>
                    </a:lnTo>
                    <a:cubicBezTo>
                      <a:pt x="521" y="2386"/>
                      <a:pt x="2385" y="521"/>
                      <a:pt x="4678" y="521"/>
                    </a:cubicBezTo>
                    <a:close/>
                    <a:moveTo>
                      <a:pt x="4678" y="1"/>
                    </a:moveTo>
                    <a:cubicBezTo>
                      <a:pt x="2098" y="1"/>
                      <a:pt x="0" y="2099"/>
                      <a:pt x="0" y="4678"/>
                    </a:cubicBezTo>
                    <a:lnTo>
                      <a:pt x="0" y="85990"/>
                    </a:lnTo>
                    <a:cubicBezTo>
                      <a:pt x="0" y="88570"/>
                      <a:pt x="2098" y="90667"/>
                      <a:pt x="4678" y="90667"/>
                    </a:cubicBezTo>
                    <a:lnTo>
                      <a:pt x="118612" y="90667"/>
                    </a:lnTo>
                    <a:cubicBezTo>
                      <a:pt x="121192" y="90667"/>
                      <a:pt x="123290" y="88570"/>
                      <a:pt x="123290" y="85990"/>
                    </a:cubicBezTo>
                    <a:lnTo>
                      <a:pt x="123290" y="4678"/>
                    </a:lnTo>
                    <a:cubicBezTo>
                      <a:pt x="123290" y="2099"/>
                      <a:pt x="121192" y="1"/>
                      <a:pt x="118612"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44"/>
              <p:cNvSpPr/>
              <p:nvPr/>
            </p:nvSpPr>
            <p:spPr>
              <a:xfrm>
                <a:off x="-5882175" y="2239775"/>
                <a:ext cx="3082275" cy="363325"/>
              </a:xfrm>
              <a:custGeom>
                <a:rect b="b" l="l" r="r" t="t"/>
                <a:pathLst>
                  <a:path extrusionOk="0" h="14533" w="123291">
                    <a:moveTo>
                      <a:pt x="122770" y="522"/>
                    </a:moveTo>
                    <a:lnTo>
                      <a:pt x="122770" y="9856"/>
                    </a:lnTo>
                    <a:cubicBezTo>
                      <a:pt x="122770" y="12151"/>
                      <a:pt x="120908" y="14012"/>
                      <a:pt x="118614" y="14012"/>
                    </a:cubicBezTo>
                    <a:lnTo>
                      <a:pt x="4678" y="14012"/>
                    </a:lnTo>
                    <a:cubicBezTo>
                      <a:pt x="2385" y="14012"/>
                      <a:pt x="522" y="12147"/>
                      <a:pt x="522" y="9856"/>
                    </a:cubicBezTo>
                    <a:lnTo>
                      <a:pt x="522" y="522"/>
                    </a:lnTo>
                    <a:close/>
                    <a:moveTo>
                      <a:pt x="260" y="1"/>
                    </a:moveTo>
                    <a:cubicBezTo>
                      <a:pt x="117" y="1"/>
                      <a:pt x="0" y="117"/>
                      <a:pt x="0" y="261"/>
                    </a:cubicBezTo>
                    <a:lnTo>
                      <a:pt x="0" y="9856"/>
                    </a:lnTo>
                    <a:cubicBezTo>
                      <a:pt x="0" y="12439"/>
                      <a:pt x="2094" y="14533"/>
                      <a:pt x="4678" y="14533"/>
                    </a:cubicBezTo>
                    <a:lnTo>
                      <a:pt x="118612" y="14533"/>
                    </a:lnTo>
                    <a:cubicBezTo>
                      <a:pt x="121195" y="14533"/>
                      <a:pt x="123290" y="12439"/>
                      <a:pt x="123290" y="9856"/>
                    </a:cubicBezTo>
                    <a:lnTo>
                      <a:pt x="123290" y="261"/>
                    </a:lnTo>
                    <a:cubicBezTo>
                      <a:pt x="123290" y="117"/>
                      <a:pt x="123173" y="1"/>
                      <a:pt x="12303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44"/>
              <p:cNvSpPr/>
              <p:nvPr/>
            </p:nvSpPr>
            <p:spPr>
              <a:xfrm>
                <a:off x="-5701024" y="521818"/>
                <a:ext cx="2760500" cy="1592250"/>
              </a:xfrm>
              <a:custGeom>
                <a:rect b="b" l="l" r="r" t="t"/>
                <a:pathLst>
                  <a:path extrusionOk="0" h="63690" w="110420">
                    <a:moveTo>
                      <a:pt x="1" y="1"/>
                    </a:moveTo>
                    <a:lnTo>
                      <a:pt x="1" y="63689"/>
                    </a:lnTo>
                    <a:lnTo>
                      <a:pt x="110419" y="63689"/>
                    </a:lnTo>
                    <a:lnTo>
                      <a:pt x="1104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44"/>
              <p:cNvSpPr/>
              <p:nvPr/>
            </p:nvSpPr>
            <p:spPr>
              <a:xfrm>
                <a:off x="-4397650" y="2421425"/>
                <a:ext cx="113200" cy="110875"/>
              </a:xfrm>
              <a:custGeom>
                <a:rect b="b" l="l" r="r" t="t"/>
                <a:pathLst>
                  <a:path extrusionOk="0" h="4435" w="4528">
                    <a:moveTo>
                      <a:pt x="2263" y="0"/>
                    </a:moveTo>
                    <a:cubicBezTo>
                      <a:pt x="1014" y="0"/>
                      <a:pt x="0" y="993"/>
                      <a:pt x="0" y="2217"/>
                    </a:cubicBezTo>
                    <a:cubicBezTo>
                      <a:pt x="0" y="3442"/>
                      <a:pt x="1014" y="4435"/>
                      <a:pt x="2263" y="4435"/>
                    </a:cubicBezTo>
                    <a:cubicBezTo>
                      <a:pt x="3514" y="4435"/>
                      <a:pt x="4528" y="3442"/>
                      <a:pt x="4528" y="2217"/>
                    </a:cubicBezTo>
                    <a:cubicBezTo>
                      <a:pt x="4528" y="993"/>
                      <a:pt x="3514" y="0"/>
                      <a:pt x="2263"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44"/>
              <p:cNvSpPr/>
              <p:nvPr/>
            </p:nvSpPr>
            <p:spPr>
              <a:xfrm>
                <a:off x="-4404175" y="2414950"/>
                <a:ext cx="126250" cy="123850"/>
              </a:xfrm>
              <a:custGeom>
                <a:rect b="b" l="l" r="r" t="t"/>
                <a:pathLst>
                  <a:path extrusionOk="0" h="4954" w="5050">
                    <a:moveTo>
                      <a:pt x="2524" y="520"/>
                    </a:moveTo>
                    <a:cubicBezTo>
                      <a:pt x="3630" y="520"/>
                      <a:pt x="4529" y="1398"/>
                      <a:pt x="4529" y="2476"/>
                    </a:cubicBezTo>
                    <a:cubicBezTo>
                      <a:pt x="4529" y="3555"/>
                      <a:pt x="3630" y="4433"/>
                      <a:pt x="2524" y="4433"/>
                    </a:cubicBezTo>
                    <a:cubicBezTo>
                      <a:pt x="1420" y="4433"/>
                      <a:pt x="520" y="3554"/>
                      <a:pt x="520" y="2476"/>
                    </a:cubicBezTo>
                    <a:cubicBezTo>
                      <a:pt x="520" y="1398"/>
                      <a:pt x="1420" y="520"/>
                      <a:pt x="2524" y="520"/>
                    </a:cubicBezTo>
                    <a:close/>
                    <a:moveTo>
                      <a:pt x="2524" y="0"/>
                    </a:moveTo>
                    <a:cubicBezTo>
                      <a:pt x="1133" y="0"/>
                      <a:pt x="1" y="1111"/>
                      <a:pt x="1" y="2476"/>
                    </a:cubicBezTo>
                    <a:cubicBezTo>
                      <a:pt x="1" y="3842"/>
                      <a:pt x="1132" y="4954"/>
                      <a:pt x="2524" y="4954"/>
                    </a:cubicBezTo>
                    <a:cubicBezTo>
                      <a:pt x="3917" y="4954"/>
                      <a:pt x="5049" y="3842"/>
                      <a:pt x="5049" y="2476"/>
                    </a:cubicBezTo>
                    <a:cubicBezTo>
                      <a:pt x="5049" y="1111"/>
                      <a:pt x="3917" y="0"/>
                      <a:pt x="2524"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175" name="Google Shape;1175;p44"/>
          <p:cNvPicPr preferRelativeResize="0"/>
          <p:nvPr/>
        </p:nvPicPr>
        <p:blipFill rotWithShape="1">
          <a:blip r:embed="rId3">
            <a:alphaModFix/>
          </a:blip>
          <a:srcRect b="0" l="13867" r="0" t="0"/>
          <a:stretch/>
        </p:blipFill>
        <p:spPr>
          <a:xfrm>
            <a:off x="377650" y="1680050"/>
            <a:ext cx="3499024" cy="3101500"/>
          </a:xfrm>
          <a:prstGeom prst="rect">
            <a:avLst/>
          </a:prstGeom>
          <a:noFill/>
          <a:ln>
            <a:noFill/>
          </a:ln>
        </p:spPr>
      </p:pic>
      <p:grpSp>
        <p:nvGrpSpPr>
          <p:cNvPr id="1176" name="Google Shape;1176;p44"/>
          <p:cNvGrpSpPr/>
          <p:nvPr/>
        </p:nvGrpSpPr>
        <p:grpSpPr>
          <a:xfrm>
            <a:off x="5086900" y="2208375"/>
            <a:ext cx="3248715" cy="2698814"/>
            <a:chOff x="-5650053" y="447808"/>
            <a:chExt cx="2625436" cy="1802695"/>
          </a:xfrm>
        </p:grpSpPr>
        <p:sp>
          <p:nvSpPr>
            <p:cNvPr id="1177" name="Google Shape;1177;p44"/>
            <p:cNvSpPr/>
            <p:nvPr/>
          </p:nvSpPr>
          <p:spPr>
            <a:xfrm>
              <a:off x="-5650053" y="447808"/>
              <a:ext cx="2625436" cy="1802695"/>
            </a:xfrm>
            <a:custGeom>
              <a:rect b="b" l="l" r="r" t="t"/>
              <a:pathLst>
                <a:path extrusionOk="0" h="90146" w="122770">
                  <a:moveTo>
                    <a:pt x="4815" y="0"/>
                  </a:moveTo>
                  <a:cubicBezTo>
                    <a:pt x="2156" y="0"/>
                    <a:pt x="0" y="2155"/>
                    <a:pt x="0" y="4815"/>
                  </a:cubicBezTo>
                  <a:lnTo>
                    <a:pt x="0" y="86110"/>
                  </a:lnTo>
                  <a:cubicBezTo>
                    <a:pt x="0" y="88339"/>
                    <a:pt x="1808" y="90146"/>
                    <a:pt x="4037" y="90146"/>
                  </a:cubicBezTo>
                  <a:lnTo>
                    <a:pt x="118369" y="90146"/>
                  </a:lnTo>
                  <a:cubicBezTo>
                    <a:pt x="120800" y="90146"/>
                    <a:pt x="122770" y="88177"/>
                    <a:pt x="122770" y="85746"/>
                  </a:cubicBezTo>
                  <a:lnTo>
                    <a:pt x="122770" y="5831"/>
                  </a:lnTo>
                  <a:cubicBezTo>
                    <a:pt x="122770" y="4284"/>
                    <a:pt x="122155" y="2801"/>
                    <a:pt x="121061" y="1707"/>
                  </a:cubicBezTo>
                  <a:cubicBezTo>
                    <a:pt x="119968" y="614"/>
                    <a:pt x="118486" y="0"/>
                    <a:pt x="116939"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44"/>
            <p:cNvSpPr/>
            <p:nvPr/>
          </p:nvSpPr>
          <p:spPr>
            <a:xfrm>
              <a:off x="-5565359" y="521818"/>
              <a:ext cx="2455741" cy="1636037"/>
            </a:xfrm>
            <a:custGeom>
              <a:rect b="b" l="l" r="r" t="t"/>
              <a:pathLst>
                <a:path extrusionOk="0" h="63690" w="110420">
                  <a:moveTo>
                    <a:pt x="1" y="1"/>
                  </a:moveTo>
                  <a:lnTo>
                    <a:pt x="1" y="63689"/>
                  </a:lnTo>
                  <a:lnTo>
                    <a:pt x="110419" y="63689"/>
                  </a:lnTo>
                  <a:lnTo>
                    <a:pt x="1104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1179" name="Google Shape;1179;p44"/>
          <p:cNvGraphicFramePr/>
          <p:nvPr/>
        </p:nvGraphicFramePr>
        <p:xfrm>
          <a:off x="5191888" y="2309850"/>
          <a:ext cx="3000000" cy="3000000"/>
        </p:xfrm>
        <a:graphic>
          <a:graphicData uri="http://schemas.openxmlformats.org/drawingml/2006/table">
            <a:tbl>
              <a:tblPr>
                <a:noFill/>
                <a:tableStyleId>{5F93758C-EC05-4D92-9689-7787033917A6}</a:tableStyleId>
              </a:tblPr>
              <a:tblGrid>
                <a:gridCol w="480325"/>
                <a:gridCol w="1589675"/>
                <a:gridCol w="968725"/>
              </a:tblGrid>
              <a:tr h="147625">
                <a:tc gridSpan="3">
                  <a:txBody>
                    <a:bodyPr/>
                    <a:lstStyle/>
                    <a:p>
                      <a:pPr indent="0" lvl="0" marL="0" rtl="0" algn="ctr">
                        <a:lnSpc>
                          <a:spcPct val="115000"/>
                        </a:lnSpc>
                        <a:spcBef>
                          <a:spcPts val="0"/>
                        </a:spcBef>
                        <a:spcAft>
                          <a:spcPts val="0"/>
                        </a:spcAft>
                        <a:buNone/>
                      </a:pPr>
                      <a:r>
                        <a:rPr lang="en" sz="1000">
                          <a:latin typeface="DM Sans"/>
                          <a:ea typeface="DM Sans"/>
                          <a:cs typeface="DM Sans"/>
                          <a:sym typeface="DM Sans"/>
                        </a:rPr>
                        <a:t>Limit Balance</a:t>
                      </a:r>
                      <a:endParaRPr sz="1000">
                        <a:latin typeface="DM Sans"/>
                        <a:ea typeface="DM Sans"/>
                        <a:cs typeface="DM Sans"/>
                        <a:sym typeface="DM Sans"/>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r>
              <a:tr h="344425">
                <a:tc>
                  <a:txBody>
                    <a:bodyPr/>
                    <a:lstStyle/>
                    <a:p>
                      <a:pPr indent="0" lvl="0" marL="0" rtl="0" algn="l">
                        <a:lnSpc>
                          <a:spcPct val="115000"/>
                        </a:lnSpc>
                        <a:spcBef>
                          <a:spcPts val="0"/>
                        </a:spcBef>
                        <a:spcAft>
                          <a:spcPts val="0"/>
                        </a:spcAft>
                        <a:buNone/>
                      </a:pPr>
                      <a:r>
                        <a:rPr lang="en" sz="1000">
                          <a:solidFill>
                            <a:srgbClr val="000000"/>
                          </a:solidFill>
                          <a:uFill>
                            <a:noFill/>
                          </a:uFill>
                          <a:latin typeface="DM Sans"/>
                          <a:ea typeface="DM Sans"/>
                          <a:cs typeface="DM Sans"/>
                          <a:sym typeface="DM Sans"/>
                          <a:hlinkClick r:id="rId4">
                            <a:extLst>
                              <a:ext uri="{A12FA001-AC4F-418D-AE19-62706E023703}">
                                <ahyp:hlinkClr val="tx"/>
                              </a:ext>
                            </a:extLst>
                          </a:hlinkClick>
                        </a:rPr>
                        <a:t>S.N</a:t>
                      </a:r>
                      <a:r>
                        <a:rPr lang="en" sz="1000">
                          <a:solidFill>
                            <a:srgbClr val="000000"/>
                          </a:solidFill>
                          <a:latin typeface="DM Sans"/>
                          <a:ea typeface="DM Sans"/>
                          <a:cs typeface="DM Sans"/>
                          <a:sym typeface="DM Sans"/>
                        </a:rPr>
                        <a:t>O</a:t>
                      </a:r>
                      <a:endParaRPr sz="1000">
                        <a:solidFill>
                          <a:srgbClr val="000000"/>
                        </a:solidFill>
                        <a:latin typeface="DM Sans"/>
                        <a:ea typeface="DM Sans"/>
                        <a:cs typeface="DM Sans"/>
                        <a:sym typeface="DM Sans"/>
                      </a:endParaRPr>
                    </a:p>
                  </a:txBody>
                  <a:tcPr marT="19050" marB="19050" marR="28575" marL="28575" anchor="b">
                    <a:lnL cap="flat" cmpd="sng" w="9525">
                      <a:solidFill>
                        <a:srgbClr val="000000"/>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DM Sans"/>
                          <a:ea typeface="DM Sans"/>
                          <a:cs typeface="DM Sans"/>
                          <a:sym typeface="DM Sans"/>
                        </a:rPr>
                        <a:t>Bins</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DM Sans"/>
                          <a:ea typeface="DM Sans"/>
                          <a:cs typeface="DM Sans"/>
                          <a:sym typeface="DM Sans"/>
                        </a:rPr>
                        <a:t>Value assigned</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625">
                      <a:solidFill>
                        <a:srgbClr val="CCCCCC"/>
                      </a:solidFill>
                      <a:prstDash val="solid"/>
                      <a:round/>
                      <a:headEnd len="sm" w="sm" type="none"/>
                      <a:tailEnd len="sm" w="sm" type="none"/>
                    </a:lnB>
                  </a:tcPr>
                </a:tc>
              </a:tr>
              <a:tr h="184525">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1</a:t>
                      </a:r>
                      <a:endParaRPr sz="1000">
                        <a:latin typeface="DM Sans"/>
                        <a:ea typeface="DM Sans"/>
                        <a:cs typeface="DM Sans"/>
                        <a:sym typeface="DM Sans"/>
                      </a:endParaRPr>
                    </a:p>
                  </a:txBody>
                  <a:tcPr marT="19050" marB="19050" marR="28575" marL="28575" anchor="b">
                    <a:lnL cap="flat" cmpd="sng" w="9525">
                      <a:solidFill>
                        <a:srgbClr val="000000"/>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DM Sans"/>
                          <a:ea typeface="DM Sans"/>
                          <a:cs typeface="DM Sans"/>
                          <a:sym typeface="DM Sans"/>
                        </a:rPr>
                        <a:t>[-inf ~ 50000)</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0</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46025">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2</a:t>
                      </a:r>
                      <a:endParaRPr sz="1000">
                        <a:latin typeface="DM Sans"/>
                        <a:ea typeface="DM Sans"/>
                        <a:cs typeface="DM Sans"/>
                        <a:sym typeface="DM Sans"/>
                      </a:endParaRPr>
                    </a:p>
                  </a:txBody>
                  <a:tcPr marT="19050" marB="19050" marR="28575" marL="28575" anchor="b">
                    <a:lnL cap="flat" cmpd="sng" w="9525">
                      <a:solidFill>
                        <a:srgbClr val="000000"/>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DM Sans"/>
                          <a:ea typeface="DM Sans"/>
                          <a:cs typeface="DM Sans"/>
                          <a:sym typeface="DM Sans"/>
                        </a:rPr>
                        <a:t>[50000 ~ 60000)</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1</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46025">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3</a:t>
                      </a:r>
                      <a:endParaRPr sz="1000">
                        <a:latin typeface="DM Sans"/>
                        <a:ea typeface="DM Sans"/>
                        <a:cs typeface="DM Sans"/>
                        <a:sym typeface="DM Sans"/>
                      </a:endParaRPr>
                    </a:p>
                  </a:txBody>
                  <a:tcPr marT="19050" marB="19050" marR="28575" marL="28575" anchor="b">
                    <a:lnL cap="flat" cmpd="sng" w="9525">
                      <a:solidFill>
                        <a:srgbClr val="000000"/>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DM Sans"/>
                          <a:ea typeface="DM Sans"/>
                          <a:cs typeface="DM Sans"/>
                          <a:sym typeface="DM Sans"/>
                        </a:rPr>
                        <a:t>[60000 ~ 80000)</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2</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46025">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4</a:t>
                      </a:r>
                      <a:endParaRPr sz="1000">
                        <a:latin typeface="DM Sans"/>
                        <a:ea typeface="DM Sans"/>
                        <a:cs typeface="DM Sans"/>
                        <a:sym typeface="DM Sans"/>
                      </a:endParaRPr>
                    </a:p>
                  </a:txBody>
                  <a:tcPr marT="19050" marB="19050" marR="28575" marL="28575" anchor="b">
                    <a:lnL cap="flat" cmpd="sng" w="9525">
                      <a:solidFill>
                        <a:srgbClr val="000000"/>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DM Sans"/>
                          <a:ea typeface="DM Sans"/>
                          <a:cs typeface="DM Sans"/>
                          <a:sym typeface="DM Sans"/>
                        </a:rPr>
                        <a:t>[80000 ~ 110000)</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3</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46025">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5</a:t>
                      </a:r>
                      <a:endParaRPr sz="1000">
                        <a:latin typeface="DM Sans"/>
                        <a:ea typeface="DM Sans"/>
                        <a:cs typeface="DM Sans"/>
                        <a:sym typeface="DM Sans"/>
                      </a:endParaRPr>
                    </a:p>
                  </a:txBody>
                  <a:tcPr marT="19050" marB="19050" marR="28575" marL="28575" anchor="b">
                    <a:lnL cap="flat" cmpd="sng" w="9525">
                      <a:solidFill>
                        <a:srgbClr val="000000"/>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DM Sans"/>
                          <a:ea typeface="DM Sans"/>
                          <a:cs typeface="DM Sans"/>
                          <a:sym typeface="DM Sans"/>
                        </a:rPr>
                        <a:t>[110000 ~ 150000)</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4</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46025">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6</a:t>
                      </a:r>
                      <a:endParaRPr sz="1000">
                        <a:latin typeface="DM Sans"/>
                        <a:ea typeface="DM Sans"/>
                        <a:cs typeface="DM Sans"/>
                        <a:sym typeface="DM Sans"/>
                      </a:endParaRPr>
                    </a:p>
                  </a:txBody>
                  <a:tcPr marT="19050" marB="19050" marR="28575" marL="28575" anchor="b">
                    <a:lnL cap="flat" cmpd="sng" w="9525">
                      <a:solidFill>
                        <a:srgbClr val="000000"/>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DM Sans"/>
                          <a:ea typeface="DM Sans"/>
                          <a:cs typeface="DM Sans"/>
                          <a:sym typeface="DM Sans"/>
                        </a:rPr>
                        <a:t>[150000 ~ 230000)</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5</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246025">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7</a:t>
                      </a:r>
                      <a:endParaRPr sz="1000">
                        <a:latin typeface="DM Sans"/>
                        <a:ea typeface="DM Sans"/>
                        <a:cs typeface="DM Sans"/>
                        <a:sym typeface="DM Sans"/>
                      </a:endParaRPr>
                    </a:p>
                  </a:txBody>
                  <a:tcPr marT="19050" marB="19050" marR="28575" marL="28575" anchor="b">
                    <a:lnL cap="flat" cmpd="sng" w="9525">
                      <a:solidFill>
                        <a:srgbClr val="000000"/>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DM Sans"/>
                          <a:ea typeface="DM Sans"/>
                          <a:cs typeface="DM Sans"/>
                          <a:sym typeface="DM Sans"/>
                        </a:rPr>
                        <a:t>[230000 ~ 370000)</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6</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7625">
                      <a:solidFill>
                        <a:srgbClr val="CCCCCC"/>
                      </a:solidFill>
                      <a:prstDash val="solid"/>
                      <a:round/>
                      <a:headEnd len="sm" w="sm" type="none"/>
                      <a:tailEnd len="sm" w="sm" type="none"/>
                    </a:lnB>
                  </a:tcPr>
                </a:tc>
              </a:tr>
              <a:tr h="184525">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8</a:t>
                      </a:r>
                      <a:endParaRPr sz="1000">
                        <a:latin typeface="DM Sans"/>
                        <a:ea typeface="DM Sans"/>
                        <a:cs typeface="DM Sans"/>
                        <a:sym typeface="DM Sans"/>
                      </a:endParaRPr>
                    </a:p>
                  </a:txBody>
                  <a:tcPr marT="19050" marB="19050" marR="28575" marL="28575" anchor="b">
                    <a:lnL cap="flat" cmpd="sng" w="9525">
                      <a:solidFill>
                        <a:srgbClr val="000000"/>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000">
                          <a:latin typeface="DM Sans"/>
                          <a:ea typeface="DM Sans"/>
                          <a:cs typeface="DM Sans"/>
                          <a:sym typeface="DM Sans"/>
                        </a:rPr>
                        <a:t>[370000 ~ inf)</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7625">
                      <a:solidFill>
                        <a:srgbClr val="CCCCCC"/>
                      </a:solidFill>
                      <a:prstDash val="solid"/>
                      <a:round/>
                      <a:headEnd len="sm" w="sm" type="none"/>
                      <a:tailEnd len="sm" w="sm" type="none"/>
                    </a:lnR>
                    <a:lnT cap="flat" cmpd="sng" w="76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000">
                          <a:latin typeface="DM Sans"/>
                          <a:ea typeface="DM Sans"/>
                          <a:cs typeface="DM Sans"/>
                          <a:sym typeface="DM Sans"/>
                        </a:rPr>
                        <a:t>7</a:t>
                      </a:r>
                      <a:endParaRPr sz="1000">
                        <a:latin typeface="DM Sans"/>
                        <a:ea typeface="DM Sans"/>
                        <a:cs typeface="DM Sans"/>
                        <a:sym typeface="DM Sans"/>
                      </a:endParaRPr>
                    </a:p>
                  </a:txBody>
                  <a:tcPr marT="19050" marB="19050" marR="28575" marL="28575" anchor="b">
                    <a:lnL cap="flat" cmpd="sng" w="76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76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180" name="Google Shape;1180;p44"/>
          <p:cNvSpPr txBox="1"/>
          <p:nvPr/>
        </p:nvSpPr>
        <p:spPr>
          <a:xfrm>
            <a:off x="4612600" y="915363"/>
            <a:ext cx="4197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Viga"/>
                <a:ea typeface="Viga"/>
                <a:cs typeface="Viga"/>
                <a:sym typeface="Viga"/>
              </a:rPr>
              <a:t>For feature binning, we have used Chi square method with the restriction that each bin should contain 5% of the samples. This binning is first fitted on train data and then applied to test data. </a:t>
            </a:r>
            <a:endParaRPr sz="1200">
              <a:solidFill>
                <a:schemeClr val="dk1"/>
              </a:solidFill>
              <a:latin typeface="Viga"/>
              <a:ea typeface="Viga"/>
              <a:cs typeface="Viga"/>
              <a:sym typeface="Viga"/>
            </a:endParaRPr>
          </a:p>
          <a:p>
            <a:pPr indent="0" lvl="0" marL="0" rtl="0" algn="l">
              <a:spcBef>
                <a:spcPts val="0"/>
              </a:spcBef>
              <a:spcAft>
                <a:spcPts val="0"/>
              </a:spcAft>
              <a:buNone/>
            </a:pPr>
            <a:r>
              <a:t/>
            </a:r>
            <a:endParaRPr sz="1200">
              <a:solidFill>
                <a:schemeClr val="dk1"/>
              </a:solidFill>
              <a:latin typeface="Viga"/>
              <a:ea typeface="Viga"/>
              <a:cs typeface="Viga"/>
              <a:sym typeface="Viga"/>
            </a:endParaRPr>
          </a:p>
          <a:p>
            <a:pPr indent="0" lvl="0" marL="0" rtl="0" algn="l">
              <a:spcBef>
                <a:spcPts val="0"/>
              </a:spcBef>
              <a:spcAft>
                <a:spcPts val="0"/>
              </a:spcAft>
              <a:buNone/>
            </a:pPr>
            <a:r>
              <a:rPr lang="en" sz="1200">
                <a:solidFill>
                  <a:schemeClr val="dk1"/>
                </a:solidFill>
                <a:latin typeface="Viga"/>
                <a:ea typeface="Viga"/>
                <a:cs typeface="Viga"/>
                <a:sym typeface="Viga"/>
              </a:rPr>
              <a:t>One example of how these features are binned:</a:t>
            </a:r>
            <a:endParaRPr sz="1200">
              <a:solidFill>
                <a:schemeClr val="dk1"/>
              </a:solidFill>
              <a:latin typeface="Viga"/>
              <a:ea typeface="Viga"/>
              <a:cs typeface="Viga"/>
              <a:sym typeface="Vig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45"/>
          <p:cNvSpPr txBox="1"/>
          <p:nvPr/>
        </p:nvSpPr>
        <p:spPr>
          <a:xfrm>
            <a:off x="201825" y="290800"/>
            <a:ext cx="8841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Viga"/>
                <a:ea typeface="Viga"/>
                <a:cs typeface="Viga"/>
                <a:sym typeface="Viga"/>
              </a:rPr>
              <a:t>An example of Binning: PAY_AMT1 has been given 3 bins. The bin is [6,4902] </a:t>
            </a:r>
            <a:endParaRPr sz="1800">
              <a:latin typeface="Viga"/>
              <a:ea typeface="Viga"/>
              <a:cs typeface="Viga"/>
              <a:sym typeface="Viga"/>
            </a:endParaRPr>
          </a:p>
          <a:p>
            <a:pPr indent="0" lvl="0" marL="0" rtl="0" algn="l">
              <a:spcBef>
                <a:spcPts val="0"/>
              </a:spcBef>
              <a:spcAft>
                <a:spcPts val="0"/>
              </a:spcAft>
              <a:buNone/>
            </a:pPr>
            <a:r>
              <a:t/>
            </a:r>
            <a:endParaRPr>
              <a:latin typeface="DM Sans"/>
              <a:ea typeface="DM Sans"/>
              <a:cs typeface="DM Sans"/>
              <a:sym typeface="DM Sans"/>
            </a:endParaRPr>
          </a:p>
        </p:txBody>
      </p:sp>
      <p:pic>
        <p:nvPicPr>
          <p:cNvPr id="1186" name="Google Shape;1186;p45"/>
          <p:cNvPicPr preferRelativeResize="0"/>
          <p:nvPr/>
        </p:nvPicPr>
        <p:blipFill rotWithShape="1">
          <a:blip r:embed="rId3">
            <a:alphaModFix/>
          </a:blip>
          <a:srcRect b="1065" l="7242" r="11476" t="7107"/>
          <a:stretch/>
        </p:blipFill>
        <p:spPr>
          <a:xfrm>
            <a:off x="312500" y="906400"/>
            <a:ext cx="5215125" cy="3769725"/>
          </a:xfrm>
          <a:prstGeom prst="rect">
            <a:avLst/>
          </a:prstGeom>
          <a:noFill/>
          <a:ln>
            <a:noFill/>
          </a:ln>
        </p:spPr>
      </p:pic>
      <p:graphicFrame>
        <p:nvGraphicFramePr>
          <p:cNvPr id="1187" name="Google Shape;1187;p45"/>
          <p:cNvGraphicFramePr/>
          <p:nvPr/>
        </p:nvGraphicFramePr>
        <p:xfrm>
          <a:off x="6014025" y="951425"/>
          <a:ext cx="3000000" cy="3000000"/>
        </p:xfrm>
        <a:graphic>
          <a:graphicData uri="http://schemas.openxmlformats.org/drawingml/2006/table">
            <a:tbl>
              <a:tblPr>
                <a:noFill/>
                <a:tableStyleId>{1A5F60F9-A3AE-4672-ADCA-A1465F5B3072}</a:tableStyleId>
              </a:tblPr>
              <a:tblGrid>
                <a:gridCol w="691975"/>
                <a:gridCol w="1147325"/>
                <a:gridCol w="919650"/>
              </a:tblGrid>
              <a:tr h="608450">
                <a:tc>
                  <a:txBody>
                    <a:bodyPr/>
                    <a:lstStyle/>
                    <a:p>
                      <a:pPr indent="0" lvl="0" marL="0" rtl="0" algn="l">
                        <a:spcBef>
                          <a:spcPts val="0"/>
                        </a:spcBef>
                        <a:spcAft>
                          <a:spcPts val="0"/>
                        </a:spcAft>
                        <a:buNone/>
                      </a:pPr>
                      <a:r>
                        <a:rPr lang="en"/>
                        <a:t>Bin No.</a:t>
                      </a:r>
                      <a:endParaRPr/>
                    </a:p>
                  </a:txBody>
                  <a:tcPr marT="91425" marB="91425" marR="91425" marL="91425"/>
                </a:tc>
                <a:tc>
                  <a:txBody>
                    <a:bodyPr/>
                    <a:lstStyle/>
                    <a:p>
                      <a:pPr indent="0" lvl="0" marL="0" rtl="0" algn="l">
                        <a:spcBef>
                          <a:spcPts val="0"/>
                        </a:spcBef>
                        <a:spcAft>
                          <a:spcPts val="0"/>
                        </a:spcAft>
                        <a:buNone/>
                      </a:pPr>
                      <a:r>
                        <a:rPr lang="en"/>
                        <a:t>Bin</a:t>
                      </a:r>
                      <a:endParaRPr/>
                    </a:p>
                  </a:txBody>
                  <a:tcPr marT="91425" marB="91425" marR="91425" marL="91425"/>
                </a:tc>
                <a:tc>
                  <a:txBody>
                    <a:bodyPr/>
                    <a:lstStyle/>
                    <a:p>
                      <a:pPr indent="0" lvl="0" marL="0" rtl="0" algn="l">
                        <a:spcBef>
                          <a:spcPts val="0"/>
                        </a:spcBef>
                        <a:spcAft>
                          <a:spcPts val="0"/>
                        </a:spcAft>
                        <a:buNone/>
                      </a:pPr>
                      <a:r>
                        <a:rPr lang="en"/>
                        <a:t>Value assigned</a:t>
                      </a:r>
                      <a:endParaRPr/>
                    </a:p>
                  </a:txBody>
                  <a:tcPr marT="91425" marB="91425" marR="91425" marL="91425"/>
                </a:tc>
              </a:tr>
              <a:tr h="395475">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[-inf,6)</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95475">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[6,4902)</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95475">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[4902,inf)</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r>
            </a:tbl>
          </a:graphicData>
        </a:graphic>
      </p:graphicFrame>
      <p:sp>
        <p:nvSpPr>
          <p:cNvPr id="1188" name="Google Shape;1188;p45"/>
          <p:cNvSpPr txBox="1"/>
          <p:nvPr/>
        </p:nvSpPr>
        <p:spPr>
          <a:xfrm>
            <a:off x="6014025" y="2980575"/>
            <a:ext cx="28386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dk1"/>
                </a:solidFill>
                <a:latin typeface="DM Sans"/>
                <a:ea typeface="DM Sans"/>
                <a:cs typeface="DM Sans"/>
                <a:sym typeface="DM Sans"/>
              </a:rPr>
              <a:t>0.18 represents the proportion of customers in bin 1 who have a higher probability of defaulting on payment next month.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a:solidFill>
                  <a:schemeClr val="dk1"/>
                </a:solidFill>
                <a:latin typeface="DM Sans"/>
                <a:ea typeface="DM Sans"/>
                <a:cs typeface="DM Sans"/>
                <a:sym typeface="DM Sans"/>
              </a:rPr>
              <a:t>0.36 represents the number people in bin 0 who are likely to default (have a </a:t>
            </a:r>
            <a:r>
              <a:rPr lang="en">
                <a:solidFill>
                  <a:schemeClr val="dk1"/>
                </a:solidFill>
                <a:latin typeface="DM Sans"/>
                <a:ea typeface="DM Sans"/>
                <a:cs typeface="DM Sans"/>
                <a:sym typeface="DM Sans"/>
              </a:rPr>
              <a:t>label</a:t>
            </a:r>
            <a:r>
              <a:rPr lang="en">
                <a:solidFill>
                  <a:schemeClr val="dk1"/>
                </a:solidFill>
                <a:latin typeface="DM Sans"/>
                <a:ea typeface="DM Sans"/>
                <a:cs typeface="DM Sans"/>
                <a:sym typeface="DM Sans"/>
              </a:rPr>
              <a:t> 1). </a:t>
            </a:r>
            <a:endParaRPr>
              <a:solidFill>
                <a:schemeClr val="dk1"/>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2" name="Shape 1192"/>
        <p:cNvGrpSpPr/>
        <p:nvPr/>
      </p:nvGrpSpPr>
      <p:grpSpPr>
        <a:xfrm>
          <a:off x="0" y="0"/>
          <a:ext cx="0" cy="0"/>
          <a:chOff x="0" y="0"/>
          <a:chExt cx="0" cy="0"/>
        </a:xfrm>
      </p:grpSpPr>
      <p:sp>
        <p:nvSpPr>
          <p:cNvPr id="1193" name="Google Shape;1193;p46"/>
          <p:cNvSpPr txBox="1"/>
          <p:nvPr>
            <p:ph type="title"/>
          </p:nvPr>
        </p:nvSpPr>
        <p:spPr>
          <a:xfrm>
            <a:off x="4026450" y="1735800"/>
            <a:ext cx="4603200" cy="1671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4200">
                <a:solidFill>
                  <a:srgbClr val="ACFFD9"/>
                </a:solidFill>
              </a:rPr>
              <a:t>Step 4: WOE Transformation</a:t>
            </a:r>
            <a:endParaRPr sz="4200">
              <a:solidFill>
                <a:srgbClr val="ACFFD9"/>
              </a:solidFill>
            </a:endParaRPr>
          </a:p>
        </p:txBody>
      </p:sp>
      <p:sp>
        <p:nvSpPr>
          <p:cNvPr id="1194" name="Google Shape;1194;p46"/>
          <p:cNvSpPr txBox="1"/>
          <p:nvPr/>
        </p:nvSpPr>
        <p:spPr>
          <a:xfrm>
            <a:off x="6090800" y="4589400"/>
            <a:ext cx="3017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rgbClr val="ACFFD9"/>
                </a:solidFill>
                <a:latin typeface="Viga"/>
                <a:ea typeface="Viga"/>
                <a:cs typeface="Viga"/>
                <a:sym typeface="Viga"/>
              </a:rPr>
              <a:t>Cai Yuxin</a:t>
            </a:r>
            <a:endParaRPr sz="2400">
              <a:solidFill>
                <a:srgbClr val="ACFFD9"/>
              </a:solidFill>
              <a:latin typeface="Viga"/>
              <a:ea typeface="Viga"/>
              <a:cs typeface="Viga"/>
              <a:sym typeface="Vig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47"/>
          <p:cNvSpPr txBox="1"/>
          <p:nvPr/>
        </p:nvSpPr>
        <p:spPr>
          <a:xfrm>
            <a:off x="218500" y="1003850"/>
            <a:ext cx="2391900" cy="88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000000"/>
                </a:solidFill>
                <a:latin typeface="Viga"/>
                <a:ea typeface="Viga"/>
                <a:cs typeface="Viga"/>
                <a:sym typeface="Viga"/>
              </a:rPr>
              <a:t>Weight </a:t>
            </a:r>
            <a:r>
              <a:rPr lang="en" sz="3600">
                <a:solidFill>
                  <a:srgbClr val="000000"/>
                </a:solidFill>
                <a:latin typeface="Viga"/>
                <a:ea typeface="Viga"/>
                <a:cs typeface="Viga"/>
                <a:sym typeface="Viga"/>
              </a:rPr>
              <a:t>of Evidence</a:t>
            </a:r>
            <a:endParaRPr sz="3600">
              <a:solidFill>
                <a:srgbClr val="000000"/>
              </a:solidFill>
              <a:latin typeface="Viga"/>
              <a:ea typeface="Viga"/>
              <a:cs typeface="Viga"/>
              <a:sym typeface="Viga"/>
            </a:endParaRPr>
          </a:p>
        </p:txBody>
      </p:sp>
      <p:sp>
        <p:nvSpPr>
          <p:cNvPr id="1200" name="Google Shape;1200;p47"/>
          <p:cNvSpPr txBox="1"/>
          <p:nvPr/>
        </p:nvSpPr>
        <p:spPr>
          <a:xfrm>
            <a:off x="2941375" y="114650"/>
            <a:ext cx="61188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DM Sans"/>
                <a:ea typeface="DM Sans"/>
                <a:cs typeface="DM Sans"/>
                <a:sym typeface="DM Sans"/>
              </a:rPr>
              <a:t>The weight of evidence tells the predictive power of an independent variable in relation to the dependent variable. Since it evolved from credit scoring world, it is generally described as a measure of the separation of good and bad customers. </a:t>
            </a:r>
            <a:endParaRPr sz="1200">
              <a:latin typeface="DM Sans"/>
              <a:ea typeface="DM Sans"/>
              <a:cs typeface="DM Sans"/>
              <a:sym typeface="DM Sans"/>
            </a:endParaRPr>
          </a:p>
          <a:p>
            <a:pPr indent="0" lvl="0" marL="0" rtl="0" algn="l">
              <a:spcBef>
                <a:spcPts val="0"/>
              </a:spcBef>
              <a:spcAft>
                <a:spcPts val="0"/>
              </a:spcAft>
              <a:buNone/>
            </a:pPr>
            <a:r>
              <a:rPr b="1" lang="en" sz="1200">
                <a:latin typeface="DM Sans"/>
                <a:ea typeface="DM Sans"/>
                <a:cs typeface="DM Sans"/>
                <a:sym typeface="DM Sans"/>
              </a:rPr>
              <a:t>"Bad Customers"</a:t>
            </a:r>
            <a:r>
              <a:rPr lang="en" sz="1200">
                <a:latin typeface="DM Sans"/>
                <a:ea typeface="DM Sans"/>
                <a:cs typeface="DM Sans"/>
                <a:sym typeface="DM Sans"/>
              </a:rPr>
              <a:t>refers to the customers who defaulted on a loan,</a:t>
            </a:r>
            <a:endParaRPr sz="1200">
              <a:latin typeface="DM Sans"/>
              <a:ea typeface="DM Sans"/>
              <a:cs typeface="DM Sans"/>
              <a:sym typeface="DM Sans"/>
            </a:endParaRPr>
          </a:p>
          <a:p>
            <a:pPr indent="0" lvl="0" marL="0" rtl="0" algn="l">
              <a:spcBef>
                <a:spcPts val="0"/>
              </a:spcBef>
              <a:spcAft>
                <a:spcPts val="0"/>
              </a:spcAft>
              <a:buNone/>
            </a:pPr>
            <a:r>
              <a:rPr b="1" lang="en" sz="1200">
                <a:latin typeface="DM Sans"/>
                <a:ea typeface="DM Sans"/>
                <a:cs typeface="DM Sans"/>
                <a:sym typeface="DM Sans"/>
              </a:rPr>
              <a:t>"Good Customers"</a:t>
            </a:r>
            <a:r>
              <a:rPr lang="en" sz="1200">
                <a:latin typeface="DM Sans"/>
                <a:ea typeface="DM Sans"/>
                <a:cs typeface="DM Sans"/>
                <a:sym typeface="DM Sans"/>
              </a:rPr>
              <a:t> refers to the customers who paid back loan. WOE is </a:t>
            </a:r>
            <a:r>
              <a:rPr lang="en" sz="1200">
                <a:latin typeface="DM Sans"/>
                <a:ea typeface="DM Sans"/>
                <a:cs typeface="DM Sans"/>
                <a:sym typeface="DM Sans"/>
              </a:rPr>
              <a:t>calculated</a:t>
            </a:r>
            <a:r>
              <a:rPr lang="en" sz="1200">
                <a:latin typeface="DM Sans"/>
                <a:ea typeface="DM Sans"/>
                <a:cs typeface="DM Sans"/>
                <a:sym typeface="DM Sans"/>
              </a:rPr>
              <a:t> as follows: </a:t>
            </a:r>
            <a:endParaRPr sz="1200">
              <a:latin typeface="DM Sans"/>
              <a:ea typeface="DM Sans"/>
              <a:cs typeface="DM Sans"/>
              <a:sym typeface="DM Sans"/>
            </a:endParaRPr>
          </a:p>
          <a:p>
            <a:pPr indent="0" lvl="0" marL="0" rtl="0" algn="l">
              <a:spcBef>
                <a:spcPts val="0"/>
              </a:spcBef>
              <a:spcAft>
                <a:spcPts val="0"/>
              </a:spcAft>
              <a:buNone/>
            </a:pPr>
            <a:r>
              <a:t/>
            </a:r>
            <a:endParaRPr b="1"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WOE = In(% of non-events ➗ % of events)</a:t>
            </a:r>
            <a:endParaRPr sz="1200">
              <a:latin typeface="DM Sans"/>
              <a:ea typeface="DM Sans"/>
              <a:cs typeface="DM Sans"/>
              <a:sym typeface="DM Sans"/>
            </a:endParaRPr>
          </a:p>
          <a:p>
            <a:pPr indent="0" lvl="0" marL="0" rtl="0" algn="l">
              <a:spcBef>
                <a:spcPts val="0"/>
              </a:spcBef>
              <a:spcAft>
                <a:spcPts val="0"/>
              </a:spcAft>
              <a:buNone/>
            </a:pPr>
            <a:r>
              <a:t/>
            </a:r>
            <a:endParaRPr sz="1200">
              <a:latin typeface="DM Sans"/>
              <a:ea typeface="DM Sans"/>
              <a:cs typeface="DM Sans"/>
              <a:sym typeface="DM Sans"/>
            </a:endParaRPr>
          </a:p>
          <a:p>
            <a:pPr indent="0" lvl="0" marL="0" rtl="0" algn="l">
              <a:spcBef>
                <a:spcPts val="0"/>
              </a:spcBef>
              <a:spcAft>
                <a:spcPts val="0"/>
              </a:spcAft>
              <a:buNone/>
            </a:pPr>
            <a:r>
              <a:rPr lang="en" sz="1200">
                <a:latin typeface="DM Sans"/>
                <a:ea typeface="DM Sans"/>
                <a:cs typeface="DM Sans"/>
                <a:sym typeface="DM Sans"/>
              </a:rPr>
              <a:t>Weight of Evidence (WOE) helps to transform a continuous independent variable into a set of groups or bins based on similarity of dependent variable distribution i.e. number of events and non-events. In general, 10 or 20 bins are taken. Ideally, each bin should contain at least 5% cases. The number of bins determines the amount of smoothing - the fewer bins, the more smoothing.</a:t>
            </a:r>
            <a:endParaRPr sz="1200">
              <a:latin typeface="DM Sans"/>
              <a:ea typeface="DM Sans"/>
              <a:cs typeface="DM Sans"/>
              <a:sym typeface="DM Sans"/>
            </a:endParaRPr>
          </a:p>
          <a:p>
            <a:pPr indent="0" lvl="0" marL="0" rtl="0" algn="l">
              <a:spcBef>
                <a:spcPts val="0"/>
              </a:spcBef>
              <a:spcAft>
                <a:spcPts val="0"/>
              </a:spcAft>
              <a:buNone/>
            </a:pPr>
            <a:r>
              <a:t/>
            </a:r>
            <a:endParaRPr sz="1200">
              <a:latin typeface="DM Sans"/>
              <a:ea typeface="DM Sans"/>
              <a:cs typeface="DM Sans"/>
              <a:sym typeface="DM Sans"/>
            </a:endParaRPr>
          </a:p>
        </p:txBody>
      </p:sp>
      <p:sp>
        <p:nvSpPr>
          <p:cNvPr id="1201" name="Google Shape;1201;p47"/>
          <p:cNvSpPr txBox="1"/>
          <p:nvPr/>
        </p:nvSpPr>
        <p:spPr>
          <a:xfrm>
            <a:off x="34375" y="2793950"/>
            <a:ext cx="420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Viga"/>
                <a:ea typeface="Viga"/>
                <a:cs typeface="Viga"/>
                <a:sym typeface="Viga"/>
              </a:rPr>
              <a:t>An example of WOE for the </a:t>
            </a:r>
            <a:r>
              <a:rPr lang="en">
                <a:latin typeface="Viga"/>
                <a:ea typeface="Viga"/>
                <a:cs typeface="Viga"/>
                <a:sym typeface="Viga"/>
              </a:rPr>
              <a:t>feature</a:t>
            </a:r>
            <a:r>
              <a:rPr lang="en">
                <a:latin typeface="Viga"/>
                <a:ea typeface="Viga"/>
                <a:cs typeface="Viga"/>
                <a:sym typeface="Viga"/>
              </a:rPr>
              <a:t> </a:t>
            </a:r>
            <a:r>
              <a:rPr lang="en">
                <a:latin typeface="Viga"/>
                <a:ea typeface="Viga"/>
                <a:cs typeface="Viga"/>
                <a:sym typeface="Viga"/>
              </a:rPr>
              <a:t>PAY_AMT1</a:t>
            </a:r>
            <a:endParaRPr>
              <a:latin typeface="Viga"/>
              <a:ea typeface="Viga"/>
              <a:cs typeface="Viga"/>
              <a:sym typeface="Viga"/>
            </a:endParaRPr>
          </a:p>
        </p:txBody>
      </p:sp>
      <p:pic>
        <p:nvPicPr>
          <p:cNvPr id="1202" name="Google Shape;1202;p47"/>
          <p:cNvPicPr preferRelativeResize="0"/>
          <p:nvPr/>
        </p:nvPicPr>
        <p:blipFill>
          <a:blip r:embed="rId3">
            <a:alphaModFix/>
          </a:blip>
          <a:stretch>
            <a:fillRect/>
          </a:stretch>
        </p:blipFill>
        <p:spPr>
          <a:xfrm>
            <a:off x="0" y="3194156"/>
            <a:ext cx="9143999" cy="1949339"/>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48"/>
          <p:cNvSpPr txBox="1"/>
          <p:nvPr/>
        </p:nvSpPr>
        <p:spPr>
          <a:xfrm>
            <a:off x="1603050" y="87900"/>
            <a:ext cx="6339600" cy="738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3600">
                <a:latin typeface="Viga"/>
                <a:ea typeface="Viga"/>
                <a:cs typeface="Viga"/>
                <a:sym typeface="Viga"/>
              </a:rPr>
              <a:t>Step 4: WOE transformation</a:t>
            </a:r>
            <a:endParaRPr sz="3600">
              <a:latin typeface="Viga"/>
              <a:ea typeface="Viga"/>
              <a:cs typeface="Viga"/>
              <a:sym typeface="Viga"/>
            </a:endParaRPr>
          </a:p>
        </p:txBody>
      </p:sp>
      <p:grpSp>
        <p:nvGrpSpPr>
          <p:cNvPr id="1208" name="Google Shape;1208;p48"/>
          <p:cNvGrpSpPr/>
          <p:nvPr/>
        </p:nvGrpSpPr>
        <p:grpSpPr>
          <a:xfrm>
            <a:off x="-11" y="1380291"/>
            <a:ext cx="3937842" cy="3646583"/>
            <a:chOff x="999004" y="1048525"/>
            <a:chExt cx="3013116" cy="2212061"/>
          </a:xfrm>
        </p:grpSpPr>
        <p:sp>
          <p:nvSpPr>
            <p:cNvPr id="1209" name="Google Shape;1209;p48"/>
            <p:cNvSpPr/>
            <p:nvPr/>
          </p:nvSpPr>
          <p:spPr>
            <a:xfrm>
              <a:off x="3778000" y="1055743"/>
              <a:ext cx="227152" cy="225698"/>
            </a:xfrm>
            <a:custGeom>
              <a:rect b="b" l="l" r="r" t="t"/>
              <a:pathLst>
                <a:path extrusionOk="0" h="2336" w="2428">
                  <a:moveTo>
                    <a:pt x="1260" y="1"/>
                  </a:moveTo>
                  <a:cubicBezTo>
                    <a:pt x="788" y="1"/>
                    <a:pt x="361" y="285"/>
                    <a:pt x="181" y="723"/>
                  </a:cubicBezTo>
                  <a:cubicBezTo>
                    <a:pt x="0" y="1158"/>
                    <a:pt x="100" y="1661"/>
                    <a:pt x="434" y="1994"/>
                  </a:cubicBezTo>
                  <a:cubicBezTo>
                    <a:pt x="657" y="2217"/>
                    <a:pt x="956" y="2336"/>
                    <a:pt x="1259" y="2336"/>
                  </a:cubicBezTo>
                  <a:cubicBezTo>
                    <a:pt x="1410" y="2336"/>
                    <a:pt x="1562" y="2307"/>
                    <a:pt x="1707" y="2247"/>
                  </a:cubicBezTo>
                  <a:cubicBezTo>
                    <a:pt x="2143" y="2067"/>
                    <a:pt x="2427" y="1640"/>
                    <a:pt x="2427" y="1168"/>
                  </a:cubicBezTo>
                  <a:cubicBezTo>
                    <a:pt x="2427" y="524"/>
                    <a:pt x="1904" y="1"/>
                    <a:pt x="126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0" name="Google Shape;1210;p48"/>
            <p:cNvGrpSpPr/>
            <p:nvPr/>
          </p:nvGrpSpPr>
          <p:grpSpPr>
            <a:xfrm>
              <a:off x="999004" y="1048525"/>
              <a:ext cx="3013116" cy="2212061"/>
              <a:chOff x="-5882175" y="336425"/>
              <a:chExt cx="3089425" cy="2268083"/>
            </a:xfrm>
          </p:grpSpPr>
          <p:sp>
            <p:nvSpPr>
              <p:cNvPr id="1211" name="Google Shape;1211;p48"/>
              <p:cNvSpPr/>
              <p:nvPr/>
            </p:nvSpPr>
            <p:spPr>
              <a:xfrm>
                <a:off x="-5862000" y="350858"/>
                <a:ext cx="3069250" cy="2253650"/>
              </a:xfrm>
              <a:custGeom>
                <a:rect b="b" l="l" r="r" t="t"/>
                <a:pathLst>
                  <a:path extrusionOk="0" h="90146" w="122770">
                    <a:moveTo>
                      <a:pt x="4815" y="0"/>
                    </a:moveTo>
                    <a:cubicBezTo>
                      <a:pt x="2156" y="0"/>
                      <a:pt x="0" y="2155"/>
                      <a:pt x="0" y="4815"/>
                    </a:cubicBezTo>
                    <a:lnTo>
                      <a:pt x="0" y="86110"/>
                    </a:lnTo>
                    <a:cubicBezTo>
                      <a:pt x="0" y="88339"/>
                      <a:pt x="1808" y="90146"/>
                      <a:pt x="4037" y="90146"/>
                    </a:cubicBezTo>
                    <a:lnTo>
                      <a:pt x="118369" y="90146"/>
                    </a:lnTo>
                    <a:cubicBezTo>
                      <a:pt x="120800" y="90146"/>
                      <a:pt x="122770" y="88177"/>
                      <a:pt x="122770" y="85746"/>
                    </a:cubicBezTo>
                    <a:lnTo>
                      <a:pt x="122770" y="5831"/>
                    </a:lnTo>
                    <a:cubicBezTo>
                      <a:pt x="122770" y="4284"/>
                      <a:pt x="122155" y="2801"/>
                      <a:pt x="121061" y="1707"/>
                    </a:cubicBezTo>
                    <a:cubicBezTo>
                      <a:pt x="119968" y="614"/>
                      <a:pt x="118486" y="0"/>
                      <a:pt x="116939"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48"/>
              <p:cNvSpPr/>
              <p:nvPr/>
            </p:nvSpPr>
            <p:spPr>
              <a:xfrm>
                <a:off x="-5882175" y="336425"/>
                <a:ext cx="3082275" cy="2266675"/>
              </a:xfrm>
              <a:custGeom>
                <a:rect b="b" l="l" r="r" t="t"/>
                <a:pathLst>
                  <a:path extrusionOk="0" h="90667" w="123291">
                    <a:moveTo>
                      <a:pt x="118612" y="521"/>
                    </a:moveTo>
                    <a:cubicBezTo>
                      <a:pt x="120905" y="521"/>
                      <a:pt x="122770" y="2386"/>
                      <a:pt x="122770" y="4678"/>
                    </a:cubicBezTo>
                    <a:lnTo>
                      <a:pt x="122770" y="85990"/>
                    </a:lnTo>
                    <a:cubicBezTo>
                      <a:pt x="122770" y="88283"/>
                      <a:pt x="120905" y="90147"/>
                      <a:pt x="118612" y="90147"/>
                    </a:cubicBezTo>
                    <a:lnTo>
                      <a:pt x="4678" y="90147"/>
                    </a:lnTo>
                    <a:cubicBezTo>
                      <a:pt x="2385" y="90147"/>
                      <a:pt x="521" y="88283"/>
                      <a:pt x="521" y="85990"/>
                    </a:cubicBezTo>
                    <a:lnTo>
                      <a:pt x="521" y="4678"/>
                    </a:lnTo>
                    <a:cubicBezTo>
                      <a:pt x="521" y="2386"/>
                      <a:pt x="2385" y="521"/>
                      <a:pt x="4678" y="521"/>
                    </a:cubicBezTo>
                    <a:close/>
                    <a:moveTo>
                      <a:pt x="4678" y="1"/>
                    </a:moveTo>
                    <a:cubicBezTo>
                      <a:pt x="2098" y="1"/>
                      <a:pt x="0" y="2099"/>
                      <a:pt x="0" y="4678"/>
                    </a:cubicBezTo>
                    <a:lnTo>
                      <a:pt x="0" y="85990"/>
                    </a:lnTo>
                    <a:cubicBezTo>
                      <a:pt x="0" y="88570"/>
                      <a:pt x="2098" y="90667"/>
                      <a:pt x="4678" y="90667"/>
                    </a:cubicBezTo>
                    <a:lnTo>
                      <a:pt x="118612" y="90667"/>
                    </a:lnTo>
                    <a:cubicBezTo>
                      <a:pt x="121192" y="90667"/>
                      <a:pt x="123290" y="88570"/>
                      <a:pt x="123290" y="85990"/>
                    </a:cubicBezTo>
                    <a:lnTo>
                      <a:pt x="123290" y="4678"/>
                    </a:lnTo>
                    <a:cubicBezTo>
                      <a:pt x="123290" y="2099"/>
                      <a:pt x="121192" y="1"/>
                      <a:pt x="118612"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48"/>
              <p:cNvSpPr/>
              <p:nvPr/>
            </p:nvSpPr>
            <p:spPr>
              <a:xfrm>
                <a:off x="-5882175" y="2239775"/>
                <a:ext cx="3082275" cy="363325"/>
              </a:xfrm>
              <a:custGeom>
                <a:rect b="b" l="l" r="r" t="t"/>
                <a:pathLst>
                  <a:path extrusionOk="0" h="14533" w="123291">
                    <a:moveTo>
                      <a:pt x="122770" y="522"/>
                    </a:moveTo>
                    <a:lnTo>
                      <a:pt x="122770" y="9856"/>
                    </a:lnTo>
                    <a:cubicBezTo>
                      <a:pt x="122770" y="12151"/>
                      <a:pt x="120908" y="14012"/>
                      <a:pt x="118614" y="14012"/>
                    </a:cubicBezTo>
                    <a:lnTo>
                      <a:pt x="4678" y="14012"/>
                    </a:lnTo>
                    <a:cubicBezTo>
                      <a:pt x="2385" y="14012"/>
                      <a:pt x="522" y="12147"/>
                      <a:pt x="522" y="9856"/>
                    </a:cubicBezTo>
                    <a:lnTo>
                      <a:pt x="522" y="522"/>
                    </a:lnTo>
                    <a:close/>
                    <a:moveTo>
                      <a:pt x="260" y="1"/>
                    </a:moveTo>
                    <a:cubicBezTo>
                      <a:pt x="117" y="1"/>
                      <a:pt x="0" y="117"/>
                      <a:pt x="0" y="261"/>
                    </a:cubicBezTo>
                    <a:lnTo>
                      <a:pt x="0" y="9856"/>
                    </a:lnTo>
                    <a:cubicBezTo>
                      <a:pt x="0" y="12439"/>
                      <a:pt x="2094" y="14533"/>
                      <a:pt x="4678" y="14533"/>
                    </a:cubicBezTo>
                    <a:lnTo>
                      <a:pt x="118612" y="14533"/>
                    </a:lnTo>
                    <a:cubicBezTo>
                      <a:pt x="121195" y="14533"/>
                      <a:pt x="123290" y="12439"/>
                      <a:pt x="123290" y="9856"/>
                    </a:cubicBezTo>
                    <a:lnTo>
                      <a:pt x="123290" y="261"/>
                    </a:lnTo>
                    <a:cubicBezTo>
                      <a:pt x="123290" y="117"/>
                      <a:pt x="123173" y="1"/>
                      <a:pt x="12303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48"/>
              <p:cNvSpPr/>
              <p:nvPr/>
            </p:nvSpPr>
            <p:spPr>
              <a:xfrm>
                <a:off x="-4397650" y="2421425"/>
                <a:ext cx="113200" cy="110875"/>
              </a:xfrm>
              <a:custGeom>
                <a:rect b="b" l="l" r="r" t="t"/>
                <a:pathLst>
                  <a:path extrusionOk="0" h="4435" w="4528">
                    <a:moveTo>
                      <a:pt x="2263" y="0"/>
                    </a:moveTo>
                    <a:cubicBezTo>
                      <a:pt x="1014" y="0"/>
                      <a:pt x="0" y="993"/>
                      <a:pt x="0" y="2217"/>
                    </a:cubicBezTo>
                    <a:cubicBezTo>
                      <a:pt x="0" y="3442"/>
                      <a:pt x="1014" y="4435"/>
                      <a:pt x="2263" y="4435"/>
                    </a:cubicBezTo>
                    <a:cubicBezTo>
                      <a:pt x="3514" y="4435"/>
                      <a:pt x="4528" y="3442"/>
                      <a:pt x="4528" y="2217"/>
                    </a:cubicBezTo>
                    <a:cubicBezTo>
                      <a:pt x="4528" y="993"/>
                      <a:pt x="3514" y="0"/>
                      <a:pt x="2263"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48"/>
              <p:cNvSpPr/>
              <p:nvPr/>
            </p:nvSpPr>
            <p:spPr>
              <a:xfrm>
                <a:off x="-4404175" y="2414950"/>
                <a:ext cx="126250" cy="123850"/>
              </a:xfrm>
              <a:custGeom>
                <a:rect b="b" l="l" r="r" t="t"/>
                <a:pathLst>
                  <a:path extrusionOk="0" h="4954" w="5050">
                    <a:moveTo>
                      <a:pt x="2524" y="520"/>
                    </a:moveTo>
                    <a:cubicBezTo>
                      <a:pt x="3630" y="520"/>
                      <a:pt x="4529" y="1398"/>
                      <a:pt x="4529" y="2476"/>
                    </a:cubicBezTo>
                    <a:cubicBezTo>
                      <a:pt x="4529" y="3555"/>
                      <a:pt x="3630" y="4433"/>
                      <a:pt x="2524" y="4433"/>
                    </a:cubicBezTo>
                    <a:cubicBezTo>
                      <a:pt x="1420" y="4433"/>
                      <a:pt x="520" y="3554"/>
                      <a:pt x="520" y="2476"/>
                    </a:cubicBezTo>
                    <a:cubicBezTo>
                      <a:pt x="520" y="1398"/>
                      <a:pt x="1420" y="520"/>
                      <a:pt x="2524" y="520"/>
                    </a:cubicBezTo>
                    <a:close/>
                    <a:moveTo>
                      <a:pt x="2524" y="0"/>
                    </a:moveTo>
                    <a:cubicBezTo>
                      <a:pt x="1133" y="0"/>
                      <a:pt x="1" y="1111"/>
                      <a:pt x="1" y="2476"/>
                    </a:cubicBezTo>
                    <a:cubicBezTo>
                      <a:pt x="1" y="3842"/>
                      <a:pt x="1132" y="4954"/>
                      <a:pt x="2524" y="4954"/>
                    </a:cubicBezTo>
                    <a:cubicBezTo>
                      <a:pt x="3917" y="4954"/>
                      <a:pt x="5049" y="3842"/>
                      <a:pt x="5049" y="2476"/>
                    </a:cubicBezTo>
                    <a:cubicBezTo>
                      <a:pt x="5049" y="1111"/>
                      <a:pt x="3917" y="0"/>
                      <a:pt x="2524"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16" name="Google Shape;1216;p48"/>
          <p:cNvGrpSpPr/>
          <p:nvPr/>
        </p:nvGrpSpPr>
        <p:grpSpPr>
          <a:xfrm>
            <a:off x="4019763" y="949400"/>
            <a:ext cx="2577654" cy="4077486"/>
            <a:chOff x="-5650045" y="487393"/>
            <a:chExt cx="2625436" cy="1711647"/>
          </a:xfrm>
        </p:grpSpPr>
        <p:sp>
          <p:nvSpPr>
            <p:cNvPr id="1217" name="Google Shape;1217;p48"/>
            <p:cNvSpPr/>
            <p:nvPr/>
          </p:nvSpPr>
          <p:spPr>
            <a:xfrm>
              <a:off x="-5650045" y="487393"/>
              <a:ext cx="2625436" cy="1711647"/>
            </a:xfrm>
            <a:custGeom>
              <a:rect b="b" l="l" r="r" t="t"/>
              <a:pathLst>
                <a:path extrusionOk="0" h="90146" w="122770">
                  <a:moveTo>
                    <a:pt x="4815" y="0"/>
                  </a:moveTo>
                  <a:cubicBezTo>
                    <a:pt x="2156" y="0"/>
                    <a:pt x="0" y="2155"/>
                    <a:pt x="0" y="4815"/>
                  </a:cubicBezTo>
                  <a:lnTo>
                    <a:pt x="0" y="86110"/>
                  </a:lnTo>
                  <a:cubicBezTo>
                    <a:pt x="0" y="88339"/>
                    <a:pt x="1808" y="90146"/>
                    <a:pt x="4037" y="90146"/>
                  </a:cubicBezTo>
                  <a:lnTo>
                    <a:pt x="118369" y="90146"/>
                  </a:lnTo>
                  <a:cubicBezTo>
                    <a:pt x="120800" y="90146"/>
                    <a:pt x="122770" y="88177"/>
                    <a:pt x="122770" y="85746"/>
                  </a:cubicBezTo>
                  <a:lnTo>
                    <a:pt x="122770" y="5831"/>
                  </a:lnTo>
                  <a:cubicBezTo>
                    <a:pt x="122770" y="4284"/>
                    <a:pt x="122155" y="2801"/>
                    <a:pt x="121061" y="1707"/>
                  </a:cubicBezTo>
                  <a:cubicBezTo>
                    <a:pt x="119968" y="614"/>
                    <a:pt x="118486" y="0"/>
                    <a:pt x="116939"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48"/>
            <p:cNvSpPr/>
            <p:nvPr/>
          </p:nvSpPr>
          <p:spPr>
            <a:xfrm>
              <a:off x="-5565359" y="521818"/>
              <a:ext cx="2455741" cy="1636037"/>
            </a:xfrm>
            <a:custGeom>
              <a:rect b="b" l="l" r="r" t="t"/>
              <a:pathLst>
                <a:path extrusionOk="0" h="63690" w="110420">
                  <a:moveTo>
                    <a:pt x="1" y="1"/>
                  </a:moveTo>
                  <a:lnTo>
                    <a:pt x="1" y="63689"/>
                  </a:lnTo>
                  <a:lnTo>
                    <a:pt x="110419" y="63689"/>
                  </a:lnTo>
                  <a:lnTo>
                    <a:pt x="1104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19" name="Google Shape;1219;p48"/>
          <p:cNvPicPr preferRelativeResize="0"/>
          <p:nvPr/>
        </p:nvPicPr>
        <p:blipFill rotWithShape="1">
          <a:blip r:embed="rId3">
            <a:alphaModFix/>
          </a:blip>
          <a:srcRect b="0" l="5820" r="0" t="7621"/>
          <a:stretch/>
        </p:blipFill>
        <p:spPr>
          <a:xfrm>
            <a:off x="105715" y="1481231"/>
            <a:ext cx="3749553" cy="3442589"/>
          </a:xfrm>
          <a:prstGeom prst="rect">
            <a:avLst/>
          </a:prstGeom>
          <a:noFill/>
          <a:ln>
            <a:noFill/>
          </a:ln>
        </p:spPr>
      </p:pic>
      <p:pic>
        <p:nvPicPr>
          <p:cNvPr id="1220" name="Google Shape;1220;p48"/>
          <p:cNvPicPr preferRelativeResize="0"/>
          <p:nvPr/>
        </p:nvPicPr>
        <p:blipFill>
          <a:blip r:embed="rId4">
            <a:alphaModFix/>
          </a:blip>
          <a:stretch>
            <a:fillRect/>
          </a:stretch>
        </p:blipFill>
        <p:spPr>
          <a:xfrm>
            <a:off x="4101838" y="1044000"/>
            <a:ext cx="2413500" cy="3890725"/>
          </a:xfrm>
          <a:prstGeom prst="rect">
            <a:avLst/>
          </a:prstGeom>
          <a:noFill/>
          <a:ln>
            <a:noFill/>
          </a:ln>
        </p:spPr>
      </p:pic>
      <p:sp>
        <p:nvSpPr>
          <p:cNvPr id="1221" name="Google Shape;1221;p48"/>
          <p:cNvSpPr txBox="1"/>
          <p:nvPr/>
        </p:nvSpPr>
        <p:spPr>
          <a:xfrm>
            <a:off x="6597425" y="949400"/>
            <a:ext cx="2495100" cy="3386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latin typeface="Viga"/>
                <a:ea typeface="Viga"/>
                <a:cs typeface="Viga"/>
                <a:sym typeface="Viga"/>
              </a:rPr>
              <a:t>If we were more strict about the correlation coefficient, then there would be less orange cells present in the correlation matrix. But considering that all features corresponds to the history of the client and are important from the domain knowledge perspective, we took the correlation threshold=1.0</a:t>
            </a:r>
            <a:endParaRPr sz="1600">
              <a:latin typeface="Viga"/>
              <a:ea typeface="Viga"/>
              <a:cs typeface="Viga"/>
              <a:sym typeface="Vig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49"/>
          <p:cNvSpPr txBox="1"/>
          <p:nvPr/>
        </p:nvSpPr>
        <p:spPr>
          <a:xfrm>
            <a:off x="1603050" y="87900"/>
            <a:ext cx="6642900" cy="738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3600">
                <a:latin typeface="Viga"/>
                <a:ea typeface="Viga"/>
                <a:cs typeface="Viga"/>
                <a:sym typeface="Viga"/>
              </a:rPr>
              <a:t>PSI: Population Stability Index</a:t>
            </a:r>
            <a:endParaRPr sz="3600">
              <a:latin typeface="Viga"/>
              <a:ea typeface="Viga"/>
              <a:cs typeface="Viga"/>
              <a:sym typeface="Viga"/>
            </a:endParaRPr>
          </a:p>
        </p:txBody>
      </p:sp>
      <p:sp>
        <p:nvSpPr>
          <p:cNvPr id="1227" name="Google Shape;1227;p49"/>
          <p:cNvSpPr txBox="1"/>
          <p:nvPr/>
        </p:nvSpPr>
        <p:spPr>
          <a:xfrm>
            <a:off x="1620475" y="1141550"/>
            <a:ext cx="5601600" cy="169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DM Sans"/>
                <a:ea typeface="DM Sans"/>
                <a:cs typeface="DM Sans"/>
                <a:sym typeface="DM Sans"/>
              </a:rPr>
              <a:t>Population Stability Index (PSI) compares distribution of a scoring variable(predicted probability) in scoring data set to a training data set that was used to develop a model</a:t>
            </a:r>
            <a:endParaRPr>
              <a:latin typeface="DM Sans"/>
              <a:ea typeface="DM Sans"/>
              <a:cs typeface="DM Sans"/>
              <a:sym typeface="DM Sans"/>
            </a:endParaRPr>
          </a:p>
          <a:p>
            <a:pPr indent="0" lvl="0" marL="0" rtl="0" algn="ctr">
              <a:spcBef>
                <a:spcPts val="0"/>
              </a:spcBef>
              <a:spcAft>
                <a:spcPts val="0"/>
              </a:spcAft>
              <a:buNone/>
            </a:pPr>
            <a:r>
              <a:t/>
            </a:r>
            <a:endParaRPr>
              <a:latin typeface="DM Sans"/>
              <a:ea typeface="DM Sans"/>
              <a:cs typeface="DM Sans"/>
              <a:sym typeface="DM Sans"/>
            </a:endParaRPr>
          </a:p>
          <a:p>
            <a:pPr indent="0" lvl="0" marL="0" rtl="0" algn="ctr">
              <a:spcBef>
                <a:spcPts val="0"/>
              </a:spcBef>
              <a:spcAft>
                <a:spcPts val="0"/>
              </a:spcAft>
              <a:buNone/>
            </a:pPr>
            <a:r>
              <a:rPr lang="en">
                <a:latin typeface="DM Sans"/>
                <a:ea typeface="DM Sans"/>
                <a:cs typeface="DM Sans"/>
                <a:sym typeface="DM Sans"/>
              </a:rPr>
              <a:t>PSI=(% of records based on scoring variable in Scoring Sample (A)- % of records based on scoring </a:t>
            </a:r>
            <a:r>
              <a:rPr lang="en">
                <a:latin typeface="DM Sans"/>
                <a:ea typeface="DM Sans"/>
                <a:cs typeface="DM Sans"/>
                <a:sym typeface="DM Sans"/>
              </a:rPr>
              <a:t>variable</a:t>
            </a:r>
            <a:r>
              <a:rPr lang="en">
                <a:latin typeface="DM Sans"/>
                <a:ea typeface="DM Sans"/>
                <a:cs typeface="DM Sans"/>
                <a:sym typeface="DM Sans"/>
              </a:rPr>
              <a:t> in Training sample (B)) * ln(A/B)</a:t>
            </a:r>
            <a:endParaRPr>
              <a:latin typeface="DM Sans"/>
              <a:ea typeface="DM Sans"/>
              <a:cs typeface="DM Sans"/>
              <a:sym typeface="DM Sans"/>
            </a:endParaRPr>
          </a:p>
        </p:txBody>
      </p:sp>
      <p:graphicFrame>
        <p:nvGraphicFramePr>
          <p:cNvPr id="1228" name="Google Shape;1228;p49"/>
          <p:cNvGraphicFramePr/>
          <p:nvPr/>
        </p:nvGraphicFramePr>
        <p:xfrm>
          <a:off x="115913" y="3149500"/>
          <a:ext cx="3000000" cy="3000000"/>
        </p:xfrm>
        <a:graphic>
          <a:graphicData uri="http://schemas.openxmlformats.org/drawingml/2006/table">
            <a:tbl>
              <a:tblPr>
                <a:noFill/>
                <a:tableStyleId>{5F93758C-EC05-4D92-9689-7787033917A6}</a:tableStyleId>
              </a:tblPr>
              <a:tblGrid>
                <a:gridCol w="1504550"/>
                <a:gridCol w="2593200"/>
                <a:gridCol w="4814425"/>
              </a:tblGrid>
              <a:tr h="299350">
                <a:tc>
                  <a:txBody>
                    <a:bodyPr/>
                    <a:lstStyle/>
                    <a:p>
                      <a:pPr indent="0" lvl="0" marL="0" rtl="0" algn="l">
                        <a:spcBef>
                          <a:spcPts val="0"/>
                        </a:spcBef>
                        <a:spcAft>
                          <a:spcPts val="0"/>
                        </a:spcAft>
                        <a:buNone/>
                      </a:pPr>
                      <a:r>
                        <a:rPr lang="en">
                          <a:solidFill>
                            <a:srgbClr val="292929"/>
                          </a:solidFill>
                          <a:latin typeface="DM Sans"/>
                          <a:ea typeface="DM Sans"/>
                          <a:cs typeface="DM Sans"/>
                          <a:sym typeface="DM Sans"/>
                        </a:rPr>
                        <a:t>PSI &lt; 0.1</a:t>
                      </a:r>
                      <a:endParaRPr>
                        <a:solidFill>
                          <a:srgbClr val="292929"/>
                        </a:solidFill>
                        <a:latin typeface="DM Sans"/>
                        <a:ea typeface="DM Sans"/>
                        <a:cs typeface="DM Sans"/>
                        <a:sym typeface="DM Sans"/>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solidFill>
                            <a:srgbClr val="292929"/>
                          </a:solidFill>
                          <a:latin typeface="DM Sans"/>
                          <a:ea typeface="DM Sans"/>
                          <a:cs typeface="DM Sans"/>
                          <a:sym typeface="DM Sans"/>
                        </a:rPr>
                        <a:t>No change</a:t>
                      </a:r>
                      <a:endParaRPr>
                        <a:solidFill>
                          <a:srgbClr val="292929"/>
                        </a:solidFill>
                        <a:latin typeface="DM Sans"/>
                        <a:ea typeface="DM Sans"/>
                        <a:cs typeface="DM Sans"/>
                        <a:sym typeface="DM Sans"/>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solidFill>
                            <a:srgbClr val="292929"/>
                          </a:solidFill>
                          <a:latin typeface="DM Sans"/>
                          <a:ea typeface="DM Sans"/>
                          <a:cs typeface="DM Sans"/>
                          <a:sym typeface="DM Sans"/>
                        </a:rPr>
                        <a:t>You can continue using existing model</a:t>
                      </a:r>
                      <a:endParaRPr>
                        <a:solidFill>
                          <a:srgbClr val="292929"/>
                        </a:solidFill>
                        <a:latin typeface="DM Sans"/>
                        <a:ea typeface="DM Sans"/>
                        <a:cs typeface="DM Sans"/>
                        <a:sym typeface="DM Sans"/>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501375">
                <a:tc>
                  <a:txBody>
                    <a:bodyPr/>
                    <a:lstStyle/>
                    <a:p>
                      <a:pPr indent="0" lvl="0" marL="0" rtl="0" algn="l">
                        <a:spcBef>
                          <a:spcPts val="0"/>
                        </a:spcBef>
                        <a:spcAft>
                          <a:spcPts val="0"/>
                        </a:spcAft>
                        <a:buNone/>
                      </a:pPr>
                      <a:r>
                        <a:rPr lang="en">
                          <a:solidFill>
                            <a:srgbClr val="292929"/>
                          </a:solidFill>
                          <a:latin typeface="DM Sans"/>
                          <a:ea typeface="DM Sans"/>
                          <a:cs typeface="DM Sans"/>
                          <a:sym typeface="DM Sans"/>
                        </a:rPr>
                        <a:t>PSI &gt;=0.1 but &lt; 0.2</a:t>
                      </a:r>
                      <a:endParaRPr>
                        <a:solidFill>
                          <a:srgbClr val="292929"/>
                        </a:solidFill>
                        <a:latin typeface="DM Sans"/>
                        <a:ea typeface="DM Sans"/>
                        <a:cs typeface="DM Sans"/>
                        <a:sym typeface="DM Sans"/>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solidFill>
                            <a:srgbClr val="292929"/>
                          </a:solidFill>
                          <a:latin typeface="DM Sans"/>
                          <a:ea typeface="DM Sans"/>
                          <a:cs typeface="DM Sans"/>
                          <a:sym typeface="DM Sans"/>
                        </a:rPr>
                        <a:t>Slight change is required</a:t>
                      </a:r>
                      <a:r>
                        <a:rPr lang="en" sz="1600">
                          <a:solidFill>
                            <a:srgbClr val="292929"/>
                          </a:solidFill>
                          <a:latin typeface="DM Sans"/>
                          <a:ea typeface="DM Sans"/>
                          <a:cs typeface="DM Sans"/>
                          <a:sym typeface="DM Sans"/>
                        </a:rPr>
                        <a:t>.</a:t>
                      </a:r>
                      <a:endParaRPr sz="1600">
                        <a:solidFill>
                          <a:srgbClr val="292929"/>
                        </a:solidFill>
                        <a:latin typeface="DM Sans"/>
                        <a:ea typeface="DM Sans"/>
                        <a:cs typeface="DM Sans"/>
                        <a:sym typeface="DM Sans"/>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200">
                          <a:latin typeface="DM Sans"/>
                          <a:ea typeface="DM Sans"/>
                          <a:cs typeface="DM Sans"/>
                          <a:sym typeface="DM Sans"/>
                        </a:rPr>
                        <a:t> </a:t>
                      </a:r>
                      <a:r>
                        <a:rPr lang="en" sz="1300">
                          <a:latin typeface="DM Sans"/>
                          <a:ea typeface="DM Sans"/>
                          <a:cs typeface="DM Sans"/>
                          <a:sym typeface="DM Sans"/>
                        </a:rPr>
                        <a:t>Can use the model after few changes.</a:t>
                      </a:r>
                      <a:endParaRPr sz="1300">
                        <a:latin typeface="DM Sans"/>
                        <a:ea typeface="DM Sans"/>
                        <a:cs typeface="DM Sans"/>
                        <a:sym typeface="DM Sans"/>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501375">
                <a:tc>
                  <a:txBody>
                    <a:bodyPr/>
                    <a:lstStyle/>
                    <a:p>
                      <a:pPr indent="0" lvl="0" marL="0" rtl="0" algn="l">
                        <a:spcBef>
                          <a:spcPts val="0"/>
                        </a:spcBef>
                        <a:spcAft>
                          <a:spcPts val="0"/>
                        </a:spcAft>
                        <a:buNone/>
                      </a:pPr>
                      <a:r>
                        <a:rPr lang="en">
                          <a:solidFill>
                            <a:srgbClr val="292929"/>
                          </a:solidFill>
                          <a:latin typeface="DM Sans"/>
                          <a:ea typeface="DM Sans"/>
                          <a:cs typeface="DM Sans"/>
                          <a:sym typeface="DM Sans"/>
                        </a:rPr>
                        <a:t>PSI &gt;=0.2</a:t>
                      </a:r>
                      <a:endParaRPr>
                        <a:solidFill>
                          <a:srgbClr val="292929"/>
                        </a:solidFill>
                        <a:latin typeface="DM Sans"/>
                        <a:ea typeface="DM Sans"/>
                        <a:cs typeface="DM Sans"/>
                        <a:sym typeface="DM Sans"/>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solidFill>
                            <a:srgbClr val="292929"/>
                          </a:solidFill>
                          <a:latin typeface="DM Sans"/>
                          <a:ea typeface="DM Sans"/>
                          <a:cs typeface="DM Sans"/>
                          <a:sym typeface="DM Sans"/>
                        </a:rPr>
                        <a:t>Significant change is required.</a:t>
                      </a:r>
                      <a:endParaRPr>
                        <a:solidFill>
                          <a:srgbClr val="292929"/>
                        </a:solidFill>
                        <a:latin typeface="DM Sans"/>
                        <a:ea typeface="DM Sans"/>
                        <a:cs typeface="DM Sans"/>
                        <a:sym typeface="DM Sans"/>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solidFill>
                            <a:srgbClr val="292929"/>
                          </a:solidFill>
                          <a:latin typeface="DM Sans"/>
                          <a:ea typeface="DM Sans"/>
                          <a:cs typeface="DM Sans"/>
                          <a:sym typeface="DM Sans"/>
                        </a:rPr>
                        <a:t>Ideally, you should not use this model anymore, retraining is required.</a:t>
                      </a:r>
                      <a:endParaRPr>
                        <a:solidFill>
                          <a:srgbClr val="292929"/>
                        </a:solidFill>
                        <a:latin typeface="DM Sans"/>
                        <a:ea typeface="DM Sans"/>
                        <a:cs typeface="DM Sans"/>
                        <a:sym typeface="DM Sans"/>
                      </a:endParaRPr>
                    </a:p>
                  </a:txBody>
                  <a:tcPr marT="9525" marB="91425" marR="9525" marL="9525"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32" name="Shape 1232"/>
        <p:cNvGrpSpPr/>
        <p:nvPr/>
      </p:nvGrpSpPr>
      <p:grpSpPr>
        <a:xfrm>
          <a:off x="0" y="0"/>
          <a:ext cx="0" cy="0"/>
          <a:chOff x="0" y="0"/>
          <a:chExt cx="0" cy="0"/>
        </a:xfrm>
      </p:grpSpPr>
      <p:sp>
        <p:nvSpPr>
          <p:cNvPr id="1233" name="Google Shape;1233;p50"/>
          <p:cNvSpPr txBox="1"/>
          <p:nvPr>
            <p:ph type="title"/>
          </p:nvPr>
        </p:nvSpPr>
        <p:spPr>
          <a:xfrm>
            <a:off x="224550" y="2002475"/>
            <a:ext cx="4729500" cy="1671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200">
                <a:solidFill>
                  <a:srgbClr val="ACFFD9"/>
                </a:solidFill>
              </a:rPr>
              <a:t>Step 5: </a:t>
            </a:r>
            <a:endParaRPr sz="4200">
              <a:solidFill>
                <a:srgbClr val="ACFFD9"/>
              </a:solidFill>
            </a:endParaRPr>
          </a:p>
          <a:p>
            <a:pPr indent="0" lvl="0" marL="0" rtl="0" algn="l">
              <a:spcBef>
                <a:spcPts val="0"/>
              </a:spcBef>
              <a:spcAft>
                <a:spcPts val="0"/>
              </a:spcAft>
              <a:buNone/>
            </a:pPr>
            <a:r>
              <a:rPr lang="en" sz="4200">
                <a:solidFill>
                  <a:srgbClr val="ACFFD9"/>
                </a:solidFill>
              </a:rPr>
              <a:t>Performance of ML Algorithms</a:t>
            </a:r>
            <a:endParaRPr sz="4200">
              <a:solidFill>
                <a:srgbClr val="ACFFD9"/>
              </a:solidFill>
            </a:endParaRPr>
          </a:p>
          <a:p>
            <a:pPr indent="0" lvl="0" marL="0" rtl="0" algn="r">
              <a:spcBef>
                <a:spcPts val="0"/>
              </a:spcBef>
              <a:spcAft>
                <a:spcPts val="0"/>
              </a:spcAft>
              <a:buNone/>
            </a:pPr>
            <a:r>
              <a:t/>
            </a:r>
            <a:endParaRPr sz="4200">
              <a:solidFill>
                <a:srgbClr val="ACFFD9"/>
              </a:solidFill>
            </a:endParaRPr>
          </a:p>
        </p:txBody>
      </p:sp>
      <p:sp>
        <p:nvSpPr>
          <p:cNvPr id="1234" name="Google Shape;1234;p50"/>
          <p:cNvSpPr txBox="1"/>
          <p:nvPr/>
        </p:nvSpPr>
        <p:spPr>
          <a:xfrm>
            <a:off x="6090800" y="4589400"/>
            <a:ext cx="3017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rgbClr val="ACFFD9"/>
                </a:solidFill>
                <a:latin typeface="Viga"/>
                <a:ea typeface="Viga"/>
                <a:cs typeface="Viga"/>
                <a:sym typeface="Viga"/>
              </a:rPr>
              <a:t>Li Xuan</a:t>
            </a:r>
            <a:endParaRPr sz="2400">
              <a:solidFill>
                <a:srgbClr val="ACFFD9"/>
              </a:solidFill>
              <a:latin typeface="Viga"/>
              <a:ea typeface="Viga"/>
              <a:cs typeface="Viga"/>
              <a:sym typeface="Vig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51"/>
          <p:cNvSpPr txBox="1"/>
          <p:nvPr>
            <p:ph idx="6" type="title"/>
          </p:nvPr>
        </p:nvSpPr>
        <p:spPr>
          <a:xfrm>
            <a:off x="3595894" y="1087726"/>
            <a:ext cx="1159200" cy="754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01</a:t>
            </a:r>
            <a:endParaRPr/>
          </a:p>
        </p:txBody>
      </p:sp>
      <p:cxnSp>
        <p:nvCxnSpPr>
          <p:cNvPr id="1240" name="Google Shape;1240;p51"/>
          <p:cNvCxnSpPr/>
          <p:nvPr/>
        </p:nvCxnSpPr>
        <p:spPr>
          <a:xfrm flipH="1">
            <a:off x="4324547" y="1183331"/>
            <a:ext cx="6300" cy="3634500"/>
          </a:xfrm>
          <a:prstGeom prst="straightConnector1">
            <a:avLst/>
          </a:prstGeom>
          <a:noFill/>
          <a:ln cap="flat" cmpd="sng" w="19050">
            <a:solidFill>
              <a:schemeClr val="lt1"/>
            </a:solidFill>
            <a:prstDash val="solid"/>
            <a:round/>
            <a:headEnd len="med" w="med" type="oval"/>
            <a:tailEnd len="med" w="med" type="oval"/>
          </a:ln>
        </p:spPr>
      </p:cxnSp>
      <p:sp>
        <p:nvSpPr>
          <p:cNvPr id="1241" name="Google Shape;1241;p51"/>
          <p:cNvSpPr txBox="1"/>
          <p:nvPr>
            <p:ph type="ctrTitle"/>
          </p:nvPr>
        </p:nvSpPr>
        <p:spPr>
          <a:xfrm>
            <a:off x="437075" y="937537"/>
            <a:ext cx="2656800" cy="43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Logistic Regression</a:t>
            </a:r>
            <a:endParaRPr>
              <a:solidFill>
                <a:schemeClr val="lt2"/>
              </a:solidFill>
            </a:endParaRPr>
          </a:p>
        </p:txBody>
      </p:sp>
      <p:sp>
        <p:nvSpPr>
          <p:cNvPr id="1242" name="Google Shape;1242;p51"/>
          <p:cNvSpPr txBox="1"/>
          <p:nvPr>
            <p:ph idx="1" type="subTitle"/>
          </p:nvPr>
        </p:nvSpPr>
        <p:spPr>
          <a:xfrm>
            <a:off x="440575" y="1313850"/>
            <a:ext cx="3238200" cy="606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 sz="1200">
                <a:solidFill>
                  <a:schemeClr val="dk1"/>
                </a:solidFill>
              </a:rPr>
              <a:t>Simplicity and interpretability.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Efficient computation.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Handles both categorical and continuous features</a:t>
            </a:r>
            <a:endParaRPr sz="1200">
              <a:solidFill>
                <a:schemeClr val="dk1"/>
              </a:solidFill>
            </a:endParaRPr>
          </a:p>
          <a:p>
            <a:pPr indent="0" lvl="0" marL="457200" rtl="0" algn="l">
              <a:spcBef>
                <a:spcPts val="1600"/>
              </a:spcBef>
              <a:spcAft>
                <a:spcPts val="0"/>
              </a:spcAft>
              <a:buNone/>
            </a:pPr>
            <a:r>
              <a:t/>
            </a:r>
            <a:endParaRPr sz="1200">
              <a:solidFill>
                <a:schemeClr val="lt2"/>
              </a:solidFill>
            </a:endParaRPr>
          </a:p>
        </p:txBody>
      </p:sp>
      <p:sp>
        <p:nvSpPr>
          <p:cNvPr id="1243" name="Google Shape;1243;p51"/>
          <p:cNvSpPr txBox="1"/>
          <p:nvPr>
            <p:ph idx="2" type="ctrTitle"/>
          </p:nvPr>
        </p:nvSpPr>
        <p:spPr>
          <a:xfrm>
            <a:off x="440578" y="2295905"/>
            <a:ext cx="2653200" cy="43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Random Forest</a:t>
            </a:r>
            <a:endParaRPr>
              <a:solidFill>
                <a:schemeClr val="lt2"/>
              </a:solidFill>
            </a:endParaRPr>
          </a:p>
        </p:txBody>
      </p:sp>
      <p:sp>
        <p:nvSpPr>
          <p:cNvPr id="1244" name="Google Shape;1244;p51"/>
          <p:cNvSpPr txBox="1"/>
          <p:nvPr>
            <p:ph idx="3" type="subTitle"/>
          </p:nvPr>
        </p:nvSpPr>
        <p:spPr>
          <a:xfrm>
            <a:off x="440574" y="2675726"/>
            <a:ext cx="3155100" cy="606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 sz="1200">
                <a:solidFill>
                  <a:schemeClr val="dk1"/>
                </a:solidFill>
              </a:rPr>
              <a:t>High predictive accuracy</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Nonlinear relationships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Feature importance</a:t>
            </a:r>
            <a:endParaRPr sz="1200">
              <a:solidFill>
                <a:schemeClr val="dk1"/>
              </a:solidFill>
            </a:endParaRPr>
          </a:p>
          <a:p>
            <a:pPr indent="0" lvl="0" marL="457200" rtl="0" algn="l">
              <a:spcBef>
                <a:spcPts val="1600"/>
              </a:spcBef>
              <a:spcAft>
                <a:spcPts val="0"/>
              </a:spcAft>
              <a:buNone/>
            </a:pPr>
            <a:r>
              <a:t/>
            </a:r>
            <a:endParaRPr sz="1200">
              <a:solidFill>
                <a:schemeClr val="lt2"/>
              </a:solidFill>
            </a:endParaRPr>
          </a:p>
        </p:txBody>
      </p:sp>
      <p:sp>
        <p:nvSpPr>
          <p:cNvPr id="1245" name="Google Shape;1245;p51"/>
          <p:cNvSpPr txBox="1"/>
          <p:nvPr>
            <p:ph idx="4" type="ctrTitle"/>
          </p:nvPr>
        </p:nvSpPr>
        <p:spPr>
          <a:xfrm>
            <a:off x="440578" y="3654274"/>
            <a:ext cx="2653200" cy="43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SVC</a:t>
            </a:r>
            <a:endParaRPr>
              <a:solidFill>
                <a:schemeClr val="lt2"/>
              </a:solidFill>
            </a:endParaRPr>
          </a:p>
        </p:txBody>
      </p:sp>
      <p:sp>
        <p:nvSpPr>
          <p:cNvPr id="1246" name="Google Shape;1246;p51"/>
          <p:cNvSpPr txBox="1"/>
          <p:nvPr>
            <p:ph idx="5" type="subTitle"/>
          </p:nvPr>
        </p:nvSpPr>
        <p:spPr>
          <a:xfrm>
            <a:off x="440574" y="4008639"/>
            <a:ext cx="3155100" cy="606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 sz="1200">
                <a:solidFill>
                  <a:schemeClr val="dk1"/>
                </a:solidFill>
              </a:rPr>
              <a:t>Effective in high-dimensional spaces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Ability to handle non-linear relationships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Robustness to noise</a:t>
            </a:r>
            <a:endParaRPr sz="1200">
              <a:solidFill>
                <a:schemeClr val="dk1"/>
              </a:solidFill>
            </a:endParaRPr>
          </a:p>
          <a:p>
            <a:pPr indent="0" lvl="0" marL="0" rtl="0" algn="l">
              <a:spcBef>
                <a:spcPts val="1600"/>
              </a:spcBef>
              <a:spcAft>
                <a:spcPts val="0"/>
              </a:spcAft>
              <a:buClr>
                <a:schemeClr val="dk1"/>
              </a:buClr>
              <a:buSzPts val="1100"/>
              <a:buFont typeface="Arial"/>
              <a:buNone/>
            </a:pPr>
            <a:r>
              <a:t/>
            </a:r>
            <a:endParaRPr sz="1100">
              <a:solidFill>
                <a:schemeClr val="lt2"/>
              </a:solidFill>
            </a:endParaRPr>
          </a:p>
        </p:txBody>
      </p:sp>
      <p:sp>
        <p:nvSpPr>
          <p:cNvPr id="1247" name="Google Shape;1247;p51"/>
          <p:cNvSpPr txBox="1"/>
          <p:nvPr>
            <p:ph idx="7" type="title"/>
          </p:nvPr>
        </p:nvSpPr>
        <p:spPr>
          <a:xfrm>
            <a:off x="3595894" y="2477048"/>
            <a:ext cx="1159200" cy="754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1248" name="Google Shape;1248;p51"/>
          <p:cNvSpPr txBox="1"/>
          <p:nvPr>
            <p:ph idx="8" type="title"/>
          </p:nvPr>
        </p:nvSpPr>
        <p:spPr>
          <a:xfrm>
            <a:off x="3595894" y="3866406"/>
            <a:ext cx="1159200" cy="754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1249" name="Google Shape;1249;p51"/>
          <p:cNvSpPr txBox="1"/>
          <p:nvPr>
            <p:ph idx="9" type="title"/>
          </p:nvPr>
        </p:nvSpPr>
        <p:spPr>
          <a:xfrm>
            <a:off x="3929576" y="1087678"/>
            <a:ext cx="1159200" cy="754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04</a:t>
            </a:r>
            <a:endParaRPr/>
          </a:p>
        </p:txBody>
      </p:sp>
      <p:sp>
        <p:nvSpPr>
          <p:cNvPr id="1250" name="Google Shape;1250;p51"/>
          <p:cNvSpPr txBox="1"/>
          <p:nvPr>
            <p:ph idx="13" type="title"/>
          </p:nvPr>
        </p:nvSpPr>
        <p:spPr>
          <a:xfrm>
            <a:off x="3929576" y="2477060"/>
            <a:ext cx="1159200" cy="754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05</a:t>
            </a:r>
            <a:endParaRPr/>
          </a:p>
        </p:txBody>
      </p:sp>
      <p:sp>
        <p:nvSpPr>
          <p:cNvPr id="1251" name="Google Shape;1251;p51"/>
          <p:cNvSpPr txBox="1"/>
          <p:nvPr>
            <p:ph idx="14" type="title"/>
          </p:nvPr>
        </p:nvSpPr>
        <p:spPr>
          <a:xfrm>
            <a:off x="3929576" y="3866406"/>
            <a:ext cx="1159200" cy="754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06</a:t>
            </a:r>
            <a:endParaRPr/>
          </a:p>
        </p:txBody>
      </p:sp>
      <p:sp>
        <p:nvSpPr>
          <p:cNvPr id="1252" name="Google Shape;1252;p51"/>
          <p:cNvSpPr txBox="1"/>
          <p:nvPr>
            <p:ph idx="15" type="ctrTitle"/>
          </p:nvPr>
        </p:nvSpPr>
        <p:spPr>
          <a:xfrm>
            <a:off x="5158239" y="937525"/>
            <a:ext cx="2653200" cy="43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KNN</a:t>
            </a:r>
            <a:endParaRPr>
              <a:solidFill>
                <a:schemeClr val="lt2"/>
              </a:solidFill>
            </a:endParaRPr>
          </a:p>
        </p:txBody>
      </p:sp>
      <p:sp>
        <p:nvSpPr>
          <p:cNvPr id="1253" name="Google Shape;1253;p51"/>
          <p:cNvSpPr txBox="1"/>
          <p:nvPr>
            <p:ph idx="16" type="subTitle"/>
          </p:nvPr>
        </p:nvSpPr>
        <p:spPr>
          <a:xfrm>
            <a:off x="5158236" y="1310868"/>
            <a:ext cx="3337500" cy="606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 sz="1200">
                <a:solidFill>
                  <a:schemeClr val="dk1"/>
                </a:solidFill>
              </a:rPr>
              <a:t>Ability to handle multi-class problems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Simplicity and ease of implementation</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Robust to outliers</a:t>
            </a:r>
            <a:endParaRPr sz="1200">
              <a:solidFill>
                <a:schemeClr val="dk1"/>
              </a:solidFill>
            </a:endParaRPr>
          </a:p>
          <a:p>
            <a:pPr indent="0" lvl="0" marL="0" rtl="0" algn="l">
              <a:spcBef>
                <a:spcPts val="1600"/>
              </a:spcBef>
              <a:spcAft>
                <a:spcPts val="0"/>
              </a:spcAft>
              <a:buNone/>
            </a:pPr>
            <a:r>
              <a:t/>
            </a:r>
            <a:endParaRPr sz="1100">
              <a:solidFill>
                <a:schemeClr val="lt2"/>
              </a:solidFill>
            </a:endParaRPr>
          </a:p>
        </p:txBody>
      </p:sp>
      <p:sp>
        <p:nvSpPr>
          <p:cNvPr id="1254" name="Google Shape;1254;p51"/>
          <p:cNvSpPr txBox="1"/>
          <p:nvPr>
            <p:ph idx="17" type="ctrTitle"/>
          </p:nvPr>
        </p:nvSpPr>
        <p:spPr>
          <a:xfrm>
            <a:off x="5158239" y="3624739"/>
            <a:ext cx="2653200" cy="43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Bagged Decision Trees</a:t>
            </a:r>
            <a:endParaRPr>
              <a:solidFill>
                <a:schemeClr val="lt2"/>
              </a:solidFill>
            </a:endParaRPr>
          </a:p>
        </p:txBody>
      </p:sp>
      <p:sp>
        <p:nvSpPr>
          <p:cNvPr id="1255" name="Google Shape;1255;p51"/>
          <p:cNvSpPr txBox="1"/>
          <p:nvPr>
            <p:ph idx="19" type="ctrTitle"/>
          </p:nvPr>
        </p:nvSpPr>
        <p:spPr>
          <a:xfrm>
            <a:off x="5158235" y="2281138"/>
            <a:ext cx="3438900" cy="43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lt2"/>
                </a:solidFill>
              </a:rPr>
              <a:t>Naive Bayes</a:t>
            </a:r>
            <a:endParaRPr>
              <a:solidFill>
                <a:schemeClr val="lt2"/>
              </a:solidFill>
            </a:endParaRPr>
          </a:p>
        </p:txBody>
      </p:sp>
      <p:sp>
        <p:nvSpPr>
          <p:cNvPr id="1256" name="Google Shape;1256;p51"/>
          <p:cNvSpPr txBox="1"/>
          <p:nvPr>
            <p:ph idx="20" type="subTitle"/>
          </p:nvPr>
        </p:nvSpPr>
        <p:spPr>
          <a:xfrm>
            <a:off x="5158236" y="2417836"/>
            <a:ext cx="3698100" cy="38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lt2"/>
              </a:solidFill>
            </a:endParaRPr>
          </a:p>
          <a:p>
            <a:pPr indent="-304800" lvl="0" marL="457200" rtl="0" algn="l">
              <a:spcBef>
                <a:spcPts val="0"/>
              </a:spcBef>
              <a:spcAft>
                <a:spcPts val="0"/>
              </a:spcAft>
              <a:buClr>
                <a:schemeClr val="dk1"/>
              </a:buClr>
              <a:buSzPts val="1200"/>
              <a:buChar char="●"/>
            </a:pPr>
            <a:r>
              <a:rPr lang="en" sz="1200">
                <a:solidFill>
                  <a:schemeClr val="dk1"/>
                </a:solidFill>
              </a:rPr>
              <a:t>Simplicity and efficiency</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Handling high-dimensional data</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Fast training</a:t>
            </a:r>
            <a:endParaRPr sz="1200">
              <a:solidFill>
                <a:schemeClr val="dk1"/>
              </a:solidFill>
            </a:endParaRPr>
          </a:p>
          <a:p>
            <a:pPr indent="0" lvl="0" marL="0" rtl="0" algn="l">
              <a:spcBef>
                <a:spcPts val="1600"/>
              </a:spcBef>
              <a:spcAft>
                <a:spcPts val="0"/>
              </a:spcAft>
              <a:buClr>
                <a:schemeClr val="dk1"/>
              </a:buClr>
              <a:buSzPts val="1100"/>
              <a:buFont typeface="Arial"/>
              <a:buNone/>
            </a:pPr>
            <a:r>
              <a:t/>
            </a:r>
            <a:endParaRPr sz="1000">
              <a:solidFill>
                <a:schemeClr val="lt2"/>
              </a:solidFill>
            </a:endParaRPr>
          </a:p>
        </p:txBody>
      </p:sp>
      <p:cxnSp>
        <p:nvCxnSpPr>
          <p:cNvPr id="1257" name="Google Shape;1257;p51"/>
          <p:cNvCxnSpPr/>
          <p:nvPr/>
        </p:nvCxnSpPr>
        <p:spPr>
          <a:xfrm>
            <a:off x="758192" y="2303229"/>
            <a:ext cx="7135500" cy="0"/>
          </a:xfrm>
          <a:prstGeom prst="straightConnector1">
            <a:avLst/>
          </a:prstGeom>
          <a:noFill/>
          <a:ln cap="flat" cmpd="sng" w="19050">
            <a:solidFill>
              <a:schemeClr val="lt1"/>
            </a:solidFill>
            <a:prstDash val="solid"/>
            <a:round/>
            <a:headEnd len="med" w="med" type="oval"/>
            <a:tailEnd len="med" w="med" type="oval"/>
          </a:ln>
        </p:spPr>
      </p:cxnSp>
      <p:cxnSp>
        <p:nvCxnSpPr>
          <p:cNvPr id="1258" name="Google Shape;1258;p51"/>
          <p:cNvCxnSpPr/>
          <p:nvPr/>
        </p:nvCxnSpPr>
        <p:spPr>
          <a:xfrm>
            <a:off x="758192" y="3675912"/>
            <a:ext cx="7135500" cy="0"/>
          </a:xfrm>
          <a:prstGeom prst="straightConnector1">
            <a:avLst/>
          </a:prstGeom>
          <a:noFill/>
          <a:ln cap="flat" cmpd="sng" w="19050">
            <a:solidFill>
              <a:schemeClr val="lt1"/>
            </a:solidFill>
            <a:prstDash val="solid"/>
            <a:round/>
            <a:headEnd len="med" w="med" type="oval"/>
            <a:tailEnd len="med" w="med" type="oval"/>
          </a:ln>
        </p:spPr>
      </p:cxnSp>
      <p:sp>
        <p:nvSpPr>
          <p:cNvPr id="1259" name="Google Shape;1259;p51"/>
          <p:cNvSpPr txBox="1"/>
          <p:nvPr/>
        </p:nvSpPr>
        <p:spPr>
          <a:xfrm>
            <a:off x="2389000" y="130175"/>
            <a:ext cx="38739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600">
                <a:latin typeface="Viga"/>
                <a:ea typeface="Viga"/>
                <a:cs typeface="Viga"/>
                <a:sym typeface="Viga"/>
              </a:rPr>
              <a:t>Algorithms</a:t>
            </a:r>
            <a:endParaRPr b="1" sz="3600">
              <a:latin typeface="Viga"/>
              <a:ea typeface="Viga"/>
              <a:cs typeface="Viga"/>
              <a:sym typeface="Viga"/>
            </a:endParaRPr>
          </a:p>
        </p:txBody>
      </p:sp>
      <p:sp>
        <p:nvSpPr>
          <p:cNvPr id="1260" name="Google Shape;1260;p51"/>
          <p:cNvSpPr txBox="1"/>
          <p:nvPr>
            <p:ph idx="3" type="subTitle"/>
          </p:nvPr>
        </p:nvSpPr>
        <p:spPr>
          <a:xfrm>
            <a:off x="5158236" y="3974596"/>
            <a:ext cx="3540300" cy="7542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Char char="●"/>
            </a:pPr>
            <a:r>
              <a:rPr lang="en" sz="1200">
                <a:solidFill>
                  <a:schemeClr val="dk1"/>
                </a:solidFill>
              </a:rPr>
              <a:t>Reduction of overfitting</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Improved predictive accuracy</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Robustness to outliers and noisy data</a:t>
            </a:r>
            <a:endParaRPr sz="1200">
              <a:solidFill>
                <a:schemeClr val="dk1"/>
              </a:solidFill>
            </a:endParaRPr>
          </a:p>
          <a:p>
            <a:pPr indent="0" lvl="0" marL="0" rtl="0" algn="l">
              <a:spcBef>
                <a:spcPts val="1600"/>
              </a:spcBef>
              <a:spcAft>
                <a:spcPts val="0"/>
              </a:spcAft>
              <a:buNone/>
            </a:pPr>
            <a:r>
              <a:t/>
            </a:r>
            <a:endParaRPr sz="1200">
              <a:solidFill>
                <a:schemeClr val="lt2"/>
              </a:solidFill>
            </a:endParaRPr>
          </a:p>
        </p:txBody>
      </p:sp>
      <p:grpSp>
        <p:nvGrpSpPr>
          <p:cNvPr id="1261" name="Google Shape;1261;p51"/>
          <p:cNvGrpSpPr/>
          <p:nvPr/>
        </p:nvGrpSpPr>
        <p:grpSpPr>
          <a:xfrm>
            <a:off x="7736743" y="45538"/>
            <a:ext cx="1230250" cy="1227765"/>
            <a:chOff x="1233600" y="286800"/>
            <a:chExt cx="5151800" cy="5189200"/>
          </a:xfrm>
        </p:grpSpPr>
        <p:sp>
          <p:nvSpPr>
            <p:cNvPr id="1262" name="Google Shape;1262;p51"/>
            <p:cNvSpPr/>
            <p:nvPr/>
          </p:nvSpPr>
          <p:spPr>
            <a:xfrm>
              <a:off x="1943025" y="1626725"/>
              <a:ext cx="3843825" cy="2633725"/>
            </a:xfrm>
            <a:custGeom>
              <a:rect b="b" l="l" r="r" t="t"/>
              <a:pathLst>
                <a:path extrusionOk="0" h="105349" w="153753">
                  <a:moveTo>
                    <a:pt x="90" y="1"/>
                  </a:moveTo>
                  <a:cubicBezTo>
                    <a:pt x="41" y="1"/>
                    <a:pt x="1" y="40"/>
                    <a:pt x="1" y="90"/>
                  </a:cubicBezTo>
                  <a:lnTo>
                    <a:pt x="1" y="105349"/>
                  </a:lnTo>
                  <a:lnTo>
                    <a:pt x="153753" y="105349"/>
                  </a:lnTo>
                  <a:lnTo>
                    <a:pt x="153753" y="89"/>
                  </a:lnTo>
                  <a:cubicBezTo>
                    <a:pt x="153753" y="40"/>
                    <a:pt x="153713" y="1"/>
                    <a:pt x="153664" y="1"/>
                  </a:cubicBezTo>
                  <a:close/>
                </a:path>
              </a:pathLst>
            </a:cu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51"/>
            <p:cNvSpPr/>
            <p:nvPr/>
          </p:nvSpPr>
          <p:spPr>
            <a:xfrm>
              <a:off x="1383675" y="4303900"/>
              <a:ext cx="4965450" cy="1164325"/>
            </a:xfrm>
            <a:custGeom>
              <a:rect b="b" l="l" r="r" t="t"/>
              <a:pathLst>
                <a:path extrusionOk="0" h="46573" w="198618">
                  <a:moveTo>
                    <a:pt x="22375" y="0"/>
                  </a:moveTo>
                  <a:lnTo>
                    <a:pt x="935" y="41662"/>
                  </a:lnTo>
                  <a:cubicBezTo>
                    <a:pt x="1" y="43548"/>
                    <a:pt x="1780" y="46572"/>
                    <a:pt x="3884" y="46572"/>
                  </a:cubicBezTo>
                  <a:lnTo>
                    <a:pt x="194618" y="46572"/>
                  </a:lnTo>
                  <a:cubicBezTo>
                    <a:pt x="196723" y="46572"/>
                    <a:pt x="198618" y="43400"/>
                    <a:pt x="197684" y="41514"/>
                  </a:cubicBezTo>
                  <a:lnTo>
                    <a:pt x="176127"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51"/>
            <p:cNvSpPr/>
            <p:nvPr/>
          </p:nvSpPr>
          <p:spPr>
            <a:xfrm>
              <a:off x="1387725" y="4296075"/>
              <a:ext cx="4957300" cy="1179925"/>
            </a:xfrm>
            <a:custGeom>
              <a:rect b="b" l="l" r="r" t="t"/>
              <a:pathLst>
                <a:path extrusionOk="0" h="47197" w="198292">
                  <a:moveTo>
                    <a:pt x="175776" y="625"/>
                  </a:moveTo>
                  <a:lnTo>
                    <a:pt x="197243" y="41965"/>
                  </a:lnTo>
                  <a:cubicBezTo>
                    <a:pt x="197632" y="42750"/>
                    <a:pt x="197470" y="43923"/>
                    <a:pt x="196831" y="44952"/>
                  </a:cubicBezTo>
                  <a:cubicBezTo>
                    <a:pt x="196211" y="45952"/>
                    <a:pt x="195301" y="46573"/>
                    <a:pt x="194457" y="46573"/>
                  </a:cubicBezTo>
                  <a:lnTo>
                    <a:pt x="3722" y="46573"/>
                  </a:lnTo>
                  <a:cubicBezTo>
                    <a:pt x="2885" y="46573"/>
                    <a:pt x="2001" y="45986"/>
                    <a:pt x="1415" y="45042"/>
                  </a:cubicBezTo>
                  <a:cubicBezTo>
                    <a:pt x="793" y="44040"/>
                    <a:pt x="654" y="42917"/>
                    <a:pt x="1050" y="42117"/>
                  </a:cubicBezTo>
                  <a:lnTo>
                    <a:pt x="22404" y="625"/>
                  </a:lnTo>
                  <a:close/>
                  <a:moveTo>
                    <a:pt x="22023" y="1"/>
                  </a:moveTo>
                  <a:lnTo>
                    <a:pt x="494" y="41836"/>
                  </a:lnTo>
                  <a:cubicBezTo>
                    <a:pt x="0" y="42833"/>
                    <a:pt x="150" y="44186"/>
                    <a:pt x="886" y="45370"/>
                  </a:cubicBezTo>
                  <a:cubicBezTo>
                    <a:pt x="1595" y="46514"/>
                    <a:pt x="2655" y="47197"/>
                    <a:pt x="3722" y="47197"/>
                  </a:cubicBezTo>
                  <a:lnTo>
                    <a:pt x="194457" y="47197"/>
                  </a:lnTo>
                  <a:cubicBezTo>
                    <a:pt x="195515" y="47197"/>
                    <a:pt x="196628" y="46462"/>
                    <a:pt x="197360" y="45280"/>
                  </a:cubicBezTo>
                  <a:cubicBezTo>
                    <a:pt x="198122" y="44053"/>
                    <a:pt x="198291" y="42677"/>
                    <a:pt x="197799" y="41683"/>
                  </a:cubicBezTo>
                  <a:lnTo>
                    <a:pt x="176242" y="169"/>
                  </a:lnTo>
                  <a:lnTo>
                    <a:pt x="176155"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51"/>
            <p:cNvSpPr/>
            <p:nvPr/>
          </p:nvSpPr>
          <p:spPr>
            <a:xfrm>
              <a:off x="1393850" y="4260425"/>
              <a:ext cx="4942200" cy="1164325"/>
            </a:xfrm>
            <a:custGeom>
              <a:rect b="b" l="l" r="r" t="t"/>
              <a:pathLst>
                <a:path extrusionOk="0" h="46573" w="197688">
                  <a:moveTo>
                    <a:pt x="21968" y="1"/>
                  </a:moveTo>
                  <a:lnTo>
                    <a:pt x="935" y="42476"/>
                  </a:lnTo>
                  <a:cubicBezTo>
                    <a:pt x="0" y="44362"/>
                    <a:pt x="1373" y="46573"/>
                    <a:pt x="3477" y="46573"/>
                  </a:cubicBezTo>
                  <a:lnTo>
                    <a:pt x="194211" y="46573"/>
                  </a:lnTo>
                  <a:cubicBezTo>
                    <a:pt x="196316" y="46573"/>
                    <a:pt x="197687" y="44362"/>
                    <a:pt x="196754" y="42475"/>
                  </a:cubicBezTo>
                  <a:lnTo>
                    <a:pt x="17572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51"/>
            <p:cNvSpPr/>
            <p:nvPr/>
          </p:nvSpPr>
          <p:spPr>
            <a:xfrm>
              <a:off x="1398125" y="4252650"/>
              <a:ext cx="4933650" cy="1179900"/>
            </a:xfrm>
            <a:custGeom>
              <a:rect b="b" l="l" r="r" t="t"/>
              <a:pathLst>
                <a:path extrusionOk="0" h="47196" w="197346">
                  <a:moveTo>
                    <a:pt x="175355" y="624"/>
                  </a:moveTo>
                  <a:lnTo>
                    <a:pt x="196304" y="42925"/>
                  </a:lnTo>
                  <a:cubicBezTo>
                    <a:pt x="196691" y="43708"/>
                    <a:pt x="196647" y="44635"/>
                    <a:pt x="196186" y="45378"/>
                  </a:cubicBezTo>
                  <a:cubicBezTo>
                    <a:pt x="195725" y="46121"/>
                    <a:pt x="194914" y="46571"/>
                    <a:pt x="194041" y="46572"/>
                  </a:cubicBezTo>
                  <a:lnTo>
                    <a:pt x="3306" y="46572"/>
                  </a:lnTo>
                  <a:cubicBezTo>
                    <a:pt x="2432" y="46572"/>
                    <a:pt x="1621" y="46121"/>
                    <a:pt x="1160" y="45378"/>
                  </a:cubicBezTo>
                  <a:cubicBezTo>
                    <a:pt x="700" y="44636"/>
                    <a:pt x="655" y="43708"/>
                    <a:pt x="1043" y="42925"/>
                  </a:cubicBezTo>
                  <a:lnTo>
                    <a:pt x="21991" y="624"/>
                  </a:lnTo>
                  <a:close/>
                  <a:moveTo>
                    <a:pt x="21797" y="0"/>
                  </a:moveTo>
                  <a:cubicBezTo>
                    <a:pt x="21679" y="0"/>
                    <a:pt x="21571" y="68"/>
                    <a:pt x="21518" y="174"/>
                  </a:cubicBezTo>
                  <a:lnTo>
                    <a:pt x="484" y="42649"/>
                  </a:lnTo>
                  <a:cubicBezTo>
                    <a:pt x="0" y="43626"/>
                    <a:pt x="56" y="44782"/>
                    <a:pt x="630" y="45708"/>
                  </a:cubicBezTo>
                  <a:cubicBezTo>
                    <a:pt x="1204" y="46633"/>
                    <a:pt x="2217" y="47195"/>
                    <a:pt x="3306" y="47195"/>
                  </a:cubicBezTo>
                  <a:lnTo>
                    <a:pt x="194041" y="47195"/>
                  </a:lnTo>
                  <a:cubicBezTo>
                    <a:pt x="195130" y="47194"/>
                    <a:pt x="196141" y="46632"/>
                    <a:pt x="196716" y="45706"/>
                  </a:cubicBezTo>
                  <a:cubicBezTo>
                    <a:pt x="197290" y="44781"/>
                    <a:pt x="197345" y="43625"/>
                    <a:pt x="196863" y="42648"/>
                  </a:cubicBezTo>
                  <a:lnTo>
                    <a:pt x="175828" y="174"/>
                  </a:lnTo>
                  <a:cubicBezTo>
                    <a:pt x="175776" y="68"/>
                    <a:pt x="175668" y="0"/>
                    <a:pt x="1755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51"/>
            <p:cNvSpPr/>
            <p:nvPr/>
          </p:nvSpPr>
          <p:spPr>
            <a:xfrm>
              <a:off x="2175875" y="1835275"/>
              <a:ext cx="3378150" cy="2216650"/>
            </a:xfrm>
            <a:custGeom>
              <a:rect b="b" l="l" r="r" t="t"/>
              <a:pathLst>
                <a:path extrusionOk="0" h="88666" w="135126">
                  <a:moveTo>
                    <a:pt x="1" y="1"/>
                  </a:moveTo>
                  <a:lnTo>
                    <a:pt x="1" y="88666"/>
                  </a:lnTo>
                  <a:lnTo>
                    <a:pt x="135126" y="88666"/>
                  </a:lnTo>
                  <a:lnTo>
                    <a:pt x="13512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51"/>
            <p:cNvSpPr/>
            <p:nvPr/>
          </p:nvSpPr>
          <p:spPr>
            <a:xfrm>
              <a:off x="2168075" y="1827500"/>
              <a:ext cx="3393750" cy="2232225"/>
            </a:xfrm>
            <a:custGeom>
              <a:rect b="b" l="l" r="r" t="t"/>
              <a:pathLst>
                <a:path extrusionOk="0" h="89289" w="135750">
                  <a:moveTo>
                    <a:pt x="135127" y="623"/>
                  </a:moveTo>
                  <a:lnTo>
                    <a:pt x="135127" y="88665"/>
                  </a:lnTo>
                  <a:lnTo>
                    <a:pt x="624" y="88665"/>
                  </a:lnTo>
                  <a:lnTo>
                    <a:pt x="624" y="623"/>
                  </a:lnTo>
                  <a:close/>
                  <a:moveTo>
                    <a:pt x="0" y="0"/>
                  </a:moveTo>
                  <a:lnTo>
                    <a:pt x="0" y="89288"/>
                  </a:lnTo>
                  <a:lnTo>
                    <a:pt x="135749" y="89288"/>
                  </a:lnTo>
                  <a:lnTo>
                    <a:pt x="135749"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51"/>
            <p:cNvSpPr/>
            <p:nvPr/>
          </p:nvSpPr>
          <p:spPr>
            <a:xfrm>
              <a:off x="2263650" y="2845375"/>
              <a:ext cx="3215025" cy="1126650"/>
            </a:xfrm>
            <a:custGeom>
              <a:rect b="b" l="l" r="r" t="t"/>
              <a:pathLst>
                <a:path extrusionOk="0" h="45066" w="128601">
                  <a:moveTo>
                    <a:pt x="1" y="0"/>
                  </a:moveTo>
                  <a:lnTo>
                    <a:pt x="1" y="45066"/>
                  </a:lnTo>
                  <a:lnTo>
                    <a:pt x="128601" y="45066"/>
                  </a:lnTo>
                  <a:lnTo>
                    <a:pt x="128601" y="0"/>
                  </a:ln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51"/>
            <p:cNvSpPr/>
            <p:nvPr/>
          </p:nvSpPr>
          <p:spPr>
            <a:xfrm>
              <a:off x="2344125" y="3343550"/>
              <a:ext cx="330500" cy="330525"/>
            </a:xfrm>
            <a:custGeom>
              <a:rect b="b" l="l" r="r" t="t"/>
              <a:pathLst>
                <a:path extrusionOk="0" h="13221" w="13220">
                  <a:moveTo>
                    <a:pt x="6611" y="4013"/>
                  </a:moveTo>
                  <a:cubicBezTo>
                    <a:pt x="7296" y="4013"/>
                    <a:pt x="7957" y="4284"/>
                    <a:pt x="8446" y="4773"/>
                  </a:cubicBezTo>
                  <a:cubicBezTo>
                    <a:pt x="8998" y="5326"/>
                    <a:pt x="9273" y="6098"/>
                    <a:pt x="9194" y="6874"/>
                  </a:cubicBezTo>
                  <a:cubicBezTo>
                    <a:pt x="9073" y="8090"/>
                    <a:pt x="8091" y="9073"/>
                    <a:pt x="6876" y="9193"/>
                  </a:cubicBezTo>
                  <a:cubicBezTo>
                    <a:pt x="6787" y="9202"/>
                    <a:pt x="6699" y="9207"/>
                    <a:pt x="6611" y="9207"/>
                  </a:cubicBezTo>
                  <a:cubicBezTo>
                    <a:pt x="5926" y="9207"/>
                    <a:pt x="5263" y="8935"/>
                    <a:pt x="4774" y="8446"/>
                  </a:cubicBezTo>
                  <a:cubicBezTo>
                    <a:pt x="4222" y="7893"/>
                    <a:pt x="3948" y="7121"/>
                    <a:pt x="4027" y="6345"/>
                  </a:cubicBezTo>
                  <a:cubicBezTo>
                    <a:pt x="4148" y="5130"/>
                    <a:pt x="5131" y="4146"/>
                    <a:pt x="6345" y="4027"/>
                  </a:cubicBezTo>
                  <a:cubicBezTo>
                    <a:pt x="6434" y="4018"/>
                    <a:pt x="6522" y="4013"/>
                    <a:pt x="6611" y="4013"/>
                  </a:cubicBezTo>
                  <a:close/>
                  <a:moveTo>
                    <a:pt x="6043" y="1"/>
                  </a:moveTo>
                  <a:cubicBezTo>
                    <a:pt x="5707" y="1"/>
                    <a:pt x="5435" y="273"/>
                    <a:pt x="5435" y="608"/>
                  </a:cubicBezTo>
                  <a:lnTo>
                    <a:pt x="5435" y="1485"/>
                  </a:lnTo>
                  <a:cubicBezTo>
                    <a:pt x="4861" y="1616"/>
                    <a:pt x="4314" y="1842"/>
                    <a:pt x="3816" y="2156"/>
                  </a:cubicBezTo>
                  <a:lnTo>
                    <a:pt x="3197" y="1536"/>
                  </a:lnTo>
                  <a:cubicBezTo>
                    <a:pt x="3078" y="1417"/>
                    <a:pt x="2922" y="1358"/>
                    <a:pt x="2767" y="1358"/>
                  </a:cubicBezTo>
                  <a:cubicBezTo>
                    <a:pt x="2612" y="1358"/>
                    <a:pt x="2456" y="1417"/>
                    <a:pt x="2337" y="1536"/>
                  </a:cubicBezTo>
                  <a:lnTo>
                    <a:pt x="1536" y="2339"/>
                  </a:lnTo>
                  <a:cubicBezTo>
                    <a:pt x="1298" y="2576"/>
                    <a:pt x="1298" y="2960"/>
                    <a:pt x="1536" y="3197"/>
                  </a:cubicBezTo>
                  <a:lnTo>
                    <a:pt x="2155" y="3817"/>
                  </a:lnTo>
                  <a:cubicBezTo>
                    <a:pt x="1841" y="4315"/>
                    <a:pt x="1615" y="4862"/>
                    <a:pt x="1485" y="5436"/>
                  </a:cubicBezTo>
                  <a:lnTo>
                    <a:pt x="608" y="5436"/>
                  </a:lnTo>
                  <a:cubicBezTo>
                    <a:pt x="272" y="5436"/>
                    <a:pt x="0" y="5708"/>
                    <a:pt x="0" y="6044"/>
                  </a:cubicBezTo>
                  <a:lnTo>
                    <a:pt x="0" y="7179"/>
                  </a:lnTo>
                  <a:cubicBezTo>
                    <a:pt x="0" y="7514"/>
                    <a:pt x="272" y="7786"/>
                    <a:pt x="608" y="7786"/>
                  </a:cubicBezTo>
                  <a:lnTo>
                    <a:pt x="1485" y="7786"/>
                  </a:lnTo>
                  <a:cubicBezTo>
                    <a:pt x="1615" y="8360"/>
                    <a:pt x="1841" y="8906"/>
                    <a:pt x="2155" y="9404"/>
                  </a:cubicBezTo>
                  <a:lnTo>
                    <a:pt x="1536" y="10024"/>
                  </a:lnTo>
                  <a:cubicBezTo>
                    <a:pt x="1298" y="10261"/>
                    <a:pt x="1298" y="10646"/>
                    <a:pt x="1536" y="10882"/>
                  </a:cubicBezTo>
                  <a:lnTo>
                    <a:pt x="2340" y="11684"/>
                  </a:lnTo>
                  <a:cubicBezTo>
                    <a:pt x="2458" y="11803"/>
                    <a:pt x="2613" y="11862"/>
                    <a:pt x="2768" y="11862"/>
                  </a:cubicBezTo>
                  <a:cubicBezTo>
                    <a:pt x="2924" y="11862"/>
                    <a:pt x="3079" y="11803"/>
                    <a:pt x="3198" y="11684"/>
                  </a:cubicBezTo>
                  <a:lnTo>
                    <a:pt x="3817" y="11064"/>
                  </a:lnTo>
                  <a:cubicBezTo>
                    <a:pt x="4315" y="11378"/>
                    <a:pt x="4862" y="11604"/>
                    <a:pt x="5437" y="11736"/>
                  </a:cubicBezTo>
                  <a:lnTo>
                    <a:pt x="5437" y="12613"/>
                  </a:lnTo>
                  <a:cubicBezTo>
                    <a:pt x="5437" y="12948"/>
                    <a:pt x="5708" y="13220"/>
                    <a:pt x="6044" y="13220"/>
                  </a:cubicBezTo>
                  <a:lnTo>
                    <a:pt x="7179" y="13220"/>
                  </a:lnTo>
                  <a:cubicBezTo>
                    <a:pt x="7515" y="13220"/>
                    <a:pt x="7787" y="12948"/>
                    <a:pt x="7787" y="12613"/>
                  </a:cubicBezTo>
                  <a:lnTo>
                    <a:pt x="7787" y="11736"/>
                  </a:lnTo>
                  <a:cubicBezTo>
                    <a:pt x="8360" y="11606"/>
                    <a:pt x="8907" y="11378"/>
                    <a:pt x="9405" y="11066"/>
                  </a:cubicBezTo>
                  <a:lnTo>
                    <a:pt x="10024" y="11685"/>
                  </a:lnTo>
                  <a:cubicBezTo>
                    <a:pt x="10143" y="11804"/>
                    <a:pt x="10299" y="11863"/>
                    <a:pt x="10454" y="11863"/>
                  </a:cubicBezTo>
                  <a:cubicBezTo>
                    <a:pt x="10610" y="11863"/>
                    <a:pt x="10765" y="11804"/>
                    <a:pt x="10884" y="11685"/>
                  </a:cubicBezTo>
                  <a:lnTo>
                    <a:pt x="11687" y="10882"/>
                  </a:lnTo>
                  <a:cubicBezTo>
                    <a:pt x="11923" y="10645"/>
                    <a:pt x="11923" y="10260"/>
                    <a:pt x="11687" y="10024"/>
                  </a:cubicBezTo>
                  <a:lnTo>
                    <a:pt x="11067" y="9404"/>
                  </a:lnTo>
                  <a:cubicBezTo>
                    <a:pt x="11380" y="8906"/>
                    <a:pt x="11606" y="8358"/>
                    <a:pt x="11737" y="7785"/>
                  </a:cubicBezTo>
                  <a:lnTo>
                    <a:pt x="12613" y="7785"/>
                  </a:lnTo>
                  <a:cubicBezTo>
                    <a:pt x="12948" y="7784"/>
                    <a:pt x="13220" y="7512"/>
                    <a:pt x="13220" y="7178"/>
                  </a:cubicBezTo>
                  <a:lnTo>
                    <a:pt x="13220" y="6042"/>
                  </a:lnTo>
                  <a:cubicBezTo>
                    <a:pt x="13220" y="5707"/>
                    <a:pt x="12948" y="5435"/>
                    <a:pt x="12612" y="5435"/>
                  </a:cubicBezTo>
                  <a:lnTo>
                    <a:pt x="11735" y="5435"/>
                  </a:lnTo>
                  <a:cubicBezTo>
                    <a:pt x="11605" y="4862"/>
                    <a:pt x="11379" y="4314"/>
                    <a:pt x="11065" y="3816"/>
                  </a:cubicBezTo>
                  <a:lnTo>
                    <a:pt x="11686" y="3197"/>
                  </a:lnTo>
                  <a:cubicBezTo>
                    <a:pt x="11922" y="2960"/>
                    <a:pt x="11922" y="2576"/>
                    <a:pt x="11686" y="2338"/>
                  </a:cubicBezTo>
                  <a:lnTo>
                    <a:pt x="10883" y="1535"/>
                  </a:lnTo>
                  <a:cubicBezTo>
                    <a:pt x="10764" y="1417"/>
                    <a:pt x="10608" y="1358"/>
                    <a:pt x="10453" y="1358"/>
                  </a:cubicBezTo>
                  <a:cubicBezTo>
                    <a:pt x="10298" y="1358"/>
                    <a:pt x="10143" y="1417"/>
                    <a:pt x="10024" y="1535"/>
                  </a:cubicBezTo>
                  <a:lnTo>
                    <a:pt x="9405" y="2155"/>
                  </a:lnTo>
                  <a:cubicBezTo>
                    <a:pt x="8906" y="1842"/>
                    <a:pt x="8359" y="1616"/>
                    <a:pt x="7786" y="1485"/>
                  </a:cubicBezTo>
                  <a:lnTo>
                    <a:pt x="7786" y="608"/>
                  </a:lnTo>
                  <a:cubicBezTo>
                    <a:pt x="7786" y="273"/>
                    <a:pt x="7513" y="1"/>
                    <a:pt x="717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51"/>
            <p:cNvSpPr/>
            <p:nvPr/>
          </p:nvSpPr>
          <p:spPr>
            <a:xfrm>
              <a:off x="2611625" y="3542250"/>
              <a:ext cx="330475" cy="330525"/>
            </a:xfrm>
            <a:custGeom>
              <a:rect b="b" l="l" r="r" t="t"/>
              <a:pathLst>
                <a:path extrusionOk="0" h="13221" w="13219">
                  <a:moveTo>
                    <a:pt x="6610" y="4014"/>
                  </a:moveTo>
                  <a:cubicBezTo>
                    <a:pt x="7295" y="4014"/>
                    <a:pt x="7957" y="4285"/>
                    <a:pt x="8446" y="4774"/>
                  </a:cubicBezTo>
                  <a:cubicBezTo>
                    <a:pt x="8998" y="5326"/>
                    <a:pt x="9272" y="6098"/>
                    <a:pt x="9193" y="6875"/>
                  </a:cubicBezTo>
                  <a:cubicBezTo>
                    <a:pt x="9072" y="8090"/>
                    <a:pt x="8091" y="9073"/>
                    <a:pt x="6875" y="9193"/>
                  </a:cubicBezTo>
                  <a:cubicBezTo>
                    <a:pt x="6786" y="9202"/>
                    <a:pt x="6698" y="9207"/>
                    <a:pt x="6610" y="9207"/>
                  </a:cubicBezTo>
                  <a:cubicBezTo>
                    <a:pt x="5925" y="9207"/>
                    <a:pt x="5263" y="8936"/>
                    <a:pt x="4774" y="8447"/>
                  </a:cubicBezTo>
                  <a:cubicBezTo>
                    <a:pt x="4222" y="7894"/>
                    <a:pt x="3948" y="7122"/>
                    <a:pt x="4027" y="6346"/>
                  </a:cubicBezTo>
                  <a:cubicBezTo>
                    <a:pt x="4148" y="5131"/>
                    <a:pt x="5129" y="4147"/>
                    <a:pt x="6345" y="4028"/>
                  </a:cubicBezTo>
                  <a:cubicBezTo>
                    <a:pt x="6434" y="4019"/>
                    <a:pt x="6522" y="4014"/>
                    <a:pt x="6610" y="4014"/>
                  </a:cubicBezTo>
                  <a:close/>
                  <a:moveTo>
                    <a:pt x="6042" y="1"/>
                  </a:moveTo>
                  <a:cubicBezTo>
                    <a:pt x="5706" y="1"/>
                    <a:pt x="5434" y="272"/>
                    <a:pt x="5434" y="608"/>
                  </a:cubicBezTo>
                  <a:lnTo>
                    <a:pt x="5434" y="1484"/>
                  </a:lnTo>
                  <a:cubicBezTo>
                    <a:pt x="4861" y="1615"/>
                    <a:pt x="4313" y="1842"/>
                    <a:pt x="3816" y="2154"/>
                  </a:cubicBezTo>
                  <a:lnTo>
                    <a:pt x="3196" y="1535"/>
                  </a:lnTo>
                  <a:cubicBezTo>
                    <a:pt x="3077" y="1417"/>
                    <a:pt x="2922" y="1358"/>
                    <a:pt x="2767" y="1358"/>
                  </a:cubicBezTo>
                  <a:cubicBezTo>
                    <a:pt x="2612" y="1358"/>
                    <a:pt x="2456" y="1417"/>
                    <a:pt x="2337" y="1535"/>
                  </a:cubicBezTo>
                  <a:lnTo>
                    <a:pt x="1534" y="2338"/>
                  </a:lnTo>
                  <a:cubicBezTo>
                    <a:pt x="1298" y="2575"/>
                    <a:pt x="1298" y="2960"/>
                    <a:pt x="1534" y="3197"/>
                  </a:cubicBezTo>
                  <a:lnTo>
                    <a:pt x="2154" y="3817"/>
                  </a:lnTo>
                  <a:cubicBezTo>
                    <a:pt x="1841" y="4315"/>
                    <a:pt x="1614" y="4861"/>
                    <a:pt x="1484" y="5435"/>
                  </a:cubicBezTo>
                  <a:lnTo>
                    <a:pt x="608" y="5435"/>
                  </a:lnTo>
                  <a:cubicBezTo>
                    <a:pt x="272" y="5435"/>
                    <a:pt x="0" y="5706"/>
                    <a:pt x="0" y="6042"/>
                  </a:cubicBezTo>
                  <a:lnTo>
                    <a:pt x="0" y="7178"/>
                  </a:lnTo>
                  <a:cubicBezTo>
                    <a:pt x="0" y="7513"/>
                    <a:pt x="272" y="7785"/>
                    <a:pt x="608" y="7785"/>
                  </a:cubicBezTo>
                  <a:lnTo>
                    <a:pt x="1484" y="7785"/>
                  </a:lnTo>
                  <a:cubicBezTo>
                    <a:pt x="1614" y="8358"/>
                    <a:pt x="1841" y="8906"/>
                    <a:pt x="2154" y="9404"/>
                  </a:cubicBezTo>
                  <a:lnTo>
                    <a:pt x="1534" y="10024"/>
                  </a:lnTo>
                  <a:cubicBezTo>
                    <a:pt x="1298" y="10261"/>
                    <a:pt x="1298" y="10646"/>
                    <a:pt x="1534" y="10882"/>
                  </a:cubicBezTo>
                  <a:lnTo>
                    <a:pt x="2337" y="11685"/>
                  </a:lnTo>
                  <a:cubicBezTo>
                    <a:pt x="2456" y="11804"/>
                    <a:pt x="2612" y="11863"/>
                    <a:pt x="2767" y="11863"/>
                  </a:cubicBezTo>
                  <a:cubicBezTo>
                    <a:pt x="2922" y="11863"/>
                    <a:pt x="3077" y="11804"/>
                    <a:pt x="3196" y="11685"/>
                  </a:cubicBezTo>
                  <a:lnTo>
                    <a:pt x="3816" y="11065"/>
                  </a:lnTo>
                  <a:cubicBezTo>
                    <a:pt x="4313" y="11379"/>
                    <a:pt x="4861" y="11605"/>
                    <a:pt x="5434" y="11736"/>
                  </a:cubicBezTo>
                  <a:lnTo>
                    <a:pt x="5434" y="12613"/>
                  </a:lnTo>
                  <a:cubicBezTo>
                    <a:pt x="5434" y="12947"/>
                    <a:pt x="5706" y="13220"/>
                    <a:pt x="6042" y="13220"/>
                  </a:cubicBezTo>
                  <a:lnTo>
                    <a:pt x="7177" y="13220"/>
                  </a:lnTo>
                  <a:cubicBezTo>
                    <a:pt x="7513" y="13220"/>
                    <a:pt x="7785" y="12947"/>
                    <a:pt x="7785" y="12613"/>
                  </a:cubicBezTo>
                  <a:lnTo>
                    <a:pt x="7785" y="11736"/>
                  </a:lnTo>
                  <a:cubicBezTo>
                    <a:pt x="8358" y="11605"/>
                    <a:pt x="8906" y="11378"/>
                    <a:pt x="9403" y="11065"/>
                  </a:cubicBezTo>
                  <a:lnTo>
                    <a:pt x="10023" y="11685"/>
                  </a:lnTo>
                  <a:cubicBezTo>
                    <a:pt x="10142" y="11804"/>
                    <a:pt x="10297" y="11863"/>
                    <a:pt x="10452" y="11863"/>
                  </a:cubicBezTo>
                  <a:cubicBezTo>
                    <a:pt x="10607" y="11863"/>
                    <a:pt x="10763" y="11804"/>
                    <a:pt x="10881" y="11685"/>
                  </a:cubicBezTo>
                  <a:lnTo>
                    <a:pt x="11684" y="10882"/>
                  </a:lnTo>
                  <a:cubicBezTo>
                    <a:pt x="11921" y="10646"/>
                    <a:pt x="11921" y="10261"/>
                    <a:pt x="11684" y="10024"/>
                  </a:cubicBezTo>
                  <a:lnTo>
                    <a:pt x="11065" y="9404"/>
                  </a:lnTo>
                  <a:cubicBezTo>
                    <a:pt x="11377" y="8906"/>
                    <a:pt x="11604" y="8358"/>
                    <a:pt x="11735" y="7785"/>
                  </a:cubicBezTo>
                  <a:lnTo>
                    <a:pt x="12611" y="7785"/>
                  </a:lnTo>
                  <a:cubicBezTo>
                    <a:pt x="12947" y="7785"/>
                    <a:pt x="13219" y="7513"/>
                    <a:pt x="13219" y="7178"/>
                  </a:cubicBezTo>
                  <a:lnTo>
                    <a:pt x="13219" y="6042"/>
                  </a:lnTo>
                  <a:cubicBezTo>
                    <a:pt x="13219" y="5706"/>
                    <a:pt x="12947" y="5435"/>
                    <a:pt x="12611" y="5435"/>
                  </a:cubicBezTo>
                  <a:lnTo>
                    <a:pt x="11735" y="5435"/>
                  </a:lnTo>
                  <a:cubicBezTo>
                    <a:pt x="11604" y="4861"/>
                    <a:pt x="11377" y="4315"/>
                    <a:pt x="11065" y="3817"/>
                  </a:cubicBezTo>
                  <a:lnTo>
                    <a:pt x="11684" y="3197"/>
                  </a:lnTo>
                  <a:cubicBezTo>
                    <a:pt x="11921" y="2960"/>
                    <a:pt x="11921" y="2575"/>
                    <a:pt x="11684" y="2338"/>
                  </a:cubicBezTo>
                  <a:lnTo>
                    <a:pt x="10881" y="1535"/>
                  </a:lnTo>
                  <a:cubicBezTo>
                    <a:pt x="10763" y="1417"/>
                    <a:pt x="10607" y="1358"/>
                    <a:pt x="10452" y="1358"/>
                  </a:cubicBezTo>
                  <a:cubicBezTo>
                    <a:pt x="10297" y="1358"/>
                    <a:pt x="10142" y="1417"/>
                    <a:pt x="10023" y="1535"/>
                  </a:cubicBezTo>
                  <a:lnTo>
                    <a:pt x="9403" y="2154"/>
                  </a:lnTo>
                  <a:cubicBezTo>
                    <a:pt x="8906" y="1842"/>
                    <a:pt x="8358" y="1615"/>
                    <a:pt x="7785" y="1484"/>
                  </a:cubicBezTo>
                  <a:lnTo>
                    <a:pt x="7785" y="608"/>
                  </a:lnTo>
                  <a:cubicBezTo>
                    <a:pt x="7785" y="272"/>
                    <a:pt x="7513" y="1"/>
                    <a:pt x="717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51"/>
            <p:cNvSpPr/>
            <p:nvPr/>
          </p:nvSpPr>
          <p:spPr>
            <a:xfrm>
              <a:off x="2383000" y="2940375"/>
              <a:ext cx="596350" cy="13525"/>
            </a:xfrm>
            <a:custGeom>
              <a:rect b="b" l="l" r="r" t="t"/>
              <a:pathLst>
                <a:path extrusionOk="0" h="541" w="23854">
                  <a:moveTo>
                    <a:pt x="271" y="1"/>
                  </a:moveTo>
                  <a:cubicBezTo>
                    <a:pt x="122" y="1"/>
                    <a:pt x="0" y="121"/>
                    <a:pt x="0" y="271"/>
                  </a:cubicBezTo>
                  <a:cubicBezTo>
                    <a:pt x="0" y="420"/>
                    <a:pt x="122" y="541"/>
                    <a:pt x="271" y="541"/>
                  </a:cubicBezTo>
                  <a:lnTo>
                    <a:pt x="23583" y="541"/>
                  </a:lnTo>
                  <a:cubicBezTo>
                    <a:pt x="23733" y="541"/>
                    <a:pt x="23853" y="420"/>
                    <a:pt x="23853" y="271"/>
                  </a:cubicBezTo>
                  <a:cubicBezTo>
                    <a:pt x="23853" y="121"/>
                    <a:pt x="23733" y="1"/>
                    <a:pt x="235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51"/>
            <p:cNvSpPr/>
            <p:nvPr/>
          </p:nvSpPr>
          <p:spPr>
            <a:xfrm>
              <a:off x="2382850" y="3024450"/>
              <a:ext cx="596675" cy="13525"/>
            </a:xfrm>
            <a:custGeom>
              <a:rect b="b" l="l" r="r" t="t"/>
              <a:pathLst>
                <a:path extrusionOk="0" h="541" w="23867">
                  <a:moveTo>
                    <a:pt x="271" y="1"/>
                  </a:moveTo>
                  <a:cubicBezTo>
                    <a:pt x="122" y="1"/>
                    <a:pt x="1" y="121"/>
                    <a:pt x="1" y="270"/>
                  </a:cubicBezTo>
                  <a:cubicBezTo>
                    <a:pt x="1" y="421"/>
                    <a:pt x="122" y="541"/>
                    <a:pt x="271" y="541"/>
                  </a:cubicBezTo>
                  <a:cubicBezTo>
                    <a:pt x="273" y="541"/>
                    <a:pt x="275" y="541"/>
                    <a:pt x="277" y="541"/>
                  </a:cubicBezTo>
                  <a:lnTo>
                    <a:pt x="23589" y="541"/>
                  </a:lnTo>
                  <a:cubicBezTo>
                    <a:pt x="23591" y="541"/>
                    <a:pt x="23593" y="541"/>
                    <a:pt x="23595" y="541"/>
                  </a:cubicBezTo>
                  <a:cubicBezTo>
                    <a:pt x="23745" y="541"/>
                    <a:pt x="23866" y="421"/>
                    <a:pt x="23866" y="270"/>
                  </a:cubicBezTo>
                  <a:cubicBezTo>
                    <a:pt x="23866" y="121"/>
                    <a:pt x="23745" y="1"/>
                    <a:pt x="23595" y="1"/>
                  </a:cubicBezTo>
                  <a:cubicBezTo>
                    <a:pt x="23593" y="1"/>
                    <a:pt x="23591" y="1"/>
                    <a:pt x="23589" y="1"/>
                  </a:cubicBezTo>
                  <a:lnTo>
                    <a:pt x="277" y="1"/>
                  </a:lnTo>
                  <a:cubicBezTo>
                    <a:pt x="275" y="1"/>
                    <a:pt x="273" y="1"/>
                    <a:pt x="27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51"/>
            <p:cNvSpPr/>
            <p:nvPr/>
          </p:nvSpPr>
          <p:spPr>
            <a:xfrm>
              <a:off x="2382850" y="3108525"/>
              <a:ext cx="596675" cy="13525"/>
            </a:xfrm>
            <a:custGeom>
              <a:rect b="b" l="l" r="r" t="t"/>
              <a:pathLst>
                <a:path extrusionOk="0" h="541" w="23867">
                  <a:moveTo>
                    <a:pt x="271" y="1"/>
                  </a:moveTo>
                  <a:cubicBezTo>
                    <a:pt x="122" y="1"/>
                    <a:pt x="1" y="121"/>
                    <a:pt x="1" y="270"/>
                  </a:cubicBezTo>
                  <a:cubicBezTo>
                    <a:pt x="1" y="421"/>
                    <a:pt x="122" y="541"/>
                    <a:pt x="271" y="541"/>
                  </a:cubicBezTo>
                  <a:cubicBezTo>
                    <a:pt x="273" y="541"/>
                    <a:pt x="275" y="541"/>
                    <a:pt x="277" y="541"/>
                  </a:cubicBezTo>
                  <a:lnTo>
                    <a:pt x="23589" y="541"/>
                  </a:lnTo>
                  <a:cubicBezTo>
                    <a:pt x="23591" y="541"/>
                    <a:pt x="23593" y="541"/>
                    <a:pt x="23595" y="541"/>
                  </a:cubicBezTo>
                  <a:cubicBezTo>
                    <a:pt x="23745" y="541"/>
                    <a:pt x="23866" y="421"/>
                    <a:pt x="23866" y="270"/>
                  </a:cubicBezTo>
                  <a:cubicBezTo>
                    <a:pt x="23866" y="121"/>
                    <a:pt x="23745" y="1"/>
                    <a:pt x="23595" y="1"/>
                  </a:cubicBezTo>
                  <a:cubicBezTo>
                    <a:pt x="23593" y="1"/>
                    <a:pt x="23591" y="1"/>
                    <a:pt x="23589" y="1"/>
                  </a:cubicBezTo>
                  <a:lnTo>
                    <a:pt x="277" y="1"/>
                  </a:lnTo>
                  <a:cubicBezTo>
                    <a:pt x="275" y="1"/>
                    <a:pt x="273" y="1"/>
                    <a:pt x="27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51"/>
            <p:cNvSpPr/>
            <p:nvPr/>
          </p:nvSpPr>
          <p:spPr>
            <a:xfrm>
              <a:off x="2382850" y="3192600"/>
              <a:ext cx="596675" cy="13550"/>
            </a:xfrm>
            <a:custGeom>
              <a:rect b="b" l="l" r="r" t="t"/>
              <a:pathLst>
                <a:path extrusionOk="0" h="542" w="23867">
                  <a:moveTo>
                    <a:pt x="271" y="1"/>
                  </a:moveTo>
                  <a:cubicBezTo>
                    <a:pt x="122" y="1"/>
                    <a:pt x="1" y="121"/>
                    <a:pt x="1" y="270"/>
                  </a:cubicBezTo>
                  <a:cubicBezTo>
                    <a:pt x="1" y="421"/>
                    <a:pt x="122" y="541"/>
                    <a:pt x="271" y="541"/>
                  </a:cubicBezTo>
                  <a:cubicBezTo>
                    <a:pt x="273" y="541"/>
                    <a:pt x="275" y="541"/>
                    <a:pt x="277" y="541"/>
                  </a:cubicBezTo>
                  <a:lnTo>
                    <a:pt x="23589" y="541"/>
                  </a:lnTo>
                  <a:cubicBezTo>
                    <a:pt x="23591" y="541"/>
                    <a:pt x="23593" y="541"/>
                    <a:pt x="23595" y="541"/>
                  </a:cubicBezTo>
                  <a:cubicBezTo>
                    <a:pt x="23745" y="541"/>
                    <a:pt x="23866" y="421"/>
                    <a:pt x="23866" y="270"/>
                  </a:cubicBezTo>
                  <a:cubicBezTo>
                    <a:pt x="23866" y="121"/>
                    <a:pt x="23745" y="1"/>
                    <a:pt x="23595" y="1"/>
                  </a:cubicBezTo>
                  <a:cubicBezTo>
                    <a:pt x="23593" y="1"/>
                    <a:pt x="23591" y="1"/>
                    <a:pt x="23589" y="1"/>
                  </a:cubicBezTo>
                  <a:lnTo>
                    <a:pt x="277" y="1"/>
                  </a:lnTo>
                  <a:cubicBezTo>
                    <a:pt x="275" y="1"/>
                    <a:pt x="273" y="1"/>
                    <a:pt x="27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51"/>
            <p:cNvSpPr/>
            <p:nvPr/>
          </p:nvSpPr>
          <p:spPr>
            <a:xfrm>
              <a:off x="2263650" y="1939725"/>
              <a:ext cx="3215025" cy="130500"/>
            </a:xfrm>
            <a:custGeom>
              <a:rect b="b" l="l" r="r" t="t"/>
              <a:pathLst>
                <a:path extrusionOk="0" h="5220" w="128601">
                  <a:moveTo>
                    <a:pt x="55" y="1"/>
                  </a:moveTo>
                  <a:cubicBezTo>
                    <a:pt x="25" y="1"/>
                    <a:pt x="1" y="25"/>
                    <a:pt x="1" y="56"/>
                  </a:cubicBezTo>
                  <a:lnTo>
                    <a:pt x="1" y="5164"/>
                  </a:lnTo>
                  <a:cubicBezTo>
                    <a:pt x="1" y="5195"/>
                    <a:pt x="25" y="5219"/>
                    <a:pt x="55" y="5219"/>
                  </a:cubicBezTo>
                  <a:lnTo>
                    <a:pt x="128546" y="5219"/>
                  </a:lnTo>
                  <a:cubicBezTo>
                    <a:pt x="128577" y="5219"/>
                    <a:pt x="128601" y="5195"/>
                    <a:pt x="128601" y="5164"/>
                  </a:cubicBezTo>
                  <a:lnTo>
                    <a:pt x="128601" y="56"/>
                  </a:lnTo>
                  <a:cubicBezTo>
                    <a:pt x="128601" y="25"/>
                    <a:pt x="128577" y="1"/>
                    <a:pt x="128546" y="1"/>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51"/>
            <p:cNvSpPr/>
            <p:nvPr/>
          </p:nvSpPr>
          <p:spPr>
            <a:xfrm>
              <a:off x="2263650" y="2369800"/>
              <a:ext cx="3215025" cy="130475"/>
            </a:xfrm>
            <a:custGeom>
              <a:rect b="b" l="l" r="r" t="t"/>
              <a:pathLst>
                <a:path extrusionOk="0" h="5219" w="128601">
                  <a:moveTo>
                    <a:pt x="55" y="1"/>
                  </a:moveTo>
                  <a:cubicBezTo>
                    <a:pt x="25" y="1"/>
                    <a:pt x="1" y="25"/>
                    <a:pt x="1" y="55"/>
                  </a:cubicBezTo>
                  <a:lnTo>
                    <a:pt x="1" y="5164"/>
                  </a:lnTo>
                  <a:cubicBezTo>
                    <a:pt x="1" y="5194"/>
                    <a:pt x="25" y="5218"/>
                    <a:pt x="55" y="5218"/>
                  </a:cubicBezTo>
                  <a:lnTo>
                    <a:pt x="128546" y="5218"/>
                  </a:lnTo>
                  <a:cubicBezTo>
                    <a:pt x="128577" y="5218"/>
                    <a:pt x="128601" y="5194"/>
                    <a:pt x="128601" y="5164"/>
                  </a:cubicBezTo>
                  <a:lnTo>
                    <a:pt x="128601" y="55"/>
                  </a:lnTo>
                  <a:cubicBezTo>
                    <a:pt x="128601" y="25"/>
                    <a:pt x="128577" y="1"/>
                    <a:pt x="128546" y="1"/>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51"/>
            <p:cNvSpPr/>
            <p:nvPr/>
          </p:nvSpPr>
          <p:spPr>
            <a:xfrm>
              <a:off x="3494725" y="4487125"/>
              <a:ext cx="216575" cy="141900"/>
            </a:xfrm>
            <a:custGeom>
              <a:rect b="b" l="l" r="r" t="t"/>
              <a:pathLst>
                <a:path extrusionOk="0" h="5676" w="8663">
                  <a:moveTo>
                    <a:pt x="538" y="0"/>
                  </a:moveTo>
                  <a:lnTo>
                    <a:pt x="0" y="5675"/>
                  </a:lnTo>
                  <a:lnTo>
                    <a:pt x="8395" y="5675"/>
                  </a:lnTo>
                  <a:lnTo>
                    <a:pt x="8663"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51"/>
            <p:cNvSpPr/>
            <p:nvPr/>
          </p:nvSpPr>
          <p:spPr>
            <a:xfrm>
              <a:off x="3486150" y="4479350"/>
              <a:ext cx="233300" cy="157450"/>
            </a:xfrm>
            <a:custGeom>
              <a:rect b="b" l="l" r="r" t="t"/>
              <a:pathLst>
                <a:path extrusionOk="0" h="6298" w="9332">
                  <a:moveTo>
                    <a:pt x="8679" y="623"/>
                  </a:moveTo>
                  <a:lnTo>
                    <a:pt x="8441" y="5675"/>
                  </a:lnTo>
                  <a:lnTo>
                    <a:pt x="686" y="5675"/>
                  </a:lnTo>
                  <a:lnTo>
                    <a:pt x="1165" y="623"/>
                  </a:lnTo>
                  <a:close/>
                  <a:moveTo>
                    <a:pt x="597" y="0"/>
                  </a:moveTo>
                  <a:lnTo>
                    <a:pt x="1" y="6298"/>
                  </a:lnTo>
                  <a:lnTo>
                    <a:pt x="9036" y="6298"/>
                  </a:lnTo>
                  <a:lnTo>
                    <a:pt x="933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51"/>
            <p:cNvSpPr/>
            <p:nvPr/>
          </p:nvSpPr>
          <p:spPr>
            <a:xfrm>
              <a:off x="3914350" y="4487125"/>
              <a:ext cx="210050" cy="141900"/>
            </a:xfrm>
            <a:custGeom>
              <a:rect b="b" l="l" r="r" t="t"/>
              <a:pathLst>
                <a:path extrusionOk="0" h="5676" w="8402">
                  <a:moveTo>
                    <a:pt x="1" y="0"/>
                  </a:moveTo>
                  <a:lnTo>
                    <a:pt x="6" y="5675"/>
                  </a:lnTo>
                  <a:lnTo>
                    <a:pt x="8401" y="5675"/>
                  </a:lnTo>
                  <a:lnTo>
                    <a:pt x="8125"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51"/>
            <p:cNvSpPr/>
            <p:nvPr/>
          </p:nvSpPr>
          <p:spPr>
            <a:xfrm>
              <a:off x="3906575" y="4479350"/>
              <a:ext cx="226025" cy="157450"/>
            </a:xfrm>
            <a:custGeom>
              <a:rect b="b" l="l" r="r" t="t"/>
              <a:pathLst>
                <a:path extrusionOk="0" h="6298" w="9041">
                  <a:moveTo>
                    <a:pt x="8139" y="623"/>
                  </a:moveTo>
                  <a:lnTo>
                    <a:pt x="8385" y="5675"/>
                  </a:lnTo>
                  <a:lnTo>
                    <a:pt x="629" y="5675"/>
                  </a:lnTo>
                  <a:lnTo>
                    <a:pt x="623" y="623"/>
                  </a:lnTo>
                  <a:close/>
                  <a:moveTo>
                    <a:pt x="0" y="0"/>
                  </a:moveTo>
                  <a:lnTo>
                    <a:pt x="7" y="6298"/>
                  </a:lnTo>
                  <a:lnTo>
                    <a:pt x="9040" y="6298"/>
                  </a:lnTo>
                  <a:lnTo>
                    <a:pt x="873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51"/>
            <p:cNvSpPr/>
            <p:nvPr/>
          </p:nvSpPr>
          <p:spPr>
            <a:xfrm>
              <a:off x="5173825" y="4629000"/>
              <a:ext cx="260900" cy="151725"/>
            </a:xfrm>
            <a:custGeom>
              <a:rect b="b" l="l" r="r" t="t"/>
              <a:pathLst>
                <a:path extrusionOk="0" h="6069" w="10436">
                  <a:moveTo>
                    <a:pt x="1" y="0"/>
                  </a:moveTo>
                  <a:lnTo>
                    <a:pt x="1749" y="6068"/>
                  </a:lnTo>
                  <a:lnTo>
                    <a:pt x="10436" y="6068"/>
                  </a:lnTo>
                  <a:lnTo>
                    <a:pt x="839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51"/>
            <p:cNvSpPr/>
            <p:nvPr/>
          </p:nvSpPr>
          <p:spPr>
            <a:xfrm>
              <a:off x="5163500" y="4621200"/>
              <a:ext cx="282050" cy="167300"/>
            </a:xfrm>
            <a:custGeom>
              <a:rect b="b" l="l" r="r" t="t"/>
              <a:pathLst>
                <a:path extrusionOk="0" h="6692" w="11282">
                  <a:moveTo>
                    <a:pt x="8586" y="624"/>
                  </a:moveTo>
                  <a:lnTo>
                    <a:pt x="10415" y="6068"/>
                  </a:lnTo>
                  <a:lnTo>
                    <a:pt x="2396" y="6068"/>
                  </a:lnTo>
                  <a:lnTo>
                    <a:pt x="828" y="624"/>
                  </a:lnTo>
                  <a:close/>
                  <a:moveTo>
                    <a:pt x="1" y="1"/>
                  </a:moveTo>
                  <a:lnTo>
                    <a:pt x="1928" y="6692"/>
                  </a:lnTo>
                  <a:lnTo>
                    <a:pt x="11282" y="6692"/>
                  </a:lnTo>
                  <a:lnTo>
                    <a:pt x="903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51"/>
            <p:cNvSpPr/>
            <p:nvPr/>
          </p:nvSpPr>
          <p:spPr>
            <a:xfrm>
              <a:off x="3284825" y="4487125"/>
              <a:ext cx="223375" cy="141900"/>
            </a:xfrm>
            <a:custGeom>
              <a:rect b="b" l="l" r="r" t="t"/>
              <a:pathLst>
                <a:path extrusionOk="0" h="5676" w="8935">
                  <a:moveTo>
                    <a:pt x="810" y="0"/>
                  </a:moveTo>
                  <a:lnTo>
                    <a:pt x="0" y="5675"/>
                  </a:lnTo>
                  <a:lnTo>
                    <a:pt x="8396" y="5675"/>
                  </a:lnTo>
                  <a:lnTo>
                    <a:pt x="8934"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51"/>
            <p:cNvSpPr/>
            <p:nvPr/>
          </p:nvSpPr>
          <p:spPr>
            <a:xfrm>
              <a:off x="3275850" y="4479350"/>
              <a:ext cx="240900" cy="157450"/>
            </a:xfrm>
            <a:custGeom>
              <a:rect b="b" l="l" r="r" t="t"/>
              <a:pathLst>
                <a:path extrusionOk="0" h="6298" w="9636">
                  <a:moveTo>
                    <a:pt x="8951" y="623"/>
                  </a:moveTo>
                  <a:lnTo>
                    <a:pt x="8471" y="5675"/>
                  </a:lnTo>
                  <a:lnTo>
                    <a:pt x="719" y="5675"/>
                  </a:lnTo>
                  <a:lnTo>
                    <a:pt x="1439" y="623"/>
                  </a:lnTo>
                  <a:close/>
                  <a:moveTo>
                    <a:pt x="899" y="0"/>
                  </a:moveTo>
                  <a:lnTo>
                    <a:pt x="0" y="6298"/>
                  </a:lnTo>
                  <a:lnTo>
                    <a:pt x="9039" y="6298"/>
                  </a:lnTo>
                  <a:lnTo>
                    <a:pt x="963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51"/>
            <p:cNvSpPr/>
            <p:nvPr/>
          </p:nvSpPr>
          <p:spPr>
            <a:xfrm>
              <a:off x="2865050" y="4487125"/>
              <a:ext cx="236950" cy="141900"/>
            </a:xfrm>
            <a:custGeom>
              <a:rect b="b" l="l" r="r" t="t"/>
              <a:pathLst>
                <a:path extrusionOk="0" h="5676" w="9478">
                  <a:moveTo>
                    <a:pt x="1353" y="0"/>
                  </a:moveTo>
                  <a:lnTo>
                    <a:pt x="0" y="5675"/>
                  </a:lnTo>
                  <a:lnTo>
                    <a:pt x="8396" y="5675"/>
                  </a:lnTo>
                  <a:lnTo>
                    <a:pt x="947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51"/>
            <p:cNvSpPr/>
            <p:nvPr/>
          </p:nvSpPr>
          <p:spPr>
            <a:xfrm>
              <a:off x="2855175" y="4479350"/>
              <a:ext cx="256250" cy="157450"/>
            </a:xfrm>
            <a:custGeom>
              <a:rect b="b" l="l" r="r" t="t"/>
              <a:pathLst>
                <a:path extrusionOk="0" h="6298" w="10250">
                  <a:moveTo>
                    <a:pt x="9496" y="623"/>
                  </a:moveTo>
                  <a:lnTo>
                    <a:pt x="8534" y="5675"/>
                  </a:lnTo>
                  <a:lnTo>
                    <a:pt x="789" y="5675"/>
                  </a:lnTo>
                  <a:lnTo>
                    <a:pt x="1994" y="623"/>
                  </a:lnTo>
                  <a:close/>
                  <a:moveTo>
                    <a:pt x="1502" y="0"/>
                  </a:moveTo>
                  <a:lnTo>
                    <a:pt x="1" y="6298"/>
                  </a:lnTo>
                  <a:lnTo>
                    <a:pt x="9049" y="6298"/>
                  </a:lnTo>
                  <a:lnTo>
                    <a:pt x="1024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51"/>
            <p:cNvSpPr/>
            <p:nvPr/>
          </p:nvSpPr>
          <p:spPr>
            <a:xfrm>
              <a:off x="4726750" y="4487125"/>
              <a:ext cx="237225" cy="141900"/>
            </a:xfrm>
            <a:custGeom>
              <a:rect b="b" l="l" r="r" t="t"/>
              <a:pathLst>
                <a:path extrusionOk="0" h="5676" w="9489">
                  <a:moveTo>
                    <a:pt x="0" y="0"/>
                  </a:moveTo>
                  <a:lnTo>
                    <a:pt x="1093" y="5675"/>
                  </a:lnTo>
                  <a:lnTo>
                    <a:pt x="9489" y="5675"/>
                  </a:lnTo>
                  <a:lnTo>
                    <a:pt x="8125"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51"/>
            <p:cNvSpPr/>
            <p:nvPr/>
          </p:nvSpPr>
          <p:spPr>
            <a:xfrm>
              <a:off x="4717325" y="4479350"/>
              <a:ext cx="256550" cy="157450"/>
            </a:xfrm>
            <a:custGeom>
              <a:rect b="b" l="l" r="r" t="t"/>
              <a:pathLst>
                <a:path extrusionOk="0" h="6298" w="10262">
                  <a:moveTo>
                    <a:pt x="8255" y="623"/>
                  </a:moveTo>
                  <a:lnTo>
                    <a:pt x="9469" y="5675"/>
                  </a:lnTo>
                  <a:lnTo>
                    <a:pt x="1727" y="5675"/>
                  </a:lnTo>
                  <a:lnTo>
                    <a:pt x="755" y="623"/>
                  </a:lnTo>
                  <a:close/>
                  <a:moveTo>
                    <a:pt x="1" y="0"/>
                  </a:moveTo>
                  <a:lnTo>
                    <a:pt x="1212" y="6298"/>
                  </a:lnTo>
                  <a:lnTo>
                    <a:pt x="10261" y="6298"/>
                  </a:lnTo>
                  <a:lnTo>
                    <a:pt x="874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51"/>
            <p:cNvSpPr/>
            <p:nvPr/>
          </p:nvSpPr>
          <p:spPr>
            <a:xfrm>
              <a:off x="4929850" y="4487125"/>
              <a:ext cx="244000" cy="141900"/>
            </a:xfrm>
            <a:custGeom>
              <a:rect b="b" l="l" r="r" t="t"/>
              <a:pathLst>
                <a:path extrusionOk="0" h="5676" w="9760">
                  <a:moveTo>
                    <a:pt x="1" y="0"/>
                  </a:moveTo>
                  <a:lnTo>
                    <a:pt x="1365" y="5675"/>
                  </a:lnTo>
                  <a:lnTo>
                    <a:pt x="9760" y="5675"/>
                  </a:lnTo>
                  <a:lnTo>
                    <a:pt x="8125"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51"/>
            <p:cNvSpPr/>
            <p:nvPr/>
          </p:nvSpPr>
          <p:spPr>
            <a:xfrm>
              <a:off x="4919975" y="4479350"/>
              <a:ext cx="264225" cy="157450"/>
            </a:xfrm>
            <a:custGeom>
              <a:rect b="b" l="l" r="r" t="t"/>
              <a:pathLst>
                <a:path extrusionOk="0" h="6298" w="10569">
                  <a:moveTo>
                    <a:pt x="8285" y="623"/>
                  </a:moveTo>
                  <a:lnTo>
                    <a:pt x="9742" y="5675"/>
                  </a:lnTo>
                  <a:lnTo>
                    <a:pt x="2005" y="5675"/>
                  </a:lnTo>
                  <a:lnTo>
                    <a:pt x="791" y="623"/>
                  </a:lnTo>
                  <a:close/>
                  <a:moveTo>
                    <a:pt x="0" y="0"/>
                  </a:moveTo>
                  <a:lnTo>
                    <a:pt x="1513" y="6298"/>
                  </a:lnTo>
                  <a:lnTo>
                    <a:pt x="10569" y="6298"/>
                  </a:lnTo>
                  <a:lnTo>
                    <a:pt x="875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51"/>
            <p:cNvSpPr/>
            <p:nvPr/>
          </p:nvSpPr>
          <p:spPr>
            <a:xfrm>
              <a:off x="2655175" y="4487125"/>
              <a:ext cx="243725" cy="141900"/>
            </a:xfrm>
            <a:custGeom>
              <a:rect b="b" l="l" r="r" t="t"/>
              <a:pathLst>
                <a:path extrusionOk="0" h="5676" w="9749">
                  <a:moveTo>
                    <a:pt x="1625" y="0"/>
                  </a:moveTo>
                  <a:lnTo>
                    <a:pt x="0" y="5675"/>
                  </a:lnTo>
                  <a:lnTo>
                    <a:pt x="8395" y="5675"/>
                  </a:lnTo>
                  <a:lnTo>
                    <a:pt x="9748"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51"/>
            <p:cNvSpPr/>
            <p:nvPr/>
          </p:nvSpPr>
          <p:spPr>
            <a:xfrm>
              <a:off x="2644850" y="4479350"/>
              <a:ext cx="263925" cy="157450"/>
            </a:xfrm>
            <a:custGeom>
              <a:rect b="b" l="l" r="r" t="t"/>
              <a:pathLst>
                <a:path extrusionOk="0" h="6298" w="10557">
                  <a:moveTo>
                    <a:pt x="9767" y="623"/>
                  </a:moveTo>
                  <a:lnTo>
                    <a:pt x="8563" y="5675"/>
                  </a:lnTo>
                  <a:lnTo>
                    <a:pt x="826" y="5675"/>
                  </a:lnTo>
                  <a:lnTo>
                    <a:pt x="2272" y="623"/>
                  </a:lnTo>
                  <a:close/>
                  <a:moveTo>
                    <a:pt x="1803" y="0"/>
                  </a:moveTo>
                  <a:lnTo>
                    <a:pt x="0" y="6298"/>
                  </a:lnTo>
                  <a:lnTo>
                    <a:pt x="9054" y="6298"/>
                  </a:lnTo>
                  <a:lnTo>
                    <a:pt x="1055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51"/>
            <p:cNvSpPr/>
            <p:nvPr/>
          </p:nvSpPr>
          <p:spPr>
            <a:xfrm>
              <a:off x="4117475" y="4487125"/>
              <a:ext cx="216825" cy="141900"/>
            </a:xfrm>
            <a:custGeom>
              <a:rect b="b" l="l" r="r" t="t"/>
              <a:pathLst>
                <a:path extrusionOk="0" h="5676" w="8673">
                  <a:moveTo>
                    <a:pt x="0" y="0"/>
                  </a:moveTo>
                  <a:lnTo>
                    <a:pt x="276" y="5675"/>
                  </a:lnTo>
                  <a:lnTo>
                    <a:pt x="8672" y="5675"/>
                  </a:lnTo>
                  <a:lnTo>
                    <a:pt x="8124"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51"/>
            <p:cNvSpPr/>
            <p:nvPr/>
          </p:nvSpPr>
          <p:spPr>
            <a:xfrm>
              <a:off x="4109275" y="4479350"/>
              <a:ext cx="233600" cy="157450"/>
            </a:xfrm>
            <a:custGeom>
              <a:rect b="b" l="l" r="r" t="t"/>
              <a:pathLst>
                <a:path extrusionOk="0" h="6298" w="9344">
                  <a:moveTo>
                    <a:pt x="8169" y="623"/>
                  </a:moveTo>
                  <a:lnTo>
                    <a:pt x="8657" y="5675"/>
                  </a:lnTo>
                  <a:lnTo>
                    <a:pt x="901" y="5675"/>
                  </a:lnTo>
                  <a:lnTo>
                    <a:pt x="655" y="623"/>
                  </a:lnTo>
                  <a:close/>
                  <a:moveTo>
                    <a:pt x="0" y="0"/>
                  </a:moveTo>
                  <a:lnTo>
                    <a:pt x="307" y="6298"/>
                  </a:lnTo>
                  <a:lnTo>
                    <a:pt x="9344" y="6298"/>
                  </a:lnTo>
                  <a:lnTo>
                    <a:pt x="87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51"/>
            <p:cNvSpPr/>
            <p:nvPr/>
          </p:nvSpPr>
          <p:spPr>
            <a:xfrm>
              <a:off x="5132975" y="4487125"/>
              <a:ext cx="250775" cy="141900"/>
            </a:xfrm>
            <a:custGeom>
              <a:rect b="b" l="l" r="r" t="t"/>
              <a:pathLst>
                <a:path extrusionOk="0" h="5676" w="10031">
                  <a:moveTo>
                    <a:pt x="0" y="0"/>
                  </a:moveTo>
                  <a:lnTo>
                    <a:pt x="1635" y="5675"/>
                  </a:lnTo>
                  <a:lnTo>
                    <a:pt x="10031" y="5675"/>
                  </a:lnTo>
                  <a:lnTo>
                    <a:pt x="8123"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51"/>
            <p:cNvSpPr/>
            <p:nvPr/>
          </p:nvSpPr>
          <p:spPr>
            <a:xfrm>
              <a:off x="5122600" y="4479350"/>
              <a:ext cx="271975" cy="157450"/>
            </a:xfrm>
            <a:custGeom>
              <a:rect b="b" l="l" r="r" t="t"/>
              <a:pathLst>
                <a:path extrusionOk="0" h="6298" w="10879">
                  <a:moveTo>
                    <a:pt x="8315" y="623"/>
                  </a:moveTo>
                  <a:lnTo>
                    <a:pt x="10013" y="5675"/>
                  </a:lnTo>
                  <a:lnTo>
                    <a:pt x="2284" y="5675"/>
                  </a:lnTo>
                  <a:lnTo>
                    <a:pt x="829" y="623"/>
                  </a:lnTo>
                  <a:close/>
                  <a:moveTo>
                    <a:pt x="1" y="0"/>
                  </a:moveTo>
                  <a:lnTo>
                    <a:pt x="1816" y="6298"/>
                  </a:lnTo>
                  <a:lnTo>
                    <a:pt x="10879" y="6298"/>
                  </a:lnTo>
                  <a:lnTo>
                    <a:pt x="876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51"/>
            <p:cNvSpPr/>
            <p:nvPr/>
          </p:nvSpPr>
          <p:spPr>
            <a:xfrm>
              <a:off x="4523650" y="4487125"/>
              <a:ext cx="230425" cy="141900"/>
            </a:xfrm>
            <a:custGeom>
              <a:rect b="b" l="l" r="r" t="t"/>
              <a:pathLst>
                <a:path extrusionOk="0" h="5676" w="9217">
                  <a:moveTo>
                    <a:pt x="1" y="0"/>
                  </a:moveTo>
                  <a:lnTo>
                    <a:pt x="820" y="5675"/>
                  </a:lnTo>
                  <a:lnTo>
                    <a:pt x="9217" y="5675"/>
                  </a:lnTo>
                  <a:lnTo>
                    <a:pt x="8124"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51"/>
            <p:cNvSpPr/>
            <p:nvPr/>
          </p:nvSpPr>
          <p:spPr>
            <a:xfrm>
              <a:off x="4514625" y="4479350"/>
              <a:ext cx="248900" cy="157450"/>
            </a:xfrm>
            <a:custGeom>
              <a:rect b="b" l="l" r="r" t="t"/>
              <a:pathLst>
                <a:path extrusionOk="0" h="6298" w="9956">
                  <a:moveTo>
                    <a:pt x="8228" y="623"/>
                  </a:moveTo>
                  <a:lnTo>
                    <a:pt x="9200" y="5675"/>
                  </a:lnTo>
                  <a:lnTo>
                    <a:pt x="1452" y="5675"/>
                  </a:lnTo>
                  <a:lnTo>
                    <a:pt x="721" y="623"/>
                  </a:lnTo>
                  <a:close/>
                  <a:moveTo>
                    <a:pt x="1" y="0"/>
                  </a:moveTo>
                  <a:lnTo>
                    <a:pt x="912" y="6298"/>
                  </a:lnTo>
                  <a:lnTo>
                    <a:pt x="9955" y="6298"/>
                  </a:lnTo>
                  <a:lnTo>
                    <a:pt x="874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51"/>
            <p:cNvSpPr/>
            <p:nvPr/>
          </p:nvSpPr>
          <p:spPr>
            <a:xfrm>
              <a:off x="4320550" y="4487125"/>
              <a:ext cx="223625" cy="141900"/>
            </a:xfrm>
            <a:custGeom>
              <a:rect b="b" l="l" r="r" t="t"/>
              <a:pathLst>
                <a:path extrusionOk="0" h="5676" w="8945">
                  <a:moveTo>
                    <a:pt x="1" y="0"/>
                  </a:moveTo>
                  <a:lnTo>
                    <a:pt x="549" y="5675"/>
                  </a:lnTo>
                  <a:lnTo>
                    <a:pt x="8944" y="5675"/>
                  </a:lnTo>
                  <a:lnTo>
                    <a:pt x="8125"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51"/>
            <p:cNvSpPr/>
            <p:nvPr/>
          </p:nvSpPr>
          <p:spPr>
            <a:xfrm>
              <a:off x="4312000" y="4479350"/>
              <a:ext cx="241200" cy="157450"/>
            </a:xfrm>
            <a:custGeom>
              <a:rect b="b" l="l" r="r" t="t"/>
              <a:pathLst>
                <a:path extrusionOk="0" h="6298" w="9648">
                  <a:moveTo>
                    <a:pt x="8197" y="623"/>
                  </a:moveTo>
                  <a:lnTo>
                    <a:pt x="8928" y="5675"/>
                  </a:lnTo>
                  <a:lnTo>
                    <a:pt x="1175" y="5675"/>
                  </a:lnTo>
                  <a:lnTo>
                    <a:pt x="687" y="623"/>
                  </a:lnTo>
                  <a:close/>
                  <a:moveTo>
                    <a:pt x="0" y="0"/>
                  </a:moveTo>
                  <a:lnTo>
                    <a:pt x="609" y="6298"/>
                  </a:lnTo>
                  <a:lnTo>
                    <a:pt x="9648" y="6298"/>
                  </a:lnTo>
                  <a:lnTo>
                    <a:pt x="873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51"/>
            <p:cNvSpPr/>
            <p:nvPr/>
          </p:nvSpPr>
          <p:spPr>
            <a:xfrm>
              <a:off x="3704600" y="4487125"/>
              <a:ext cx="209925" cy="141900"/>
            </a:xfrm>
            <a:custGeom>
              <a:rect b="b" l="l" r="r" t="t"/>
              <a:pathLst>
                <a:path extrusionOk="0" h="5676" w="8397">
                  <a:moveTo>
                    <a:pt x="268" y="0"/>
                  </a:moveTo>
                  <a:lnTo>
                    <a:pt x="0" y="5675"/>
                  </a:lnTo>
                  <a:lnTo>
                    <a:pt x="8396" y="5675"/>
                  </a:lnTo>
                  <a:lnTo>
                    <a:pt x="8391"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51"/>
            <p:cNvSpPr/>
            <p:nvPr/>
          </p:nvSpPr>
          <p:spPr>
            <a:xfrm>
              <a:off x="3696450" y="4479350"/>
              <a:ext cx="225850" cy="157450"/>
            </a:xfrm>
            <a:custGeom>
              <a:rect b="b" l="l" r="r" t="t"/>
              <a:pathLst>
                <a:path extrusionOk="0" h="6298" w="9034">
                  <a:moveTo>
                    <a:pt x="8405" y="623"/>
                  </a:moveTo>
                  <a:lnTo>
                    <a:pt x="8410" y="5675"/>
                  </a:lnTo>
                  <a:lnTo>
                    <a:pt x="653" y="5675"/>
                  </a:lnTo>
                  <a:lnTo>
                    <a:pt x="891" y="623"/>
                  </a:lnTo>
                  <a:close/>
                  <a:moveTo>
                    <a:pt x="295" y="0"/>
                  </a:moveTo>
                  <a:lnTo>
                    <a:pt x="0" y="6298"/>
                  </a:lnTo>
                  <a:lnTo>
                    <a:pt x="9034" y="6298"/>
                  </a:lnTo>
                  <a:lnTo>
                    <a:pt x="902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51"/>
            <p:cNvSpPr/>
            <p:nvPr/>
          </p:nvSpPr>
          <p:spPr>
            <a:xfrm>
              <a:off x="2177425" y="4629000"/>
              <a:ext cx="267850" cy="151725"/>
            </a:xfrm>
            <a:custGeom>
              <a:rect b="b" l="l" r="r" t="t"/>
              <a:pathLst>
                <a:path extrusionOk="0" h="6069" w="10714">
                  <a:moveTo>
                    <a:pt x="2319" y="0"/>
                  </a:moveTo>
                  <a:lnTo>
                    <a:pt x="1" y="6068"/>
                  </a:lnTo>
                  <a:lnTo>
                    <a:pt x="8686" y="6068"/>
                  </a:lnTo>
                  <a:lnTo>
                    <a:pt x="10714"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51"/>
            <p:cNvSpPr/>
            <p:nvPr/>
          </p:nvSpPr>
          <p:spPr>
            <a:xfrm>
              <a:off x="2166100" y="4621200"/>
              <a:ext cx="290000" cy="167300"/>
            </a:xfrm>
            <a:custGeom>
              <a:rect b="b" l="l" r="r" t="t"/>
              <a:pathLst>
                <a:path extrusionOk="0" h="6692" w="11600">
                  <a:moveTo>
                    <a:pt x="10734" y="624"/>
                  </a:moveTo>
                  <a:lnTo>
                    <a:pt x="8915" y="6068"/>
                  </a:lnTo>
                  <a:lnTo>
                    <a:pt x="905" y="6068"/>
                  </a:lnTo>
                  <a:lnTo>
                    <a:pt x="2986" y="624"/>
                  </a:lnTo>
                  <a:close/>
                  <a:moveTo>
                    <a:pt x="2558" y="1"/>
                  </a:moveTo>
                  <a:lnTo>
                    <a:pt x="1" y="6692"/>
                  </a:lnTo>
                  <a:lnTo>
                    <a:pt x="9363" y="6692"/>
                  </a:lnTo>
                  <a:lnTo>
                    <a:pt x="1160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51"/>
            <p:cNvSpPr/>
            <p:nvPr/>
          </p:nvSpPr>
          <p:spPr>
            <a:xfrm>
              <a:off x="2235375" y="4487125"/>
              <a:ext cx="257325" cy="141900"/>
            </a:xfrm>
            <a:custGeom>
              <a:rect b="b" l="l" r="r" t="t"/>
              <a:pathLst>
                <a:path extrusionOk="0" h="5676" w="10293">
                  <a:moveTo>
                    <a:pt x="2169" y="0"/>
                  </a:moveTo>
                  <a:lnTo>
                    <a:pt x="1" y="5675"/>
                  </a:lnTo>
                  <a:lnTo>
                    <a:pt x="8396" y="5675"/>
                  </a:lnTo>
                  <a:lnTo>
                    <a:pt x="10292"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51"/>
            <p:cNvSpPr/>
            <p:nvPr/>
          </p:nvSpPr>
          <p:spPr>
            <a:xfrm>
              <a:off x="2224075" y="4479350"/>
              <a:ext cx="279450" cy="157450"/>
            </a:xfrm>
            <a:custGeom>
              <a:rect b="b" l="l" r="r" t="t"/>
              <a:pathLst>
                <a:path extrusionOk="0" h="6298" w="11178">
                  <a:moveTo>
                    <a:pt x="10313" y="623"/>
                  </a:moveTo>
                  <a:lnTo>
                    <a:pt x="8624" y="5675"/>
                  </a:lnTo>
                  <a:lnTo>
                    <a:pt x="905" y="5675"/>
                  </a:lnTo>
                  <a:lnTo>
                    <a:pt x="2835" y="623"/>
                  </a:lnTo>
                  <a:close/>
                  <a:moveTo>
                    <a:pt x="2406" y="0"/>
                  </a:moveTo>
                  <a:lnTo>
                    <a:pt x="0" y="6298"/>
                  </a:lnTo>
                  <a:lnTo>
                    <a:pt x="9072" y="6298"/>
                  </a:lnTo>
                  <a:lnTo>
                    <a:pt x="1117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51"/>
            <p:cNvSpPr/>
            <p:nvPr/>
          </p:nvSpPr>
          <p:spPr>
            <a:xfrm>
              <a:off x="2445250" y="4487125"/>
              <a:ext cx="250550" cy="141900"/>
            </a:xfrm>
            <a:custGeom>
              <a:rect b="b" l="l" r="r" t="t"/>
              <a:pathLst>
                <a:path extrusionOk="0" h="5676" w="10022">
                  <a:moveTo>
                    <a:pt x="1897" y="0"/>
                  </a:moveTo>
                  <a:lnTo>
                    <a:pt x="1" y="5675"/>
                  </a:lnTo>
                  <a:lnTo>
                    <a:pt x="8397" y="5675"/>
                  </a:lnTo>
                  <a:lnTo>
                    <a:pt x="10022"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51"/>
            <p:cNvSpPr/>
            <p:nvPr/>
          </p:nvSpPr>
          <p:spPr>
            <a:xfrm>
              <a:off x="2434450" y="4479350"/>
              <a:ext cx="271675" cy="157450"/>
            </a:xfrm>
            <a:custGeom>
              <a:rect b="b" l="l" r="r" t="t"/>
              <a:pathLst>
                <a:path extrusionOk="0" h="6298" w="10867">
                  <a:moveTo>
                    <a:pt x="10041" y="623"/>
                  </a:moveTo>
                  <a:lnTo>
                    <a:pt x="8594" y="5675"/>
                  </a:lnTo>
                  <a:lnTo>
                    <a:pt x="866" y="5675"/>
                  </a:lnTo>
                  <a:lnTo>
                    <a:pt x="2554" y="623"/>
                  </a:lnTo>
                  <a:close/>
                  <a:moveTo>
                    <a:pt x="2105" y="0"/>
                  </a:moveTo>
                  <a:lnTo>
                    <a:pt x="0" y="6298"/>
                  </a:lnTo>
                  <a:lnTo>
                    <a:pt x="9064" y="6298"/>
                  </a:lnTo>
                  <a:lnTo>
                    <a:pt x="1086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51"/>
            <p:cNvSpPr/>
            <p:nvPr/>
          </p:nvSpPr>
          <p:spPr>
            <a:xfrm>
              <a:off x="2048600" y="4943250"/>
              <a:ext cx="291675" cy="174650"/>
            </a:xfrm>
            <a:custGeom>
              <a:rect b="b" l="l" r="r" t="t"/>
              <a:pathLst>
                <a:path extrusionOk="0" h="6986" w="11667">
                  <a:moveTo>
                    <a:pt x="2669" y="0"/>
                  </a:moveTo>
                  <a:lnTo>
                    <a:pt x="0" y="6986"/>
                  </a:lnTo>
                  <a:lnTo>
                    <a:pt x="9332" y="6986"/>
                  </a:lnTo>
                  <a:lnTo>
                    <a:pt x="1166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51"/>
            <p:cNvSpPr/>
            <p:nvPr/>
          </p:nvSpPr>
          <p:spPr>
            <a:xfrm>
              <a:off x="2037250" y="4935450"/>
              <a:ext cx="313825" cy="190275"/>
            </a:xfrm>
            <a:custGeom>
              <a:rect b="b" l="l" r="r" t="t"/>
              <a:pathLst>
                <a:path extrusionOk="0" h="7611" w="12553">
                  <a:moveTo>
                    <a:pt x="11688" y="624"/>
                  </a:moveTo>
                  <a:lnTo>
                    <a:pt x="9562" y="6986"/>
                  </a:lnTo>
                  <a:lnTo>
                    <a:pt x="907" y="6986"/>
                  </a:lnTo>
                  <a:lnTo>
                    <a:pt x="3338" y="624"/>
                  </a:lnTo>
                  <a:close/>
                  <a:moveTo>
                    <a:pt x="2908" y="1"/>
                  </a:moveTo>
                  <a:lnTo>
                    <a:pt x="0" y="7610"/>
                  </a:lnTo>
                  <a:lnTo>
                    <a:pt x="10010" y="7610"/>
                  </a:lnTo>
                  <a:lnTo>
                    <a:pt x="1255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51"/>
            <p:cNvSpPr/>
            <p:nvPr/>
          </p:nvSpPr>
          <p:spPr>
            <a:xfrm>
              <a:off x="2115300" y="4780700"/>
              <a:ext cx="279300" cy="162575"/>
            </a:xfrm>
            <a:custGeom>
              <a:rect b="b" l="l" r="r" t="t"/>
              <a:pathLst>
                <a:path extrusionOk="0" h="6503" w="11172">
                  <a:moveTo>
                    <a:pt x="2486" y="0"/>
                  </a:moveTo>
                  <a:lnTo>
                    <a:pt x="1" y="6502"/>
                  </a:lnTo>
                  <a:lnTo>
                    <a:pt x="8999" y="6502"/>
                  </a:lnTo>
                  <a:lnTo>
                    <a:pt x="11171"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51"/>
            <p:cNvSpPr/>
            <p:nvPr/>
          </p:nvSpPr>
          <p:spPr>
            <a:xfrm>
              <a:off x="2104000" y="4772875"/>
              <a:ext cx="301425" cy="178175"/>
            </a:xfrm>
            <a:custGeom>
              <a:rect b="b" l="l" r="r" t="t"/>
              <a:pathLst>
                <a:path extrusionOk="0" h="7127" w="12057">
                  <a:moveTo>
                    <a:pt x="11190" y="625"/>
                  </a:moveTo>
                  <a:lnTo>
                    <a:pt x="9227" y="6504"/>
                  </a:lnTo>
                  <a:lnTo>
                    <a:pt x="906" y="6504"/>
                  </a:lnTo>
                  <a:lnTo>
                    <a:pt x="3152" y="625"/>
                  </a:lnTo>
                  <a:close/>
                  <a:moveTo>
                    <a:pt x="2722" y="1"/>
                  </a:moveTo>
                  <a:lnTo>
                    <a:pt x="1" y="7127"/>
                  </a:lnTo>
                  <a:lnTo>
                    <a:pt x="9675" y="7127"/>
                  </a:lnTo>
                  <a:lnTo>
                    <a:pt x="1205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51"/>
            <p:cNvSpPr/>
            <p:nvPr/>
          </p:nvSpPr>
          <p:spPr>
            <a:xfrm>
              <a:off x="2281875" y="4943250"/>
              <a:ext cx="283325" cy="174650"/>
            </a:xfrm>
            <a:custGeom>
              <a:rect b="b" l="l" r="r" t="t"/>
              <a:pathLst>
                <a:path extrusionOk="0" h="6986" w="11333">
                  <a:moveTo>
                    <a:pt x="2336" y="0"/>
                  </a:moveTo>
                  <a:lnTo>
                    <a:pt x="1" y="6986"/>
                  </a:lnTo>
                  <a:lnTo>
                    <a:pt x="9332" y="6986"/>
                  </a:lnTo>
                  <a:lnTo>
                    <a:pt x="11333"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51"/>
            <p:cNvSpPr/>
            <p:nvPr/>
          </p:nvSpPr>
          <p:spPr>
            <a:xfrm>
              <a:off x="2271050" y="4935450"/>
              <a:ext cx="304475" cy="190275"/>
            </a:xfrm>
            <a:custGeom>
              <a:rect b="b" l="l" r="r" t="t"/>
              <a:pathLst>
                <a:path extrusionOk="0" h="7611" w="12179">
                  <a:moveTo>
                    <a:pt x="11353" y="624"/>
                  </a:moveTo>
                  <a:lnTo>
                    <a:pt x="9530" y="6986"/>
                  </a:lnTo>
                  <a:lnTo>
                    <a:pt x="867" y="6986"/>
                  </a:lnTo>
                  <a:lnTo>
                    <a:pt x="2993" y="624"/>
                  </a:lnTo>
                  <a:close/>
                  <a:moveTo>
                    <a:pt x="2545" y="1"/>
                  </a:moveTo>
                  <a:lnTo>
                    <a:pt x="1" y="7610"/>
                  </a:lnTo>
                  <a:lnTo>
                    <a:pt x="10001" y="7610"/>
                  </a:lnTo>
                  <a:lnTo>
                    <a:pt x="1217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51"/>
            <p:cNvSpPr/>
            <p:nvPr/>
          </p:nvSpPr>
          <p:spPr>
            <a:xfrm>
              <a:off x="3074950" y="4487125"/>
              <a:ext cx="230125" cy="141900"/>
            </a:xfrm>
            <a:custGeom>
              <a:rect b="b" l="l" r="r" t="t"/>
              <a:pathLst>
                <a:path extrusionOk="0" h="5676" w="9205">
                  <a:moveTo>
                    <a:pt x="1081" y="0"/>
                  </a:moveTo>
                  <a:lnTo>
                    <a:pt x="0" y="5675"/>
                  </a:lnTo>
                  <a:lnTo>
                    <a:pt x="8395" y="5675"/>
                  </a:lnTo>
                  <a:lnTo>
                    <a:pt x="9205"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51"/>
            <p:cNvSpPr/>
            <p:nvPr/>
          </p:nvSpPr>
          <p:spPr>
            <a:xfrm>
              <a:off x="3065500" y="4479350"/>
              <a:ext cx="248550" cy="157450"/>
            </a:xfrm>
            <a:custGeom>
              <a:rect b="b" l="l" r="r" t="t"/>
              <a:pathLst>
                <a:path extrusionOk="0" h="6298" w="9942">
                  <a:moveTo>
                    <a:pt x="9224" y="623"/>
                  </a:moveTo>
                  <a:lnTo>
                    <a:pt x="8503" y="5675"/>
                  </a:lnTo>
                  <a:lnTo>
                    <a:pt x="755" y="5675"/>
                  </a:lnTo>
                  <a:lnTo>
                    <a:pt x="1717" y="623"/>
                  </a:lnTo>
                  <a:close/>
                  <a:moveTo>
                    <a:pt x="1201" y="0"/>
                  </a:moveTo>
                  <a:lnTo>
                    <a:pt x="0" y="6298"/>
                  </a:lnTo>
                  <a:lnTo>
                    <a:pt x="9044" y="6298"/>
                  </a:lnTo>
                  <a:lnTo>
                    <a:pt x="994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51"/>
            <p:cNvSpPr/>
            <p:nvPr/>
          </p:nvSpPr>
          <p:spPr>
            <a:xfrm>
              <a:off x="3046025" y="4629000"/>
              <a:ext cx="238825" cy="151725"/>
            </a:xfrm>
            <a:custGeom>
              <a:rect b="b" l="l" r="r" t="t"/>
              <a:pathLst>
                <a:path extrusionOk="0" h="6069" w="9553">
                  <a:moveTo>
                    <a:pt x="1157" y="0"/>
                  </a:moveTo>
                  <a:lnTo>
                    <a:pt x="1" y="6068"/>
                  </a:lnTo>
                  <a:lnTo>
                    <a:pt x="8686" y="6068"/>
                  </a:lnTo>
                  <a:lnTo>
                    <a:pt x="9552"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51"/>
            <p:cNvSpPr/>
            <p:nvPr/>
          </p:nvSpPr>
          <p:spPr>
            <a:xfrm>
              <a:off x="3036625" y="4621200"/>
              <a:ext cx="257225" cy="167300"/>
            </a:xfrm>
            <a:custGeom>
              <a:rect b="b" l="l" r="r" t="t"/>
              <a:pathLst>
                <a:path extrusionOk="0" h="6692" w="10289">
                  <a:moveTo>
                    <a:pt x="9569" y="624"/>
                  </a:moveTo>
                  <a:lnTo>
                    <a:pt x="8793" y="6068"/>
                  </a:lnTo>
                  <a:lnTo>
                    <a:pt x="753" y="6068"/>
                  </a:lnTo>
                  <a:lnTo>
                    <a:pt x="1791" y="624"/>
                  </a:lnTo>
                  <a:close/>
                  <a:moveTo>
                    <a:pt x="1276" y="1"/>
                  </a:moveTo>
                  <a:lnTo>
                    <a:pt x="0" y="6692"/>
                  </a:lnTo>
                  <a:lnTo>
                    <a:pt x="9333" y="6692"/>
                  </a:lnTo>
                  <a:lnTo>
                    <a:pt x="1028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51"/>
            <p:cNvSpPr/>
            <p:nvPr/>
          </p:nvSpPr>
          <p:spPr>
            <a:xfrm>
              <a:off x="2828875" y="4629000"/>
              <a:ext cx="246100" cy="151725"/>
            </a:xfrm>
            <a:custGeom>
              <a:rect b="b" l="l" r="r" t="t"/>
              <a:pathLst>
                <a:path extrusionOk="0" h="6069" w="9844">
                  <a:moveTo>
                    <a:pt x="1447" y="0"/>
                  </a:moveTo>
                  <a:lnTo>
                    <a:pt x="0" y="6068"/>
                  </a:lnTo>
                  <a:lnTo>
                    <a:pt x="8687" y="6068"/>
                  </a:lnTo>
                  <a:lnTo>
                    <a:pt x="9843"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51"/>
            <p:cNvSpPr/>
            <p:nvPr/>
          </p:nvSpPr>
          <p:spPr>
            <a:xfrm>
              <a:off x="2819000" y="4621200"/>
              <a:ext cx="265375" cy="167300"/>
            </a:xfrm>
            <a:custGeom>
              <a:rect b="b" l="l" r="r" t="t"/>
              <a:pathLst>
                <a:path extrusionOk="0" h="6692" w="10615">
                  <a:moveTo>
                    <a:pt x="9862" y="624"/>
                  </a:moveTo>
                  <a:lnTo>
                    <a:pt x="8823" y="6068"/>
                  </a:lnTo>
                  <a:lnTo>
                    <a:pt x="791" y="6068"/>
                  </a:lnTo>
                  <a:lnTo>
                    <a:pt x="2088" y="624"/>
                  </a:lnTo>
                  <a:close/>
                  <a:moveTo>
                    <a:pt x="1596" y="1"/>
                  </a:moveTo>
                  <a:lnTo>
                    <a:pt x="1" y="6692"/>
                  </a:lnTo>
                  <a:lnTo>
                    <a:pt x="9339" y="6692"/>
                  </a:lnTo>
                  <a:lnTo>
                    <a:pt x="1061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51"/>
            <p:cNvSpPr/>
            <p:nvPr/>
          </p:nvSpPr>
          <p:spPr>
            <a:xfrm>
              <a:off x="3263175" y="4629000"/>
              <a:ext cx="231575" cy="151725"/>
            </a:xfrm>
            <a:custGeom>
              <a:rect b="b" l="l" r="r" t="t"/>
              <a:pathLst>
                <a:path extrusionOk="0" h="6069" w="9263">
                  <a:moveTo>
                    <a:pt x="866" y="0"/>
                  </a:moveTo>
                  <a:lnTo>
                    <a:pt x="0" y="6068"/>
                  </a:lnTo>
                  <a:lnTo>
                    <a:pt x="8687" y="6068"/>
                  </a:lnTo>
                  <a:lnTo>
                    <a:pt x="9262"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51"/>
            <p:cNvSpPr/>
            <p:nvPr/>
          </p:nvSpPr>
          <p:spPr>
            <a:xfrm>
              <a:off x="3254200" y="4621200"/>
              <a:ext cx="249100" cy="167300"/>
            </a:xfrm>
            <a:custGeom>
              <a:rect b="b" l="l" r="r" t="t"/>
              <a:pathLst>
                <a:path extrusionOk="0" h="6692" w="9964">
                  <a:moveTo>
                    <a:pt x="9279" y="624"/>
                  </a:moveTo>
                  <a:lnTo>
                    <a:pt x="8762" y="6068"/>
                  </a:lnTo>
                  <a:lnTo>
                    <a:pt x="719" y="6068"/>
                  </a:lnTo>
                  <a:lnTo>
                    <a:pt x="1496" y="624"/>
                  </a:lnTo>
                  <a:close/>
                  <a:moveTo>
                    <a:pt x="955" y="1"/>
                  </a:moveTo>
                  <a:lnTo>
                    <a:pt x="0" y="6692"/>
                  </a:lnTo>
                  <a:lnTo>
                    <a:pt x="9330" y="6692"/>
                  </a:lnTo>
                  <a:lnTo>
                    <a:pt x="996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51"/>
            <p:cNvSpPr/>
            <p:nvPr/>
          </p:nvSpPr>
          <p:spPr>
            <a:xfrm>
              <a:off x="2394575" y="4629000"/>
              <a:ext cx="260625" cy="151725"/>
            </a:xfrm>
            <a:custGeom>
              <a:rect b="b" l="l" r="r" t="t"/>
              <a:pathLst>
                <a:path extrusionOk="0" h="6069" w="10425">
                  <a:moveTo>
                    <a:pt x="2028" y="0"/>
                  </a:moveTo>
                  <a:lnTo>
                    <a:pt x="0" y="6068"/>
                  </a:lnTo>
                  <a:lnTo>
                    <a:pt x="8687" y="6068"/>
                  </a:lnTo>
                  <a:lnTo>
                    <a:pt x="10424"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51"/>
            <p:cNvSpPr/>
            <p:nvPr/>
          </p:nvSpPr>
          <p:spPr>
            <a:xfrm>
              <a:off x="2383750" y="4621200"/>
              <a:ext cx="281775" cy="167300"/>
            </a:xfrm>
            <a:custGeom>
              <a:rect b="b" l="l" r="r" t="t"/>
              <a:pathLst>
                <a:path extrusionOk="0" h="6692" w="11271">
                  <a:moveTo>
                    <a:pt x="10444" y="624"/>
                  </a:moveTo>
                  <a:lnTo>
                    <a:pt x="8886" y="6068"/>
                  </a:lnTo>
                  <a:lnTo>
                    <a:pt x="867" y="6068"/>
                  </a:lnTo>
                  <a:lnTo>
                    <a:pt x="2685" y="624"/>
                  </a:lnTo>
                  <a:close/>
                  <a:moveTo>
                    <a:pt x="2237" y="1"/>
                  </a:moveTo>
                  <a:lnTo>
                    <a:pt x="0" y="6692"/>
                  </a:lnTo>
                  <a:lnTo>
                    <a:pt x="9355" y="6692"/>
                  </a:lnTo>
                  <a:lnTo>
                    <a:pt x="1127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51"/>
            <p:cNvSpPr/>
            <p:nvPr/>
          </p:nvSpPr>
          <p:spPr>
            <a:xfrm>
              <a:off x="5217550" y="4780700"/>
              <a:ext cx="271800" cy="162575"/>
            </a:xfrm>
            <a:custGeom>
              <a:rect b="b" l="l" r="r" t="t"/>
              <a:pathLst>
                <a:path extrusionOk="0" h="6503" w="10872">
                  <a:moveTo>
                    <a:pt x="0" y="0"/>
                  </a:moveTo>
                  <a:lnTo>
                    <a:pt x="1874" y="6502"/>
                  </a:lnTo>
                  <a:lnTo>
                    <a:pt x="10871" y="6502"/>
                  </a:lnTo>
                  <a:lnTo>
                    <a:pt x="868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51"/>
            <p:cNvSpPr/>
            <p:nvPr/>
          </p:nvSpPr>
          <p:spPr>
            <a:xfrm>
              <a:off x="5207175" y="4772875"/>
              <a:ext cx="293025" cy="178175"/>
            </a:xfrm>
            <a:custGeom>
              <a:rect b="b" l="l" r="r" t="t"/>
              <a:pathLst>
                <a:path extrusionOk="0" h="7127" w="11721">
                  <a:moveTo>
                    <a:pt x="8879" y="625"/>
                  </a:moveTo>
                  <a:lnTo>
                    <a:pt x="10854" y="6504"/>
                  </a:lnTo>
                  <a:lnTo>
                    <a:pt x="2523" y="6504"/>
                  </a:lnTo>
                  <a:lnTo>
                    <a:pt x="829" y="625"/>
                  </a:lnTo>
                  <a:close/>
                  <a:moveTo>
                    <a:pt x="1" y="1"/>
                  </a:moveTo>
                  <a:lnTo>
                    <a:pt x="2054" y="7127"/>
                  </a:lnTo>
                  <a:lnTo>
                    <a:pt x="11720" y="7127"/>
                  </a:lnTo>
                  <a:lnTo>
                    <a:pt x="932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51"/>
            <p:cNvSpPr/>
            <p:nvPr/>
          </p:nvSpPr>
          <p:spPr>
            <a:xfrm>
              <a:off x="2611725" y="4629000"/>
              <a:ext cx="253350" cy="151725"/>
            </a:xfrm>
            <a:custGeom>
              <a:rect b="b" l="l" r="r" t="t"/>
              <a:pathLst>
                <a:path extrusionOk="0" h="6069" w="10134">
                  <a:moveTo>
                    <a:pt x="1738" y="0"/>
                  </a:moveTo>
                  <a:lnTo>
                    <a:pt x="1" y="6068"/>
                  </a:lnTo>
                  <a:lnTo>
                    <a:pt x="8686" y="6068"/>
                  </a:lnTo>
                  <a:lnTo>
                    <a:pt x="10133"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51"/>
            <p:cNvSpPr/>
            <p:nvPr/>
          </p:nvSpPr>
          <p:spPr>
            <a:xfrm>
              <a:off x="2601400" y="4621200"/>
              <a:ext cx="273550" cy="167300"/>
            </a:xfrm>
            <a:custGeom>
              <a:rect b="b" l="l" r="r" t="t"/>
              <a:pathLst>
                <a:path extrusionOk="0" h="6692" w="10942">
                  <a:moveTo>
                    <a:pt x="10152" y="624"/>
                  </a:moveTo>
                  <a:lnTo>
                    <a:pt x="8854" y="6068"/>
                  </a:lnTo>
                  <a:lnTo>
                    <a:pt x="828" y="6068"/>
                  </a:lnTo>
                  <a:lnTo>
                    <a:pt x="2386" y="624"/>
                  </a:lnTo>
                  <a:close/>
                  <a:moveTo>
                    <a:pt x="1916" y="1"/>
                  </a:moveTo>
                  <a:lnTo>
                    <a:pt x="1" y="6692"/>
                  </a:lnTo>
                  <a:lnTo>
                    <a:pt x="9346" y="6692"/>
                  </a:lnTo>
                  <a:lnTo>
                    <a:pt x="1094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51"/>
            <p:cNvSpPr/>
            <p:nvPr/>
          </p:nvSpPr>
          <p:spPr>
            <a:xfrm>
              <a:off x="2340250" y="4780700"/>
              <a:ext cx="271500" cy="162575"/>
            </a:xfrm>
            <a:custGeom>
              <a:rect b="b" l="l" r="r" t="t"/>
              <a:pathLst>
                <a:path extrusionOk="0" h="6503" w="10860">
                  <a:moveTo>
                    <a:pt x="2173" y="0"/>
                  </a:moveTo>
                  <a:lnTo>
                    <a:pt x="1" y="6502"/>
                  </a:lnTo>
                  <a:lnTo>
                    <a:pt x="8998" y="6502"/>
                  </a:lnTo>
                  <a:lnTo>
                    <a:pt x="10860"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51"/>
            <p:cNvSpPr/>
            <p:nvPr/>
          </p:nvSpPr>
          <p:spPr>
            <a:xfrm>
              <a:off x="2329425" y="4772875"/>
              <a:ext cx="292650" cy="178175"/>
            </a:xfrm>
            <a:custGeom>
              <a:rect b="b" l="l" r="r" t="t"/>
              <a:pathLst>
                <a:path extrusionOk="0" h="7127" w="11706">
                  <a:moveTo>
                    <a:pt x="10880" y="625"/>
                  </a:moveTo>
                  <a:lnTo>
                    <a:pt x="9195" y="6504"/>
                  </a:lnTo>
                  <a:lnTo>
                    <a:pt x="867" y="6504"/>
                  </a:lnTo>
                  <a:lnTo>
                    <a:pt x="2830" y="625"/>
                  </a:lnTo>
                  <a:close/>
                  <a:moveTo>
                    <a:pt x="2382" y="1"/>
                  </a:moveTo>
                  <a:lnTo>
                    <a:pt x="1" y="7127"/>
                  </a:lnTo>
                  <a:lnTo>
                    <a:pt x="9666" y="7127"/>
                  </a:lnTo>
                  <a:lnTo>
                    <a:pt x="1170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51"/>
            <p:cNvSpPr/>
            <p:nvPr/>
          </p:nvSpPr>
          <p:spPr>
            <a:xfrm>
              <a:off x="4544150" y="4629000"/>
              <a:ext cx="239100" cy="151725"/>
            </a:xfrm>
            <a:custGeom>
              <a:rect b="b" l="l" r="r" t="t"/>
              <a:pathLst>
                <a:path extrusionOk="0" h="6069" w="9564">
                  <a:moveTo>
                    <a:pt x="0" y="0"/>
                  </a:moveTo>
                  <a:lnTo>
                    <a:pt x="879" y="6068"/>
                  </a:lnTo>
                  <a:lnTo>
                    <a:pt x="9564" y="6068"/>
                  </a:lnTo>
                  <a:lnTo>
                    <a:pt x="839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51"/>
            <p:cNvSpPr/>
            <p:nvPr/>
          </p:nvSpPr>
          <p:spPr>
            <a:xfrm>
              <a:off x="4535175" y="4621200"/>
              <a:ext cx="257500" cy="167300"/>
            </a:xfrm>
            <a:custGeom>
              <a:rect b="b" l="l" r="r" t="t"/>
              <a:pathLst>
                <a:path extrusionOk="0" h="6692" w="10300">
                  <a:moveTo>
                    <a:pt x="8498" y="624"/>
                  </a:moveTo>
                  <a:lnTo>
                    <a:pt x="9546" y="6068"/>
                  </a:lnTo>
                  <a:lnTo>
                    <a:pt x="1508" y="6068"/>
                  </a:lnTo>
                  <a:lnTo>
                    <a:pt x="721" y="624"/>
                  </a:lnTo>
                  <a:close/>
                  <a:moveTo>
                    <a:pt x="1" y="1"/>
                  </a:moveTo>
                  <a:lnTo>
                    <a:pt x="967" y="6692"/>
                  </a:lnTo>
                  <a:lnTo>
                    <a:pt x="10300" y="6692"/>
                  </a:lnTo>
                  <a:lnTo>
                    <a:pt x="901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51"/>
            <p:cNvSpPr/>
            <p:nvPr/>
          </p:nvSpPr>
          <p:spPr>
            <a:xfrm>
              <a:off x="4334275" y="4629000"/>
              <a:ext cx="231850" cy="151725"/>
            </a:xfrm>
            <a:custGeom>
              <a:rect b="b" l="l" r="r" t="t"/>
              <a:pathLst>
                <a:path extrusionOk="0" h="6069" w="9274">
                  <a:moveTo>
                    <a:pt x="0" y="0"/>
                  </a:moveTo>
                  <a:lnTo>
                    <a:pt x="587" y="6068"/>
                  </a:lnTo>
                  <a:lnTo>
                    <a:pt x="9274" y="6068"/>
                  </a:lnTo>
                  <a:lnTo>
                    <a:pt x="8395"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51"/>
            <p:cNvSpPr/>
            <p:nvPr/>
          </p:nvSpPr>
          <p:spPr>
            <a:xfrm>
              <a:off x="4325675" y="4621200"/>
              <a:ext cx="249450" cy="167300"/>
            </a:xfrm>
            <a:custGeom>
              <a:rect b="b" l="l" r="r" t="t"/>
              <a:pathLst>
                <a:path extrusionOk="0" h="6692" w="9978">
                  <a:moveTo>
                    <a:pt x="8470" y="624"/>
                  </a:moveTo>
                  <a:lnTo>
                    <a:pt x="9257" y="6068"/>
                  </a:lnTo>
                  <a:lnTo>
                    <a:pt x="1214" y="6068"/>
                  </a:lnTo>
                  <a:lnTo>
                    <a:pt x="688" y="624"/>
                  </a:lnTo>
                  <a:close/>
                  <a:moveTo>
                    <a:pt x="1" y="1"/>
                  </a:moveTo>
                  <a:lnTo>
                    <a:pt x="647" y="6692"/>
                  </a:lnTo>
                  <a:lnTo>
                    <a:pt x="9978" y="6692"/>
                  </a:lnTo>
                  <a:lnTo>
                    <a:pt x="90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51"/>
            <p:cNvSpPr/>
            <p:nvPr/>
          </p:nvSpPr>
          <p:spPr>
            <a:xfrm>
              <a:off x="4963950" y="4629000"/>
              <a:ext cx="253625" cy="151725"/>
            </a:xfrm>
            <a:custGeom>
              <a:rect b="b" l="l" r="r" t="t"/>
              <a:pathLst>
                <a:path extrusionOk="0" h="6069" w="10145">
                  <a:moveTo>
                    <a:pt x="1" y="0"/>
                  </a:moveTo>
                  <a:lnTo>
                    <a:pt x="1459" y="6068"/>
                  </a:lnTo>
                  <a:lnTo>
                    <a:pt x="10144" y="6068"/>
                  </a:lnTo>
                  <a:lnTo>
                    <a:pt x="8396"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51"/>
            <p:cNvSpPr/>
            <p:nvPr/>
          </p:nvSpPr>
          <p:spPr>
            <a:xfrm>
              <a:off x="4954050" y="4621200"/>
              <a:ext cx="273875" cy="167300"/>
            </a:xfrm>
            <a:custGeom>
              <a:rect b="b" l="l" r="r" t="t"/>
              <a:pathLst>
                <a:path extrusionOk="0" h="6692" w="10955">
                  <a:moveTo>
                    <a:pt x="8558" y="624"/>
                  </a:moveTo>
                  <a:lnTo>
                    <a:pt x="10126" y="6068"/>
                  </a:lnTo>
                  <a:lnTo>
                    <a:pt x="2100" y="6068"/>
                  </a:lnTo>
                  <a:lnTo>
                    <a:pt x="792" y="624"/>
                  </a:lnTo>
                  <a:close/>
                  <a:moveTo>
                    <a:pt x="0" y="1"/>
                  </a:moveTo>
                  <a:lnTo>
                    <a:pt x="1607" y="6692"/>
                  </a:lnTo>
                  <a:lnTo>
                    <a:pt x="10954" y="6692"/>
                  </a:lnTo>
                  <a:lnTo>
                    <a:pt x="902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51"/>
            <p:cNvSpPr/>
            <p:nvPr/>
          </p:nvSpPr>
          <p:spPr>
            <a:xfrm>
              <a:off x="3697475" y="4629000"/>
              <a:ext cx="217175" cy="151725"/>
            </a:xfrm>
            <a:custGeom>
              <a:rect b="b" l="l" r="r" t="t"/>
              <a:pathLst>
                <a:path extrusionOk="0" h="6069" w="8687">
                  <a:moveTo>
                    <a:pt x="285" y="0"/>
                  </a:moveTo>
                  <a:lnTo>
                    <a:pt x="0" y="6068"/>
                  </a:lnTo>
                  <a:lnTo>
                    <a:pt x="8687" y="6068"/>
                  </a:lnTo>
                  <a:lnTo>
                    <a:pt x="8681"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51"/>
            <p:cNvSpPr/>
            <p:nvPr/>
          </p:nvSpPr>
          <p:spPr>
            <a:xfrm>
              <a:off x="3689325" y="4621200"/>
              <a:ext cx="233125" cy="167300"/>
            </a:xfrm>
            <a:custGeom>
              <a:rect b="b" l="l" r="r" t="t"/>
              <a:pathLst>
                <a:path extrusionOk="0" h="6692" w="9325">
                  <a:moveTo>
                    <a:pt x="8696" y="624"/>
                  </a:moveTo>
                  <a:lnTo>
                    <a:pt x="8701" y="6068"/>
                  </a:lnTo>
                  <a:lnTo>
                    <a:pt x="653" y="6068"/>
                  </a:lnTo>
                  <a:lnTo>
                    <a:pt x="909" y="624"/>
                  </a:lnTo>
                  <a:close/>
                  <a:moveTo>
                    <a:pt x="314" y="1"/>
                  </a:moveTo>
                  <a:lnTo>
                    <a:pt x="1" y="6692"/>
                  </a:lnTo>
                  <a:lnTo>
                    <a:pt x="9324" y="6692"/>
                  </a:lnTo>
                  <a:lnTo>
                    <a:pt x="93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51"/>
            <p:cNvSpPr/>
            <p:nvPr/>
          </p:nvSpPr>
          <p:spPr>
            <a:xfrm>
              <a:off x="4124375" y="4629000"/>
              <a:ext cx="224575" cy="151725"/>
            </a:xfrm>
            <a:custGeom>
              <a:rect b="b" l="l" r="r" t="t"/>
              <a:pathLst>
                <a:path extrusionOk="0" h="6069" w="8983">
                  <a:moveTo>
                    <a:pt x="0" y="0"/>
                  </a:moveTo>
                  <a:lnTo>
                    <a:pt x="297" y="6068"/>
                  </a:lnTo>
                  <a:lnTo>
                    <a:pt x="8983" y="6068"/>
                  </a:lnTo>
                  <a:lnTo>
                    <a:pt x="8396"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51"/>
            <p:cNvSpPr/>
            <p:nvPr/>
          </p:nvSpPr>
          <p:spPr>
            <a:xfrm>
              <a:off x="4116200" y="4621200"/>
              <a:ext cx="241350" cy="167300"/>
            </a:xfrm>
            <a:custGeom>
              <a:rect b="b" l="l" r="r" t="t"/>
              <a:pathLst>
                <a:path extrusionOk="0" h="6692" w="9654">
                  <a:moveTo>
                    <a:pt x="8441" y="624"/>
                  </a:moveTo>
                  <a:lnTo>
                    <a:pt x="8966" y="6068"/>
                  </a:lnTo>
                  <a:lnTo>
                    <a:pt x="922" y="6068"/>
                  </a:lnTo>
                  <a:lnTo>
                    <a:pt x="655" y="624"/>
                  </a:lnTo>
                  <a:close/>
                  <a:moveTo>
                    <a:pt x="0" y="1"/>
                  </a:moveTo>
                  <a:lnTo>
                    <a:pt x="327" y="6692"/>
                  </a:lnTo>
                  <a:lnTo>
                    <a:pt x="9653" y="6692"/>
                  </a:lnTo>
                  <a:lnTo>
                    <a:pt x="900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51"/>
            <p:cNvSpPr/>
            <p:nvPr/>
          </p:nvSpPr>
          <p:spPr>
            <a:xfrm>
              <a:off x="3914500" y="4629000"/>
              <a:ext cx="217325" cy="151725"/>
            </a:xfrm>
            <a:custGeom>
              <a:rect b="b" l="l" r="r" t="t"/>
              <a:pathLst>
                <a:path extrusionOk="0" h="6069" w="8693">
                  <a:moveTo>
                    <a:pt x="0" y="0"/>
                  </a:moveTo>
                  <a:lnTo>
                    <a:pt x="6" y="6068"/>
                  </a:lnTo>
                  <a:lnTo>
                    <a:pt x="8692" y="6068"/>
                  </a:lnTo>
                  <a:lnTo>
                    <a:pt x="8395"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51"/>
            <p:cNvSpPr/>
            <p:nvPr/>
          </p:nvSpPr>
          <p:spPr>
            <a:xfrm>
              <a:off x="3906700" y="4621200"/>
              <a:ext cx="233300" cy="167300"/>
            </a:xfrm>
            <a:custGeom>
              <a:rect b="b" l="l" r="r" t="t"/>
              <a:pathLst>
                <a:path extrusionOk="0" h="6692" w="9332">
                  <a:moveTo>
                    <a:pt x="8410" y="624"/>
                  </a:moveTo>
                  <a:lnTo>
                    <a:pt x="8676" y="6068"/>
                  </a:lnTo>
                  <a:lnTo>
                    <a:pt x="629" y="6068"/>
                  </a:lnTo>
                  <a:lnTo>
                    <a:pt x="624" y="624"/>
                  </a:lnTo>
                  <a:close/>
                  <a:moveTo>
                    <a:pt x="1" y="1"/>
                  </a:moveTo>
                  <a:lnTo>
                    <a:pt x="6" y="6692"/>
                  </a:lnTo>
                  <a:lnTo>
                    <a:pt x="9331" y="6692"/>
                  </a:lnTo>
                  <a:lnTo>
                    <a:pt x="900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51"/>
            <p:cNvSpPr/>
            <p:nvPr/>
          </p:nvSpPr>
          <p:spPr>
            <a:xfrm>
              <a:off x="3480325" y="4629000"/>
              <a:ext cx="224300" cy="151725"/>
            </a:xfrm>
            <a:custGeom>
              <a:rect b="b" l="l" r="r" t="t"/>
              <a:pathLst>
                <a:path extrusionOk="0" h="6069" w="8972">
                  <a:moveTo>
                    <a:pt x="576" y="0"/>
                  </a:moveTo>
                  <a:lnTo>
                    <a:pt x="1" y="6068"/>
                  </a:lnTo>
                  <a:lnTo>
                    <a:pt x="8686" y="6068"/>
                  </a:lnTo>
                  <a:lnTo>
                    <a:pt x="8971"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51"/>
            <p:cNvSpPr/>
            <p:nvPr/>
          </p:nvSpPr>
          <p:spPr>
            <a:xfrm>
              <a:off x="3471775" y="4621200"/>
              <a:ext cx="241025" cy="167300"/>
            </a:xfrm>
            <a:custGeom>
              <a:rect b="b" l="l" r="r" t="t"/>
              <a:pathLst>
                <a:path extrusionOk="0" h="6692" w="9641">
                  <a:moveTo>
                    <a:pt x="8987" y="624"/>
                  </a:moveTo>
                  <a:lnTo>
                    <a:pt x="8731" y="6068"/>
                  </a:lnTo>
                  <a:lnTo>
                    <a:pt x="685" y="6068"/>
                  </a:lnTo>
                  <a:lnTo>
                    <a:pt x="1202" y="624"/>
                  </a:lnTo>
                  <a:close/>
                  <a:moveTo>
                    <a:pt x="634" y="1"/>
                  </a:moveTo>
                  <a:lnTo>
                    <a:pt x="0" y="6692"/>
                  </a:lnTo>
                  <a:lnTo>
                    <a:pt x="9327" y="6692"/>
                  </a:lnTo>
                  <a:lnTo>
                    <a:pt x="964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51"/>
            <p:cNvSpPr/>
            <p:nvPr/>
          </p:nvSpPr>
          <p:spPr>
            <a:xfrm>
              <a:off x="4348925" y="4780700"/>
              <a:ext cx="240700" cy="162575"/>
            </a:xfrm>
            <a:custGeom>
              <a:rect b="b" l="l" r="r" t="t"/>
              <a:pathLst>
                <a:path extrusionOk="0" h="6503" w="9628">
                  <a:moveTo>
                    <a:pt x="1" y="0"/>
                  </a:moveTo>
                  <a:lnTo>
                    <a:pt x="629" y="6502"/>
                  </a:lnTo>
                  <a:lnTo>
                    <a:pt x="9627" y="6502"/>
                  </a:lnTo>
                  <a:lnTo>
                    <a:pt x="8688"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51"/>
            <p:cNvSpPr/>
            <p:nvPr/>
          </p:nvSpPr>
          <p:spPr>
            <a:xfrm>
              <a:off x="4340350" y="4772875"/>
              <a:ext cx="258250" cy="178175"/>
            </a:xfrm>
            <a:custGeom>
              <a:rect b="b" l="l" r="r" t="t"/>
              <a:pathLst>
                <a:path extrusionOk="0" h="7127" w="10330">
                  <a:moveTo>
                    <a:pt x="8761" y="625"/>
                  </a:moveTo>
                  <a:lnTo>
                    <a:pt x="9610" y="6504"/>
                  </a:lnTo>
                  <a:lnTo>
                    <a:pt x="1255" y="6504"/>
                  </a:lnTo>
                  <a:lnTo>
                    <a:pt x="687" y="625"/>
                  </a:lnTo>
                  <a:close/>
                  <a:moveTo>
                    <a:pt x="0" y="1"/>
                  </a:moveTo>
                  <a:lnTo>
                    <a:pt x="690" y="7127"/>
                  </a:lnTo>
                  <a:lnTo>
                    <a:pt x="10329" y="7127"/>
                  </a:lnTo>
                  <a:lnTo>
                    <a:pt x="930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51"/>
            <p:cNvSpPr/>
            <p:nvPr/>
          </p:nvSpPr>
          <p:spPr>
            <a:xfrm>
              <a:off x="4566100" y="4780700"/>
              <a:ext cx="248450" cy="162575"/>
            </a:xfrm>
            <a:custGeom>
              <a:rect b="b" l="l" r="r" t="t"/>
              <a:pathLst>
                <a:path extrusionOk="0" h="6503" w="9938">
                  <a:moveTo>
                    <a:pt x="1" y="0"/>
                  </a:moveTo>
                  <a:lnTo>
                    <a:pt x="940" y="6502"/>
                  </a:lnTo>
                  <a:lnTo>
                    <a:pt x="9937" y="6502"/>
                  </a:lnTo>
                  <a:lnTo>
                    <a:pt x="8686"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51"/>
            <p:cNvSpPr/>
            <p:nvPr/>
          </p:nvSpPr>
          <p:spPr>
            <a:xfrm>
              <a:off x="4557100" y="4772875"/>
              <a:ext cx="266900" cy="178175"/>
            </a:xfrm>
            <a:custGeom>
              <a:rect b="b" l="l" r="r" t="t"/>
              <a:pathLst>
                <a:path extrusionOk="0" h="7127" w="10676">
                  <a:moveTo>
                    <a:pt x="8788" y="625"/>
                  </a:moveTo>
                  <a:lnTo>
                    <a:pt x="9920" y="6504"/>
                  </a:lnTo>
                  <a:lnTo>
                    <a:pt x="1570" y="6504"/>
                  </a:lnTo>
                  <a:lnTo>
                    <a:pt x="721" y="625"/>
                  </a:lnTo>
                  <a:close/>
                  <a:moveTo>
                    <a:pt x="0" y="1"/>
                  </a:moveTo>
                  <a:lnTo>
                    <a:pt x="1031" y="7127"/>
                  </a:lnTo>
                  <a:lnTo>
                    <a:pt x="10675" y="7127"/>
                  </a:lnTo>
                  <a:lnTo>
                    <a:pt x="930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51"/>
            <p:cNvSpPr/>
            <p:nvPr/>
          </p:nvSpPr>
          <p:spPr>
            <a:xfrm>
              <a:off x="2565175" y="4780700"/>
              <a:ext cx="263725" cy="162575"/>
            </a:xfrm>
            <a:custGeom>
              <a:rect b="b" l="l" r="r" t="t"/>
              <a:pathLst>
                <a:path extrusionOk="0" h="6503" w="10549">
                  <a:moveTo>
                    <a:pt x="1863" y="0"/>
                  </a:moveTo>
                  <a:lnTo>
                    <a:pt x="1" y="6502"/>
                  </a:lnTo>
                  <a:lnTo>
                    <a:pt x="8998" y="6502"/>
                  </a:lnTo>
                  <a:lnTo>
                    <a:pt x="10548"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51"/>
            <p:cNvSpPr/>
            <p:nvPr/>
          </p:nvSpPr>
          <p:spPr>
            <a:xfrm>
              <a:off x="2554850" y="4772875"/>
              <a:ext cx="283925" cy="178175"/>
            </a:xfrm>
            <a:custGeom>
              <a:rect b="b" l="l" r="r" t="t"/>
              <a:pathLst>
                <a:path extrusionOk="0" h="7127" w="11357">
                  <a:moveTo>
                    <a:pt x="10567" y="625"/>
                  </a:moveTo>
                  <a:lnTo>
                    <a:pt x="9165" y="6504"/>
                  </a:lnTo>
                  <a:lnTo>
                    <a:pt x="827" y="6504"/>
                  </a:lnTo>
                  <a:lnTo>
                    <a:pt x="2511" y="625"/>
                  </a:lnTo>
                  <a:close/>
                  <a:moveTo>
                    <a:pt x="2041" y="1"/>
                  </a:moveTo>
                  <a:lnTo>
                    <a:pt x="1" y="7127"/>
                  </a:lnTo>
                  <a:lnTo>
                    <a:pt x="9657" y="7127"/>
                  </a:lnTo>
                  <a:lnTo>
                    <a:pt x="1135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51"/>
            <p:cNvSpPr/>
            <p:nvPr/>
          </p:nvSpPr>
          <p:spPr>
            <a:xfrm>
              <a:off x="4783225" y="4780700"/>
              <a:ext cx="256250" cy="162575"/>
            </a:xfrm>
            <a:custGeom>
              <a:rect b="b" l="l" r="r" t="t"/>
              <a:pathLst>
                <a:path extrusionOk="0" h="6503" w="10250">
                  <a:moveTo>
                    <a:pt x="1" y="0"/>
                  </a:moveTo>
                  <a:lnTo>
                    <a:pt x="1252" y="6502"/>
                  </a:lnTo>
                  <a:lnTo>
                    <a:pt x="10249" y="6502"/>
                  </a:lnTo>
                  <a:lnTo>
                    <a:pt x="8688"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51"/>
            <p:cNvSpPr/>
            <p:nvPr/>
          </p:nvSpPr>
          <p:spPr>
            <a:xfrm>
              <a:off x="4773800" y="4772875"/>
              <a:ext cx="275575" cy="178175"/>
            </a:xfrm>
            <a:custGeom>
              <a:rect b="b" l="l" r="r" t="t"/>
              <a:pathLst>
                <a:path extrusionOk="0" h="7127" w="11023">
                  <a:moveTo>
                    <a:pt x="8818" y="625"/>
                  </a:moveTo>
                  <a:lnTo>
                    <a:pt x="10231" y="6504"/>
                  </a:lnTo>
                  <a:lnTo>
                    <a:pt x="1887" y="6504"/>
                  </a:lnTo>
                  <a:lnTo>
                    <a:pt x="756" y="625"/>
                  </a:lnTo>
                  <a:close/>
                  <a:moveTo>
                    <a:pt x="0" y="1"/>
                  </a:moveTo>
                  <a:lnTo>
                    <a:pt x="1372" y="7127"/>
                  </a:lnTo>
                  <a:lnTo>
                    <a:pt x="11023" y="7127"/>
                  </a:lnTo>
                  <a:lnTo>
                    <a:pt x="931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51"/>
            <p:cNvSpPr/>
            <p:nvPr/>
          </p:nvSpPr>
          <p:spPr>
            <a:xfrm>
              <a:off x="3914625" y="4780700"/>
              <a:ext cx="225125" cy="162575"/>
            </a:xfrm>
            <a:custGeom>
              <a:rect b="b" l="l" r="r" t="t"/>
              <a:pathLst>
                <a:path extrusionOk="0" h="6503" w="9005">
                  <a:moveTo>
                    <a:pt x="1" y="0"/>
                  </a:moveTo>
                  <a:lnTo>
                    <a:pt x="6" y="6502"/>
                  </a:lnTo>
                  <a:lnTo>
                    <a:pt x="9004" y="6502"/>
                  </a:lnTo>
                  <a:lnTo>
                    <a:pt x="868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51"/>
            <p:cNvSpPr/>
            <p:nvPr/>
          </p:nvSpPr>
          <p:spPr>
            <a:xfrm>
              <a:off x="3906825" y="4772875"/>
              <a:ext cx="241100" cy="178175"/>
            </a:xfrm>
            <a:custGeom>
              <a:rect b="b" l="l" r="r" t="t"/>
              <a:pathLst>
                <a:path extrusionOk="0" h="7127" w="9644">
                  <a:moveTo>
                    <a:pt x="8702" y="625"/>
                  </a:moveTo>
                  <a:lnTo>
                    <a:pt x="8988" y="6504"/>
                  </a:lnTo>
                  <a:lnTo>
                    <a:pt x="631" y="6504"/>
                  </a:lnTo>
                  <a:lnTo>
                    <a:pt x="624" y="625"/>
                  </a:lnTo>
                  <a:close/>
                  <a:moveTo>
                    <a:pt x="0" y="1"/>
                  </a:moveTo>
                  <a:lnTo>
                    <a:pt x="7" y="7127"/>
                  </a:lnTo>
                  <a:lnTo>
                    <a:pt x="9643" y="7127"/>
                  </a:lnTo>
                  <a:lnTo>
                    <a:pt x="929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51"/>
            <p:cNvSpPr/>
            <p:nvPr/>
          </p:nvSpPr>
          <p:spPr>
            <a:xfrm>
              <a:off x="5000400" y="4780700"/>
              <a:ext cx="264025" cy="162575"/>
            </a:xfrm>
            <a:custGeom>
              <a:rect b="b" l="l" r="r" t="t"/>
              <a:pathLst>
                <a:path extrusionOk="0" h="6503" w="10561">
                  <a:moveTo>
                    <a:pt x="1" y="0"/>
                  </a:moveTo>
                  <a:lnTo>
                    <a:pt x="1562" y="6502"/>
                  </a:lnTo>
                  <a:lnTo>
                    <a:pt x="10560" y="6502"/>
                  </a:lnTo>
                  <a:lnTo>
                    <a:pt x="8686"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51"/>
            <p:cNvSpPr/>
            <p:nvPr/>
          </p:nvSpPr>
          <p:spPr>
            <a:xfrm>
              <a:off x="4990525" y="4772875"/>
              <a:ext cx="284225" cy="178175"/>
            </a:xfrm>
            <a:custGeom>
              <a:rect b="b" l="l" r="r" t="t"/>
              <a:pathLst>
                <a:path extrusionOk="0" h="7127" w="11369">
                  <a:moveTo>
                    <a:pt x="8847" y="625"/>
                  </a:moveTo>
                  <a:lnTo>
                    <a:pt x="10541" y="6504"/>
                  </a:lnTo>
                  <a:lnTo>
                    <a:pt x="2204" y="6504"/>
                  </a:lnTo>
                  <a:lnTo>
                    <a:pt x="791" y="625"/>
                  </a:lnTo>
                  <a:close/>
                  <a:moveTo>
                    <a:pt x="0" y="1"/>
                  </a:moveTo>
                  <a:lnTo>
                    <a:pt x="1712" y="7127"/>
                  </a:lnTo>
                  <a:lnTo>
                    <a:pt x="11368" y="7127"/>
                  </a:lnTo>
                  <a:lnTo>
                    <a:pt x="93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51"/>
            <p:cNvSpPr/>
            <p:nvPr/>
          </p:nvSpPr>
          <p:spPr>
            <a:xfrm>
              <a:off x="4131800" y="4780700"/>
              <a:ext cx="232875" cy="162575"/>
            </a:xfrm>
            <a:custGeom>
              <a:rect b="b" l="l" r="r" t="t"/>
              <a:pathLst>
                <a:path extrusionOk="0" h="6503" w="9315">
                  <a:moveTo>
                    <a:pt x="0" y="0"/>
                  </a:moveTo>
                  <a:lnTo>
                    <a:pt x="317" y="6502"/>
                  </a:lnTo>
                  <a:lnTo>
                    <a:pt x="9314" y="6502"/>
                  </a:lnTo>
                  <a:lnTo>
                    <a:pt x="8686"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51"/>
            <p:cNvSpPr/>
            <p:nvPr/>
          </p:nvSpPr>
          <p:spPr>
            <a:xfrm>
              <a:off x="4123600" y="4772875"/>
              <a:ext cx="249650" cy="178175"/>
            </a:xfrm>
            <a:custGeom>
              <a:rect b="b" l="l" r="r" t="t"/>
              <a:pathLst>
                <a:path extrusionOk="0" h="7127" w="9986">
                  <a:moveTo>
                    <a:pt x="8730" y="625"/>
                  </a:moveTo>
                  <a:lnTo>
                    <a:pt x="9299" y="6504"/>
                  </a:lnTo>
                  <a:lnTo>
                    <a:pt x="943" y="6504"/>
                  </a:lnTo>
                  <a:lnTo>
                    <a:pt x="655" y="625"/>
                  </a:lnTo>
                  <a:close/>
                  <a:moveTo>
                    <a:pt x="0" y="1"/>
                  </a:moveTo>
                  <a:lnTo>
                    <a:pt x="348" y="7127"/>
                  </a:lnTo>
                  <a:lnTo>
                    <a:pt x="9986" y="7127"/>
                  </a:lnTo>
                  <a:lnTo>
                    <a:pt x="929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51"/>
            <p:cNvSpPr/>
            <p:nvPr/>
          </p:nvSpPr>
          <p:spPr>
            <a:xfrm>
              <a:off x="3015050" y="4780700"/>
              <a:ext cx="248150" cy="162575"/>
            </a:xfrm>
            <a:custGeom>
              <a:rect b="b" l="l" r="r" t="t"/>
              <a:pathLst>
                <a:path extrusionOk="0" h="6503" w="9926">
                  <a:moveTo>
                    <a:pt x="1240" y="0"/>
                  </a:moveTo>
                  <a:lnTo>
                    <a:pt x="1" y="6502"/>
                  </a:lnTo>
                  <a:lnTo>
                    <a:pt x="8998" y="6502"/>
                  </a:lnTo>
                  <a:lnTo>
                    <a:pt x="9925"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51"/>
            <p:cNvSpPr/>
            <p:nvPr/>
          </p:nvSpPr>
          <p:spPr>
            <a:xfrm>
              <a:off x="3005625" y="4772875"/>
              <a:ext cx="266550" cy="178175"/>
            </a:xfrm>
            <a:custGeom>
              <a:rect b="b" l="l" r="r" t="t"/>
              <a:pathLst>
                <a:path extrusionOk="0" h="7127" w="10662">
                  <a:moveTo>
                    <a:pt x="9943" y="625"/>
                  </a:moveTo>
                  <a:lnTo>
                    <a:pt x="9104" y="6504"/>
                  </a:lnTo>
                  <a:lnTo>
                    <a:pt x="754" y="6504"/>
                  </a:lnTo>
                  <a:lnTo>
                    <a:pt x="1874" y="625"/>
                  </a:lnTo>
                  <a:close/>
                  <a:moveTo>
                    <a:pt x="1358" y="1"/>
                  </a:moveTo>
                  <a:lnTo>
                    <a:pt x="1" y="7127"/>
                  </a:lnTo>
                  <a:lnTo>
                    <a:pt x="9645" y="7127"/>
                  </a:lnTo>
                  <a:lnTo>
                    <a:pt x="1066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51"/>
            <p:cNvSpPr/>
            <p:nvPr/>
          </p:nvSpPr>
          <p:spPr>
            <a:xfrm>
              <a:off x="2790100" y="4780700"/>
              <a:ext cx="255950" cy="162575"/>
            </a:xfrm>
            <a:custGeom>
              <a:rect b="b" l="l" r="r" t="t"/>
              <a:pathLst>
                <a:path extrusionOk="0" h="6503" w="10238">
                  <a:moveTo>
                    <a:pt x="1551" y="0"/>
                  </a:moveTo>
                  <a:lnTo>
                    <a:pt x="1" y="6502"/>
                  </a:lnTo>
                  <a:lnTo>
                    <a:pt x="8999" y="6502"/>
                  </a:lnTo>
                  <a:lnTo>
                    <a:pt x="10238"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51"/>
            <p:cNvSpPr/>
            <p:nvPr/>
          </p:nvSpPr>
          <p:spPr>
            <a:xfrm>
              <a:off x="2780250" y="4772875"/>
              <a:ext cx="275225" cy="178175"/>
            </a:xfrm>
            <a:custGeom>
              <a:rect b="b" l="l" r="r" t="t"/>
              <a:pathLst>
                <a:path extrusionOk="0" h="7127" w="11009">
                  <a:moveTo>
                    <a:pt x="10255" y="625"/>
                  </a:moveTo>
                  <a:lnTo>
                    <a:pt x="9134" y="6504"/>
                  </a:lnTo>
                  <a:lnTo>
                    <a:pt x="790" y="6504"/>
                  </a:lnTo>
                  <a:lnTo>
                    <a:pt x="2192" y="625"/>
                  </a:lnTo>
                  <a:close/>
                  <a:moveTo>
                    <a:pt x="1699" y="1"/>
                  </a:moveTo>
                  <a:lnTo>
                    <a:pt x="0" y="7127"/>
                  </a:lnTo>
                  <a:lnTo>
                    <a:pt x="9650" y="7127"/>
                  </a:lnTo>
                  <a:lnTo>
                    <a:pt x="1100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51"/>
            <p:cNvSpPr/>
            <p:nvPr/>
          </p:nvSpPr>
          <p:spPr>
            <a:xfrm>
              <a:off x="3689850" y="4780700"/>
              <a:ext cx="224950" cy="162575"/>
            </a:xfrm>
            <a:custGeom>
              <a:rect b="b" l="l" r="r" t="t"/>
              <a:pathLst>
                <a:path extrusionOk="0" h="6503" w="8998">
                  <a:moveTo>
                    <a:pt x="305" y="0"/>
                  </a:moveTo>
                  <a:lnTo>
                    <a:pt x="1" y="6502"/>
                  </a:lnTo>
                  <a:lnTo>
                    <a:pt x="8997" y="6502"/>
                  </a:lnTo>
                  <a:lnTo>
                    <a:pt x="8992"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51"/>
            <p:cNvSpPr/>
            <p:nvPr/>
          </p:nvSpPr>
          <p:spPr>
            <a:xfrm>
              <a:off x="3681700" y="4772875"/>
              <a:ext cx="240900" cy="178175"/>
            </a:xfrm>
            <a:custGeom>
              <a:rect b="b" l="l" r="r" t="t"/>
              <a:pathLst>
                <a:path extrusionOk="0" h="7127" w="9636">
                  <a:moveTo>
                    <a:pt x="9006" y="625"/>
                  </a:moveTo>
                  <a:lnTo>
                    <a:pt x="9012" y="6504"/>
                  </a:lnTo>
                  <a:lnTo>
                    <a:pt x="653" y="6504"/>
                  </a:lnTo>
                  <a:lnTo>
                    <a:pt x="930" y="625"/>
                  </a:lnTo>
                  <a:close/>
                  <a:moveTo>
                    <a:pt x="334" y="1"/>
                  </a:moveTo>
                  <a:lnTo>
                    <a:pt x="1" y="7127"/>
                  </a:lnTo>
                  <a:lnTo>
                    <a:pt x="9636" y="7127"/>
                  </a:lnTo>
                  <a:lnTo>
                    <a:pt x="962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51"/>
            <p:cNvSpPr/>
            <p:nvPr/>
          </p:nvSpPr>
          <p:spPr>
            <a:xfrm>
              <a:off x="3464925" y="4780700"/>
              <a:ext cx="232575" cy="162575"/>
            </a:xfrm>
            <a:custGeom>
              <a:rect b="b" l="l" r="r" t="t"/>
              <a:pathLst>
                <a:path extrusionOk="0" h="6503" w="9303">
                  <a:moveTo>
                    <a:pt x="617" y="0"/>
                  </a:moveTo>
                  <a:lnTo>
                    <a:pt x="1" y="6502"/>
                  </a:lnTo>
                  <a:lnTo>
                    <a:pt x="8998" y="6502"/>
                  </a:lnTo>
                  <a:lnTo>
                    <a:pt x="9302"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51"/>
            <p:cNvSpPr/>
            <p:nvPr/>
          </p:nvSpPr>
          <p:spPr>
            <a:xfrm>
              <a:off x="3456350" y="4772875"/>
              <a:ext cx="249325" cy="178175"/>
            </a:xfrm>
            <a:custGeom>
              <a:rect b="b" l="l" r="r" t="t"/>
              <a:pathLst>
                <a:path extrusionOk="0" h="7127" w="9973">
                  <a:moveTo>
                    <a:pt x="9320" y="625"/>
                  </a:moveTo>
                  <a:lnTo>
                    <a:pt x="9043" y="6504"/>
                  </a:lnTo>
                  <a:lnTo>
                    <a:pt x="686" y="6504"/>
                  </a:lnTo>
                  <a:lnTo>
                    <a:pt x="1243" y="625"/>
                  </a:lnTo>
                  <a:close/>
                  <a:moveTo>
                    <a:pt x="677" y="1"/>
                  </a:moveTo>
                  <a:lnTo>
                    <a:pt x="0" y="7127"/>
                  </a:lnTo>
                  <a:lnTo>
                    <a:pt x="9638" y="7127"/>
                  </a:lnTo>
                  <a:lnTo>
                    <a:pt x="997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51"/>
            <p:cNvSpPr/>
            <p:nvPr/>
          </p:nvSpPr>
          <p:spPr>
            <a:xfrm>
              <a:off x="3239975" y="4780700"/>
              <a:ext cx="240375" cy="162575"/>
            </a:xfrm>
            <a:custGeom>
              <a:rect b="b" l="l" r="r" t="t"/>
              <a:pathLst>
                <a:path extrusionOk="0" h="6503" w="9615">
                  <a:moveTo>
                    <a:pt x="928" y="0"/>
                  </a:moveTo>
                  <a:lnTo>
                    <a:pt x="1" y="6502"/>
                  </a:lnTo>
                  <a:lnTo>
                    <a:pt x="8999" y="6502"/>
                  </a:lnTo>
                  <a:lnTo>
                    <a:pt x="9615"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51"/>
            <p:cNvSpPr/>
            <p:nvPr/>
          </p:nvSpPr>
          <p:spPr>
            <a:xfrm>
              <a:off x="3231000" y="4772875"/>
              <a:ext cx="257925" cy="178175"/>
            </a:xfrm>
            <a:custGeom>
              <a:rect b="b" l="l" r="r" t="t"/>
              <a:pathLst>
                <a:path extrusionOk="0" h="7127" w="10317">
                  <a:moveTo>
                    <a:pt x="9631" y="625"/>
                  </a:moveTo>
                  <a:lnTo>
                    <a:pt x="9074" y="6504"/>
                  </a:lnTo>
                  <a:lnTo>
                    <a:pt x="718" y="6504"/>
                  </a:lnTo>
                  <a:lnTo>
                    <a:pt x="1558" y="625"/>
                  </a:lnTo>
                  <a:close/>
                  <a:moveTo>
                    <a:pt x="1017" y="1"/>
                  </a:moveTo>
                  <a:lnTo>
                    <a:pt x="1" y="7127"/>
                  </a:lnTo>
                  <a:lnTo>
                    <a:pt x="9640" y="7127"/>
                  </a:lnTo>
                  <a:lnTo>
                    <a:pt x="1031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51"/>
            <p:cNvSpPr/>
            <p:nvPr/>
          </p:nvSpPr>
          <p:spPr>
            <a:xfrm>
              <a:off x="4754050" y="4629000"/>
              <a:ext cx="246375" cy="151725"/>
            </a:xfrm>
            <a:custGeom>
              <a:rect b="b" l="l" r="r" t="t"/>
              <a:pathLst>
                <a:path extrusionOk="0" h="6069" w="9855">
                  <a:moveTo>
                    <a:pt x="1" y="0"/>
                  </a:moveTo>
                  <a:lnTo>
                    <a:pt x="1168" y="6068"/>
                  </a:lnTo>
                  <a:lnTo>
                    <a:pt x="9855" y="6068"/>
                  </a:lnTo>
                  <a:lnTo>
                    <a:pt x="839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51"/>
            <p:cNvSpPr/>
            <p:nvPr/>
          </p:nvSpPr>
          <p:spPr>
            <a:xfrm>
              <a:off x="4744600" y="4621200"/>
              <a:ext cx="265700" cy="167300"/>
            </a:xfrm>
            <a:custGeom>
              <a:rect b="b" l="l" r="r" t="t"/>
              <a:pathLst>
                <a:path extrusionOk="0" h="6692" w="10628">
                  <a:moveTo>
                    <a:pt x="8528" y="624"/>
                  </a:moveTo>
                  <a:lnTo>
                    <a:pt x="9836" y="6068"/>
                  </a:lnTo>
                  <a:lnTo>
                    <a:pt x="1803" y="6068"/>
                  </a:lnTo>
                  <a:lnTo>
                    <a:pt x="755" y="624"/>
                  </a:lnTo>
                  <a:close/>
                  <a:moveTo>
                    <a:pt x="1" y="1"/>
                  </a:moveTo>
                  <a:lnTo>
                    <a:pt x="1289" y="6692"/>
                  </a:lnTo>
                  <a:lnTo>
                    <a:pt x="10628" y="6692"/>
                  </a:lnTo>
                  <a:lnTo>
                    <a:pt x="902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51"/>
            <p:cNvSpPr/>
            <p:nvPr/>
          </p:nvSpPr>
          <p:spPr>
            <a:xfrm>
              <a:off x="2289600" y="4341925"/>
              <a:ext cx="251625" cy="145225"/>
            </a:xfrm>
            <a:custGeom>
              <a:rect b="b" l="l" r="r" t="t"/>
              <a:pathLst>
                <a:path extrusionOk="0" h="5809" w="10065">
                  <a:moveTo>
                    <a:pt x="2219" y="0"/>
                  </a:moveTo>
                  <a:lnTo>
                    <a:pt x="0" y="5808"/>
                  </a:lnTo>
                  <a:lnTo>
                    <a:pt x="8123" y="5808"/>
                  </a:lnTo>
                  <a:lnTo>
                    <a:pt x="10065"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51"/>
            <p:cNvSpPr/>
            <p:nvPr/>
          </p:nvSpPr>
          <p:spPr>
            <a:xfrm>
              <a:off x="2278275" y="4334125"/>
              <a:ext cx="273775" cy="160800"/>
            </a:xfrm>
            <a:custGeom>
              <a:rect b="b" l="l" r="r" t="t"/>
              <a:pathLst>
                <a:path extrusionOk="0" h="6432" w="10951">
                  <a:moveTo>
                    <a:pt x="10085" y="624"/>
                  </a:moveTo>
                  <a:lnTo>
                    <a:pt x="8352" y="5809"/>
                  </a:lnTo>
                  <a:lnTo>
                    <a:pt x="905" y="5809"/>
                  </a:lnTo>
                  <a:lnTo>
                    <a:pt x="2886" y="624"/>
                  </a:lnTo>
                  <a:close/>
                  <a:moveTo>
                    <a:pt x="2458" y="1"/>
                  </a:moveTo>
                  <a:lnTo>
                    <a:pt x="0" y="6432"/>
                  </a:lnTo>
                  <a:lnTo>
                    <a:pt x="8801" y="6432"/>
                  </a:lnTo>
                  <a:lnTo>
                    <a:pt x="1095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51"/>
            <p:cNvSpPr/>
            <p:nvPr/>
          </p:nvSpPr>
          <p:spPr>
            <a:xfrm>
              <a:off x="2041650" y="4487125"/>
              <a:ext cx="247975" cy="141900"/>
            </a:xfrm>
            <a:custGeom>
              <a:rect b="b" l="l" r="r" t="t"/>
              <a:pathLst>
                <a:path extrusionOk="0" h="5676" w="9919">
                  <a:moveTo>
                    <a:pt x="2419" y="0"/>
                  </a:moveTo>
                  <a:lnTo>
                    <a:pt x="0" y="5675"/>
                  </a:lnTo>
                  <a:lnTo>
                    <a:pt x="7750" y="5675"/>
                  </a:lnTo>
                  <a:lnTo>
                    <a:pt x="9918"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51"/>
            <p:cNvSpPr/>
            <p:nvPr/>
          </p:nvSpPr>
          <p:spPr>
            <a:xfrm>
              <a:off x="2029850" y="4479350"/>
              <a:ext cx="271050" cy="157450"/>
            </a:xfrm>
            <a:custGeom>
              <a:rect b="b" l="l" r="r" t="t"/>
              <a:pathLst>
                <a:path extrusionOk="0" h="6298" w="10842">
                  <a:moveTo>
                    <a:pt x="9937" y="623"/>
                  </a:moveTo>
                  <a:lnTo>
                    <a:pt x="8008" y="5675"/>
                  </a:lnTo>
                  <a:lnTo>
                    <a:pt x="944" y="5675"/>
                  </a:lnTo>
                  <a:lnTo>
                    <a:pt x="3097" y="623"/>
                  </a:lnTo>
                  <a:close/>
                  <a:moveTo>
                    <a:pt x="2684" y="0"/>
                  </a:moveTo>
                  <a:lnTo>
                    <a:pt x="0" y="6298"/>
                  </a:lnTo>
                  <a:lnTo>
                    <a:pt x="8436" y="6298"/>
                  </a:lnTo>
                  <a:lnTo>
                    <a:pt x="1084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51"/>
            <p:cNvSpPr/>
            <p:nvPr/>
          </p:nvSpPr>
          <p:spPr>
            <a:xfrm>
              <a:off x="2102100" y="4341925"/>
              <a:ext cx="242975" cy="145225"/>
            </a:xfrm>
            <a:custGeom>
              <a:rect b="b" l="l" r="r" t="t"/>
              <a:pathLst>
                <a:path extrusionOk="0" h="5809" w="9719">
                  <a:moveTo>
                    <a:pt x="2477" y="0"/>
                  </a:moveTo>
                  <a:lnTo>
                    <a:pt x="1" y="5808"/>
                  </a:lnTo>
                  <a:lnTo>
                    <a:pt x="7500" y="5808"/>
                  </a:lnTo>
                  <a:lnTo>
                    <a:pt x="9719"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51"/>
            <p:cNvSpPr/>
            <p:nvPr/>
          </p:nvSpPr>
          <p:spPr>
            <a:xfrm>
              <a:off x="2090325" y="4334125"/>
              <a:ext cx="266075" cy="160800"/>
            </a:xfrm>
            <a:custGeom>
              <a:rect b="b" l="l" r="r" t="t"/>
              <a:pathLst>
                <a:path extrusionOk="0" h="6432" w="10643">
                  <a:moveTo>
                    <a:pt x="9737" y="624"/>
                  </a:moveTo>
                  <a:lnTo>
                    <a:pt x="7756" y="5809"/>
                  </a:lnTo>
                  <a:lnTo>
                    <a:pt x="943" y="5809"/>
                  </a:lnTo>
                  <a:lnTo>
                    <a:pt x="3153" y="624"/>
                  </a:lnTo>
                  <a:close/>
                  <a:moveTo>
                    <a:pt x="2741" y="1"/>
                  </a:moveTo>
                  <a:lnTo>
                    <a:pt x="0" y="6432"/>
                  </a:lnTo>
                  <a:lnTo>
                    <a:pt x="8185" y="6432"/>
                  </a:lnTo>
                  <a:lnTo>
                    <a:pt x="1064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51"/>
            <p:cNvSpPr/>
            <p:nvPr/>
          </p:nvSpPr>
          <p:spPr>
            <a:xfrm>
              <a:off x="1976975" y="4629000"/>
              <a:ext cx="258425" cy="151725"/>
            </a:xfrm>
            <a:custGeom>
              <a:rect b="b" l="l" r="r" t="t"/>
              <a:pathLst>
                <a:path extrusionOk="0" h="6069" w="10337">
                  <a:moveTo>
                    <a:pt x="2587" y="0"/>
                  </a:moveTo>
                  <a:lnTo>
                    <a:pt x="0" y="6068"/>
                  </a:lnTo>
                  <a:lnTo>
                    <a:pt x="8019" y="6068"/>
                  </a:lnTo>
                  <a:lnTo>
                    <a:pt x="1033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51"/>
            <p:cNvSpPr/>
            <p:nvPr/>
          </p:nvSpPr>
          <p:spPr>
            <a:xfrm>
              <a:off x="1965175" y="4621200"/>
              <a:ext cx="281525" cy="167300"/>
            </a:xfrm>
            <a:custGeom>
              <a:rect b="b" l="l" r="r" t="t"/>
              <a:pathLst>
                <a:path extrusionOk="0" h="6692" w="11261">
                  <a:moveTo>
                    <a:pt x="10355" y="624"/>
                  </a:moveTo>
                  <a:lnTo>
                    <a:pt x="8275" y="6068"/>
                  </a:lnTo>
                  <a:lnTo>
                    <a:pt x="944" y="6068"/>
                  </a:lnTo>
                  <a:lnTo>
                    <a:pt x="3264" y="624"/>
                  </a:lnTo>
                  <a:close/>
                  <a:moveTo>
                    <a:pt x="2852" y="1"/>
                  </a:moveTo>
                  <a:lnTo>
                    <a:pt x="1" y="6692"/>
                  </a:lnTo>
                  <a:lnTo>
                    <a:pt x="8705" y="6692"/>
                  </a:lnTo>
                  <a:lnTo>
                    <a:pt x="1126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51"/>
            <p:cNvSpPr/>
            <p:nvPr/>
          </p:nvSpPr>
          <p:spPr>
            <a:xfrm>
              <a:off x="1907700" y="4780700"/>
              <a:ext cx="269750" cy="162575"/>
            </a:xfrm>
            <a:custGeom>
              <a:rect b="b" l="l" r="r" t="t"/>
              <a:pathLst>
                <a:path extrusionOk="0" h="6503" w="10790">
                  <a:moveTo>
                    <a:pt x="2771" y="0"/>
                  </a:moveTo>
                  <a:lnTo>
                    <a:pt x="0" y="6502"/>
                  </a:lnTo>
                  <a:lnTo>
                    <a:pt x="8305" y="6502"/>
                  </a:lnTo>
                  <a:lnTo>
                    <a:pt x="10790"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51"/>
            <p:cNvSpPr/>
            <p:nvPr/>
          </p:nvSpPr>
          <p:spPr>
            <a:xfrm>
              <a:off x="1895875" y="4772875"/>
              <a:ext cx="292875" cy="178175"/>
            </a:xfrm>
            <a:custGeom>
              <a:rect b="b" l="l" r="r" t="t"/>
              <a:pathLst>
                <a:path extrusionOk="0" h="7127" w="11715">
                  <a:moveTo>
                    <a:pt x="10809" y="625"/>
                  </a:moveTo>
                  <a:lnTo>
                    <a:pt x="8563" y="6504"/>
                  </a:lnTo>
                  <a:lnTo>
                    <a:pt x="944" y="6504"/>
                  </a:lnTo>
                  <a:lnTo>
                    <a:pt x="3451" y="625"/>
                  </a:lnTo>
                  <a:close/>
                  <a:moveTo>
                    <a:pt x="3038" y="1"/>
                  </a:moveTo>
                  <a:lnTo>
                    <a:pt x="1" y="7127"/>
                  </a:lnTo>
                  <a:lnTo>
                    <a:pt x="8993" y="7127"/>
                  </a:lnTo>
                  <a:lnTo>
                    <a:pt x="1171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51"/>
            <p:cNvSpPr/>
            <p:nvPr/>
          </p:nvSpPr>
          <p:spPr>
            <a:xfrm>
              <a:off x="1833225" y="4943250"/>
              <a:ext cx="282100" cy="174650"/>
            </a:xfrm>
            <a:custGeom>
              <a:rect b="b" l="l" r="r" t="t"/>
              <a:pathLst>
                <a:path extrusionOk="0" h="6986" w="11284">
                  <a:moveTo>
                    <a:pt x="2979" y="0"/>
                  </a:moveTo>
                  <a:lnTo>
                    <a:pt x="1" y="6986"/>
                  </a:lnTo>
                  <a:lnTo>
                    <a:pt x="8615" y="6986"/>
                  </a:lnTo>
                  <a:lnTo>
                    <a:pt x="11284"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51"/>
            <p:cNvSpPr/>
            <p:nvPr/>
          </p:nvSpPr>
          <p:spPr>
            <a:xfrm>
              <a:off x="1821425" y="4935450"/>
              <a:ext cx="305225" cy="190275"/>
            </a:xfrm>
            <a:custGeom>
              <a:rect b="b" l="l" r="r" t="t"/>
              <a:pathLst>
                <a:path extrusionOk="0" h="7611" w="12209">
                  <a:moveTo>
                    <a:pt x="11304" y="624"/>
                  </a:moveTo>
                  <a:lnTo>
                    <a:pt x="8872" y="6986"/>
                  </a:lnTo>
                  <a:lnTo>
                    <a:pt x="945" y="6986"/>
                  </a:lnTo>
                  <a:lnTo>
                    <a:pt x="3657" y="624"/>
                  </a:lnTo>
                  <a:close/>
                  <a:moveTo>
                    <a:pt x="3245" y="1"/>
                  </a:moveTo>
                  <a:lnTo>
                    <a:pt x="1" y="7610"/>
                  </a:lnTo>
                  <a:lnTo>
                    <a:pt x="9302" y="7610"/>
                  </a:lnTo>
                  <a:lnTo>
                    <a:pt x="1220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51"/>
            <p:cNvSpPr/>
            <p:nvPr/>
          </p:nvSpPr>
          <p:spPr>
            <a:xfrm>
              <a:off x="5593600" y="4629000"/>
              <a:ext cx="250350" cy="151725"/>
            </a:xfrm>
            <a:custGeom>
              <a:rect b="b" l="l" r="r" t="t"/>
              <a:pathLst>
                <a:path extrusionOk="0" h="6069" w="10014">
                  <a:moveTo>
                    <a:pt x="1" y="0"/>
                  </a:moveTo>
                  <a:lnTo>
                    <a:pt x="2330" y="6068"/>
                  </a:lnTo>
                  <a:lnTo>
                    <a:pt x="10014" y="6068"/>
                  </a:lnTo>
                  <a:lnTo>
                    <a:pt x="7428"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51"/>
            <p:cNvSpPr/>
            <p:nvPr/>
          </p:nvSpPr>
          <p:spPr>
            <a:xfrm>
              <a:off x="5582275" y="4621200"/>
              <a:ext cx="273500" cy="167300"/>
            </a:xfrm>
            <a:custGeom>
              <a:rect b="b" l="l" r="r" t="t"/>
              <a:pathLst>
                <a:path extrusionOk="0" h="6692" w="10940">
                  <a:moveTo>
                    <a:pt x="7676" y="624"/>
                  </a:moveTo>
                  <a:lnTo>
                    <a:pt x="9996" y="6068"/>
                  </a:lnTo>
                  <a:lnTo>
                    <a:pt x="2998" y="6068"/>
                  </a:lnTo>
                  <a:lnTo>
                    <a:pt x="908" y="624"/>
                  </a:lnTo>
                  <a:close/>
                  <a:moveTo>
                    <a:pt x="1" y="1"/>
                  </a:moveTo>
                  <a:lnTo>
                    <a:pt x="2569" y="6692"/>
                  </a:lnTo>
                  <a:lnTo>
                    <a:pt x="10940" y="6692"/>
                  </a:lnTo>
                  <a:lnTo>
                    <a:pt x="808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51"/>
            <p:cNvSpPr/>
            <p:nvPr/>
          </p:nvSpPr>
          <p:spPr>
            <a:xfrm>
              <a:off x="5651850" y="4780700"/>
              <a:ext cx="261400" cy="162575"/>
            </a:xfrm>
            <a:custGeom>
              <a:rect b="b" l="l" r="r" t="t"/>
              <a:pathLst>
                <a:path extrusionOk="0" h="6503" w="10456">
                  <a:moveTo>
                    <a:pt x="0" y="0"/>
                  </a:moveTo>
                  <a:lnTo>
                    <a:pt x="2496" y="6502"/>
                  </a:lnTo>
                  <a:lnTo>
                    <a:pt x="10456" y="6502"/>
                  </a:lnTo>
                  <a:lnTo>
                    <a:pt x="7684"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51"/>
            <p:cNvSpPr/>
            <p:nvPr/>
          </p:nvSpPr>
          <p:spPr>
            <a:xfrm>
              <a:off x="5640525" y="4772875"/>
              <a:ext cx="284525" cy="178175"/>
            </a:xfrm>
            <a:custGeom>
              <a:rect b="b" l="l" r="r" t="t"/>
              <a:pathLst>
                <a:path extrusionOk="0" h="7127" w="11381">
                  <a:moveTo>
                    <a:pt x="7931" y="625"/>
                  </a:moveTo>
                  <a:lnTo>
                    <a:pt x="10437" y="6504"/>
                  </a:lnTo>
                  <a:lnTo>
                    <a:pt x="3165" y="6504"/>
                  </a:lnTo>
                  <a:lnTo>
                    <a:pt x="907" y="625"/>
                  </a:lnTo>
                  <a:close/>
                  <a:moveTo>
                    <a:pt x="0" y="1"/>
                  </a:moveTo>
                  <a:lnTo>
                    <a:pt x="2736" y="7127"/>
                  </a:lnTo>
                  <a:lnTo>
                    <a:pt x="11381" y="7127"/>
                  </a:lnTo>
                  <a:lnTo>
                    <a:pt x="834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51"/>
            <p:cNvSpPr/>
            <p:nvPr/>
          </p:nvSpPr>
          <p:spPr>
            <a:xfrm>
              <a:off x="5714250" y="4943250"/>
              <a:ext cx="273450" cy="174650"/>
            </a:xfrm>
            <a:custGeom>
              <a:rect b="b" l="l" r="r" t="t"/>
              <a:pathLst>
                <a:path extrusionOk="0" h="6986" w="10938">
                  <a:moveTo>
                    <a:pt x="0" y="0"/>
                  </a:moveTo>
                  <a:lnTo>
                    <a:pt x="2683" y="6986"/>
                  </a:lnTo>
                  <a:lnTo>
                    <a:pt x="10938" y="6986"/>
                  </a:lnTo>
                  <a:lnTo>
                    <a:pt x="7960"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51"/>
            <p:cNvSpPr/>
            <p:nvPr/>
          </p:nvSpPr>
          <p:spPr>
            <a:xfrm>
              <a:off x="5702925" y="4935450"/>
              <a:ext cx="296575" cy="190275"/>
            </a:xfrm>
            <a:custGeom>
              <a:rect b="b" l="l" r="r" t="t"/>
              <a:pathLst>
                <a:path extrusionOk="0" h="7611" w="11863">
                  <a:moveTo>
                    <a:pt x="8206" y="624"/>
                  </a:moveTo>
                  <a:lnTo>
                    <a:pt x="10918" y="6986"/>
                  </a:lnTo>
                  <a:lnTo>
                    <a:pt x="3350" y="6986"/>
                  </a:lnTo>
                  <a:lnTo>
                    <a:pt x="907" y="624"/>
                  </a:lnTo>
                  <a:close/>
                  <a:moveTo>
                    <a:pt x="0" y="1"/>
                  </a:moveTo>
                  <a:lnTo>
                    <a:pt x="2922" y="7610"/>
                  </a:lnTo>
                  <a:lnTo>
                    <a:pt x="11862" y="7610"/>
                  </a:lnTo>
                  <a:lnTo>
                    <a:pt x="861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51"/>
            <p:cNvSpPr/>
            <p:nvPr/>
          </p:nvSpPr>
          <p:spPr>
            <a:xfrm>
              <a:off x="3914225" y="4341925"/>
              <a:ext cx="203275" cy="145225"/>
            </a:xfrm>
            <a:custGeom>
              <a:rect b="b" l="l" r="r" t="t"/>
              <a:pathLst>
                <a:path extrusionOk="0" h="5809" w="8131">
                  <a:moveTo>
                    <a:pt x="0" y="0"/>
                  </a:moveTo>
                  <a:lnTo>
                    <a:pt x="6" y="5808"/>
                  </a:lnTo>
                  <a:lnTo>
                    <a:pt x="8130" y="5808"/>
                  </a:lnTo>
                  <a:lnTo>
                    <a:pt x="7846"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51"/>
            <p:cNvSpPr/>
            <p:nvPr/>
          </p:nvSpPr>
          <p:spPr>
            <a:xfrm>
              <a:off x="3906425" y="4334125"/>
              <a:ext cx="219250" cy="160800"/>
            </a:xfrm>
            <a:custGeom>
              <a:rect b="b" l="l" r="r" t="t"/>
              <a:pathLst>
                <a:path extrusionOk="0" h="6432" w="8770">
                  <a:moveTo>
                    <a:pt x="7861" y="624"/>
                  </a:moveTo>
                  <a:lnTo>
                    <a:pt x="8114" y="5809"/>
                  </a:lnTo>
                  <a:lnTo>
                    <a:pt x="629" y="5809"/>
                  </a:lnTo>
                  <a:lnTo>
                    <a:pt x="624" y="624"/>
                  </a:lnTo>
                  <a:close/>
                  <a:moveTo>
                    <a:pt x="1" y="1"/>
                  </a:moveTo>
                  <a:lnTo>
                    <a:pt x="6" y="6432"/>
                  </a:lnTo>
                  <a:lnTo>
                    <a:pt x="8769" y="6432"/>
                  </a:lnTo>
                  <a:lnTo>
                    <a:pt x="845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51"/>
            <p:cNvSpPr/>
            <p:nvPr/>
          </p:nvSpPr>
          <p:spPr>
            <a:xfrm>
              <a:off x="5539150" y="4487125"/>
              <a:ext cx="240175" cy="141900"/>
            </a:xfrm>
            <a:custGeom>
              <a:rect b="b" l="l" r="r" t="t"/>
              <a:pathLst>
                <a:path extrusionOk="0" h="5676" w="9607">
                  <a:moveTo>
                    <a:pt x="1" y="0"/>
                  </a:moveTo>
                  <a:lnTo>
                    <a:pt x="2179" y="5675"/>
                  </a:lnTo>
                  <a:lnTo>
                    <a:pt x="9606" y="5675"/>
                  </a:lnTo>
                  <a:lnTo>
                    <a:pt x="718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51"/>
            <p:cNvSpPr/>
            <p:nvPr/>
          </p:nvSpPr>
          <p:spPr>
            <a:xfrm>
              <a:off x="5527800" y="4479350"/>
              <a:ext cx="263300" cy="157450"/>
            </a:xfrm>
            <a:custGeom>
              <a:rect b="b" l="l" r="r" t="t"/>
              <a:pathLst>
                <a:path extrusionOk="0" h="6298" w="10532">
                  <a:moveTo>
                    <a:pt x="7434" y="623"/>
                  </a:moveTo>
                  <a:lnTo>
                    <a:pt x="9588" y="5675"/>
                  </a:lnTo>
                  <a:lnTo>
                    <a:pt x="2847" y="5675"/>
                  </a:lnTo>
                  <a:lnTo>
                    <a:pt x="908" y="623"/>
                  </a:lnTo>
                  <a:close/>
                  <a:moveTo>
                    <a:pt x="1" y="0"/>
                  </a:moveTo>
                  <a:lnTo>
                    <a:pt x="2420" y="6298"/>
                  </a:lnTo>
                  <a:lnTo>
                    <a:pt x="10532" y="6298"/>
                  </a:lnTo>
                  <a:lnTo>
                    <a:pt x="7847"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51"/>
            <p:cNvSpPr/>
            <p:nvPr/>
          </p:nvSpPr>
          <p:spPr>
            <a:xfrm>
              <a:off x="5434700" y="4780700"/>
              <a:ext cx="279575" cy="162575"/>
            </a:xfrm>
            <a:custGeom>
              <a:rect b="b" l="l" r="r" t="t"/>
              <a:pathLst>
                <a:path extrusionOk="0" h="6503" w="11183">
                  <a:moveTo>
                    <a:pt x="1" y="0"/>
                  </a:moveTo>
                  <a:lnTo>
                    <a:pt x="2185" y="6502"/>
                  </a:lnTo>
                  <a:lnTo>
                    <a:pt x="11182" y="6502"/>
                  </a:lnTo>
                  <a:lnTo>
                    <a:pt x="8686"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51"/>
            <p:cNvSpPr/>
            <p:nvPr/>
          </p:nvSpPr>
          <p:spPr>
            <a:xfrm>
              <a:off x="5423850" y="4772875"/>
              <a:ext cx="301775" cy="178175"/>
            </a:xfrm>
            <a:custGeom>
              <a:rect b="b" l="l" r="r" t="t"/>
              <a:pathLst>
                <a:path extrusionOk="0" h="7127" w="12071">
                  <a:moveTo>
                    <a:pt x="8906" y="625"/>
                  </a:moveTo>
                  <a:lnTo>
                    <a:pt x="11163" y="6504"/>
                  </a:lnTo>
                  <a:lnTo>
                    <a:pt x="2843" y="6504"/>
                  </a:lnTo>
                  <a:lnTo>
                    <a:pt x="868" y="625"/>
                  </a:lnTo>
                  <a:close/>
                  <a:moveTo>
                    <a:pt x="1" y="1"/>
                  </a:moveTo>
                  <a:lnTo>
                    <a:pt x="2395" y="7127"/>
                  </a:lnTo>
                  <a:lnTo>
                    <a:pt x="12070" y="7127"/>
                  </a:lnTo>
                  <a:lnTo>
                    <a:pt x="933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51"/>
            <p:cNvSpPr/>
            <p:nvPr/>
          </p:nvSpPr>
          <p:spPr>
            <a:xfrm>
              <a:off x="2492675" y="4341925"/>
              <a:ext cx="244675" cy="145225"/>
            </a:xfrm>
            <a:custGeom>
              <a:rect b="b" l="l" r="r" t="t"/>
              <a:pathLst>
                <a:path extrusionOk="0" h="5809" w="9787">
                  <a:moveTo>
                    <a:pt x="1942" y="0"/>
                  </a:moveTo>
                  <a:lnTo>
                    <a:pt x="0" y="5808"/>
                  </a:lnTo>
                  <a:lnTo>
                    <a:pt x="8125" y="5808"/>
                  </a:lnTo>
                  <a:lnTo>
                    <a:pt x="978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51"/>
            <p:cNvSpPr/>
            <p:nvPr/>
          </p:nvSpPr>
          <p:spPr>
            <a:xfrm>
              <a:off x="2481875" y="4334125"/>
              <a:ext cx="265850" cy="160800"/>
            </a:xfrm>
            <a:custGeom>
              <a:rect b="b" l="l" r="r" t="t"/>
              <a:pathLst>
                <a:path extrusionOk="0" h="6432" w="10634">
                  <a:moveTo>
                    <a:pt x="9807" y="624"/>
                  </a:moveTo>
                  <a:lnTo>
                    <a:pt x="8322" y="5809"/>
                  </a:lnTo>
                  <a:lnTo>
                    <a:pt x="865" y="5809"/>
                  </a:lnTo>
                  <a:lnTo>
                    <a:pt x="2598" y="624"/>
                  </a:lnTo>
                  <a:close/>
                  <a:moveTo>
                    <a:pt x="2149" y="1"/>
                  </a:moveTo>
                  <a:lnTo>
                    <a:pt x="1" y="6432"/>
                  </a:lnTo>
                  <a:lnTo>
                    <a:pt x="8791" y="6432"/>
                  </a:lnTo>
                  <a:lnTo>
                    <a:pt x="1063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51"/>
            <p:cNvSpPr/>
            <p:nvPr/>
          </p:nvSpPr>
          <p:spPr>
            <a:xfrm>
              <a:off x="5336050" y="4487125"/>
              <a:ext cx="257575" cy="141900"/>
            </a:xfrm>
            <a:custGeom>
              <a:rect b="b" l="l" r="r" t="t"/>
              <a:pathLst>
                <a:path extrusionOk="0" h="5676" w="10303">
                  <a:moveTo>
                    <a:pt x="0" y="0"/>
                  </a:moveTo>
                  <a:lnTo>
                    <a:pt x="1908" y="5675"/>
                  </a:lnTo>
                  <a:lnTo>
                    <a:pt x="10303" y="5675"/>
                  </a:lnTo>
                  <a:lnTo>
                    <a:pt x="8125"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51"/>
            <p:cNvSpPr/>
            <p:nvPr/>
          </p:nvSpPr>
          <p:spPr>
            <a:xfrm>
              <a:off x="5325225" y="4479350"/>
              <a:ext cx="279750" cy="157450"/>
            </a:xfrm>
            <a:custGeom>
              <a:rect b="b" l="l" r="r" t="t"/>
              <a:pathLst>
                <a:path extrusionOk="0" h="6298" w="11190">
                  <a:moveTo>
                    <a:pt x="8344" y="623"/>
                  </a:moveTo>
                  <a:lnTo>
                    <a:pt x="10283" y="5675"/>
                  </a:lnTo>
                  <a:lnTo>
                    <a:pt x="2564" y="5675"/>
                  </a:lnTo>
                  <a:lnTo>
                    <a:pt x="867" y="623"/>
                  </a:lnTo>
                  <a:close/>
                  <a:moveTo>
                    <a:pt x="0" y="0"/>
                  </a:moveTo>
                  <a:lnTo>
                    <a:pt x="2117" y="6298"/>
                  </a:lnTo>
                  <a:lnTo>
                    <a:pt x="11190" y="6298"/>
                  </a:lnTo>
                  <a:lnTo>
                    <a:pt x="877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51"/>
            <p:cNvSpPr/>
            <p:nvPr/>
          </p:nvSpPr>
          <p:spPr>
            <a:xfrm>
              <a:off x="5483400" y="4341925"/>
              <a:ext cx="235450" cy="145225"/>
            </a:xfrm>
            <a:custGeom>
              <a:rect b="b" l="l" r="r" t="t"/>
              <a:pathLst>
                <a:path extrusionOk="0" h="5809" w="9418">
                  <a:moveTo>
                    <a:pt x="1" y="0"/>
                  </a:moveTo>
                  <a:lnTo>
                    <a:pt x="2231" y="5808"/>
                  </a:lnTo>
                  <a:lnTo>
                    <a:pt x="9417" y="5808"/>
                  </a:lnTo>
                  <a:lnTo>
                    <a:pt x="6941"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51"/>
            <p:cNvSpPr/>
            <p:nvPr/>
          </p:nvSpPr>
          <p:spPr>
            <a:xfrm>
              <a:off x="5472050" y="4334125"/>
              <a:ext cx="258550" cy="160800"/>
            </a:xfrm>
            <a:custGeom>
              <a:rect b="b" l="l" r="r" t="t"/>
              <a:pathLst>
                <a:path extrusionOk="0" h="6432" w="10342">
                  <a:moveTo>
                    <a:pt x="7190" y="624"/>
                  </a:moveTo>
                  <a:lnTo>
                    <a:pt x="9399" y="5809"/>
                  </a:lnTo>
                  <a:lnTo>
                    <a:pt x="2899" y="5809"/>
                  </a:lnTo>
                  <a:lnTo>
                    <a:pt x="909" y="624"/>
                  </a:lnTo>
                  <a:close/>
                  <a:moveTo>
                    <a:pt x="1" y="1"/>
                  </a:moveTo>
                  <a:lnTo>
                    <a:pt x="2471" y="6432"/>
                  </a:lnTo>
                  <a:lnTo>
                    <a:pt x="10342" y="6432"/>
                  </a:lnTo>
                  <a:lnTo>
                    <a:pt x="760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51"/>
            <p:cNvSpPr/>
            <p:nvPr/>
          </p:nvSpPr>
          <p:spPr>
            <a:xfrm>
              <a:off x="5287250" y="4341925"/>
              <a:ext cx="251925" cy="145225"/>
            </a:xfrm>
            <a:custGeom>
              <a:rect b="b" l="l" r="r" t="t"/>
              <a:pathLst>
                <a:path extrusionOk="0" h="5809" w="10077">
                  <a:moveTo>
                    <a:pt x="1" y="0"/>
                  </a:moveTo>
                  <a:lnTo>
                    <a:pt x="1952" y="5808"/>
                  </a:lnTo>
                  <a:lnTo>
                    <a:pt x="10077" y="5808"/>
                  </a:lnTo>
                  <a:lnTo>
                    <a:pt x="784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51"/>
            <p:cNvSpPr/>
            <p:nvPr/>
          </p:nvSpPr>
          <p:spPr>
            <a:xfrm>
              <a:off x="5276400" y="4334125"/>
              <a:ext cx="274100" cy="160800"/>
            </a:xfrm>
            <a:custGeom>
              <a:rect b="b" l="l" r="r" t="t"/>
              <a:pathLst>
                <a:path extrusionOk="0" h="6432" w="10964">
                  <a:moveTo>
                    <a:pt x="8067" y="624"/>
                  </a:moveTo>
                  <a:lnTo>
                    <a:pt x="10057" y="5809"/>
                  </a:lnTo>
                  <a:lnTo>
                    <a:pt x="2611" y="5809"/>
                  </a:lnTo>
                  <a:lnTo>
                    <a:pt x="868" y="624"/>
                  </a:lnTo>
                  <a:close/>
                  <a:moveTo>
                    <a:pt x="1" y="1"/>
                  </a:moveTo>
                  <a:lnTo>
                    <a:pt x="2162" y="6432"/>
                  </a:lnTo>
                  <a:lnTo>
                    <a:pt x="10964" y="6432"/>
                  </a:lnTo>
                  <a:lnTo>
                    <a:pt x="849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51"/>
            <p:cNvSpPr/>
            <p:nvPr/>
          </p:nvSpPr>
          <p:spPr>
            <a:xfrm>
              <a:off x="4814525" y="4943250"/>
              <a:ext cx="266925" cy="174650"/>
            </a:xfrm>
            <a:custGeom>
              <a:rect b="b" l="l" r="r" t="t"/>
              <a:pathLst>
                <a:path extrusionOk="0" h="6986" w="10677">
                  <a:moveTo>
                    <a:pt x="0" y="0"/>
                  </a:moveTo>
                  <a:lnTo>
                    <a:pt x="1344" y="6986"/>
                  </a:lnTo>
                  <a:lnTo>
                    <a:pt x="10676" y="6986"/>
                  </a:lnTo>
                  <a:lnTo>
                    <a:pt x="899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51"/>
            <p:cNvSpPr/>
            <p:nvPr/>
          </p:nvSpPr>
          <p:spPr>
            <a:xfrm>
              <a:off x="4805100" y="4935450"/>
              <a:ext cx="286250" cy="190275"/>
            </a:xfrm>
            <a:custGeom>
              <a:rect b="b" l="l" r="r" t="t"/>
              <a:pathLst>
                <a:path extrusionOk="0" h="7611" w="11450">
                  <a:moveTo>
                    <a:pt x="9128" y="624"/>
                  </a:moveTo>
                  <a:lnTo>
                    <a:pt x="10658" y="6986"/>
                  </a:lnTo>
                  <a:lnTo>
                    <a:pt x="1979" y="6986"/>
                  </a:lnTo>
                  <a:lnTo>
                    <a:pt x="754" y="624"/>
                  </a:lnTo>
                  <a:close/>
                  <a:moveTo>
                    <a:pt x="1" y="1"/>
                  </a:moveTo>
                  <a:lnTo>
                    <a:pt x="1464" y="7610"/>
                  </a:lnTo>
                  <a:lnTo>
                    <a:pt x="11450" y="7610"/>
                  </a:lnTo>
                  <a:lnTo>
                    <a:pt x="962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51"/>
            <p:cNvSpPr/>
            <p:nvPr/>
          </p:nvSpPr>
          <p:spPr>
            <a:xfrm>
              <a:off x="5489325" y="4943250"/>
              <a:ext cx="292000" cy="174650"/>
            </a:xfrm>
            <a:custGeom>
              <a:rect b="b" l="l" r="r" t="t"/>
              <a:pathLst>
                <a:path extrusionOk="0" h="6986" w="11680">
                  <a:moveTo>
                    <a:pt x="0" y="0"/>
                  </a:moveTo>
                  <a:lnTo>
                    <a:pt x="2347" y="6986"/>
                  </a:lnTo>
                  <a:lnTo>
                    <a:pt x="11680" y="6986"/>
                  </a:lnTo>
                  <a:lnTo>
                    <a:pt x="899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51"/>
            <p:cNvSpPr/>
            <p:nvPr/>
          </p:nvSpPr>
          <p:spPr>
            <a:xfrm>
              <a:off x="5478525" y="4935450"/>
              <a:ext cx="314125" cy="190275"/>
            </a:xfrm>
            <a:custGeom>
              <a:rect b="b" l="l" r="r" t="t"/>
              <a:pathLst>
                <a:path extrusionOk="0" h="7611" w="12565">
                  <a:moveTo>
                    <a:pt x="9216" y="624"/>
                  </a:moveTo>
                  <a:lnTo>
                    <a:pt x="11658" y="6986"/>
                  </a:lnTo>
                  <a:lnTo>
                    <a:pt x="3003" y="6986"/>
                  </a:lnTo>
                  <a:lnTo>
                    <a:pt x="866" y="624"/>
                  </a:lnTo>
                  <a:close/>
                  <a:moveTo>
                    <a:pt x="0" y="1"/>
                  </a:moveTo>
                  <a:lnTo>
                    <a:pt x="2556" y="7610"/>
                  </a:lnTo>
                  <a:lnTo>
                    <a:pt x="12565" y="7610"/>
                  </a:lnTo>
                  <a:lnTo>
                    <a:pt x="964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51"/>
            <p:cNvSpPr/>
            <p:nvPr/>
          </p:nvSpPr>
          <p:spPr>
            <a:xfrm>
              <a:off x="5091100" y="4341925"/>
              <a:ext cx="244975" cy="145225"/>
            </a:xfrm>
            <a:custGeom>
              <a:rect b="b" l="l" r="r" t="t"/>
              <a:pathLst>
                <a:path extrusionOk="0" h="5809" w="9799">
                  <a:moveTo>
                    <a:pt x="1" y="0"/>
                  </a:moveTo>
                  <a:lnTo>
                    <a:pt x="1675" y="5808"/>
                  </a:lnTo>
                  <a:lnTo>
                    <a:pt x="9798" y="5808"/>
                  </a:lnTo>
                  <a:lnTo>
                    <a:pt x="784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51"/>
            <p:cNvSpPr/>
            <p:nvPr/>
          </p:nvSpPr>
          <p:spPr>
            <a:xfrm>
              <a:off x="5080775" y="4334125"/>
              <a:ext cx="266150" cy="160800"/>
            </a:xfrm>
            <a:custGeom>
              <a:rect b="b" l="l" r="r" t="t"/>
              <a:pathLst>
                <a:path extrusionOk="0" h="6432" w="10646">
                  <a:moveTo>
                    <a:pt x="8036" y="624"/>
                  </a:moveTo>
                  <a:lnTo>
                    <a:pt x="9778" y="5809"/>
                  </a:lnTo>
                  <a:lnTo>
                    <a:pt x="2322" y="5809"/>
                  </a:lnTo>
                  <a:lnTo>
                    <a:pt x="828" y="624"/>
                  </a:lnTo>
                  <a:close/>
                  <a:moveTo>
                    <a:pt x="1" y="1"/>
                  </a:moveTo>
                  <a:lnTo>
                    <a:pt x="1853" y="6432"/>
                  </a:lnTo>
                  <a:lnTo>
                    <a:pt x="10645" y="6432"/>
                  </a:lnTo>
                  <a:lnTo>
                    <a:pt x="848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51"/>
            <p:cNvSpPr/>
            <p:nvPr/>
          </p:nvSpPr>
          <p:spPr>
            <a:xfrm>
              <a:off x="5264400" y="4943250"/>
              <a:ext cx="283625" cy="174650"/>
            </a:xfrm>
            <a:custGeom>
              <a:rect b="b" l="l" r="r" t="t"/>
              <a:pathLst>
                <a:path extrusionOk="0" h="6986" w="11345">
                  <a:moveTo>
                    <a:pt x="0" y="0"/>
                  </a:moveTo>
                  <a:lnTo>
                    <a:pt x="2013" y="6986"/>
                  </a:lnTo>
                  <a:lnTo>
                    <a:pt x="11344" y="6986"/>
                  </a:lnTo>
                  <a:lnTo>
                    <a:pt x="899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51"/>
            <p:cNvSpPr/>
            <p:nvPr/>
          </p:nvSpPr>
          <p:spPr>
            <a:xfrm>
              <a:off x="5254050" y="4935450"/>
              <a:ext cx="304825" cy="190275"/>
            </a:xfrm>
            <a:custGeom>
              <a:rect b="b" l="l" r="r" t="t"/>
              <a:pathLst>
                <a:path extrusionOk="0" h="7611" w="12193">
                  <a:moveTo>
                    <a:pt x="9188" y="624"/>
                  </a:moveTo>
                  <a:lnTo>
                    <a:pt x="11326" y="6986"/>
                  </a:lnTo>
                  <a:lnTo>
                    <a:pt x="2661" y="6986"/>
                  </a:lnTo>
                  <a:lnTo>
                    <a:pt x="828" y="624"/>
                  </a:lnTo>
                  <a:close/>
                  <a:moveTo>
                    <a:pt x="0" y="1"/>
                  </a:moveTo>
                  <a:lnTo>
                    <a:pt x="2192" y="7610"/>
                  </a:lnTo>
                  <a:lnTo>
                    <a:pt x="12192" y="7610"/>
                  </a:lnTo>
                  <a:lnTo>
                    <a:pt x="96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51"/>
            <p:cNvSpPr/>
            <p:nvPr/>
          </p:nvSpPr>
          <p:spPr>
            <a:xfrm>
              <a:off x="5039450" y="4943250"/>
              <a:ext cx="275275" cy="174650"/>
            </a:xfrm>
            <a:custGeom>
              <a:rect b="b" l="l" r="r" t="t"/>
              <a:pathLst>
                <a:path extrusionOk="0" h="6986" w="11011">
                  <a:moveTo>
                    <a:pt x="0" y="0"/>
                  </a:moveTo>
                  <a:lnTo>
                    <a:pt x="1679" y="6986"/>
                  </a:lnTo>
                  <a:lnTo>
                    <a:pt x="11011" y="6986"/>
                  </a:lnTo>
                  <a:lnTo>
                    <a:pt x="8998"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51"/>
            <p:cNvSpPr/>
            <p:nvPr/>
          </p:nvSpPr>
          <p:spPr>
            <a:xfrm>
              <a:off x="5029550" y="4935450"/>
              <a:ext cx="295525" cy="190275"/>
            </a:xfrm>
            <a:custGeom>
              <a:rect b="b" l="l" r="r" t="t"/>
              <a:pathLst>
                <a:path extrusionOk="0" h="7611" w="11821">
                  <a:moveTo>
                    <a:pt x="9159" y="624"/>
                  </a:moveTo>
                  <a:lnTo>
                    <a:pt x="10992" y="6986"/>
                  </a:lnTo>
                  <a:lnTo>
                    <a:pt x="2321" y="6986"/>
                  </a:lnTo>
                  <a:lnTo>
                    <a:pt x="793" y="624"/>
                  </a:lnTo>
                  <a:close/>
                  <a:moveTo>
                    <a:pt x="1" y="1"/>
                  </a:moveTo>
                  <a:lnTo>
                    <a:pt x="1830" y="7610"/>
                  </a:lnTo>
                  <a:lnTo>
                    <a:pt x="11821" y="7610"/>
                  </a:lnTo>
                  <a:lnTo>
                    <a:pt x="962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51"/>
            <p:cNvSpPr/>
            <p:nvPr/>
          </p:nvSpPr>
          <p:spPr>
            <a:xfrm>
              <a:off x="5383725" y="4629000"/>
              <a:ext cx="268150" cy="151725"/>
            </a:xfrm>
            <a:custGeom>
              <a:rect b="b" l="l" r="r" t="t"/>
              <a:pathLst>
                <a:path extrusionOk="0" h="6069" w="10726">
                  <a:moveTo>
                    <a:pt x="1" y="0"/>
                  </a:moveTo>
                  <a:lnTo>
                    <a:pt x="2040" y="6068"/>
                  </a:lnTo>
                  <a:lnTo>
                    <a:pt x="10725" y="6068"/>
                  </a:lnTo>
                  <a:lnTo>
                    <a:pt x="8396"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51"/>
            <p:cNvSpPr/>
            <p:nvPr/>
          </p:nvSpPr>
          <p:spPr>
            <a:xfrm>
              <a:off x="5372900" y="4621200"/>
              <a:ext cx="290300" cy="167300"/>
            </a:xfrm>
            <a:custGeom>
              <a:rect b="b" l="l" r="r" t="t"/>
              <a:pathLst>
                <a:path extrusionOk="0" h="6692" w="11612">
                  <a:moveTo>
                    <a:pt x="8616" y="624"/>
                  </a:moveTo>
                  <a:lnTo>
                    <a:pt x="10705" y="6068"/>
                  </a:lnTo>
                  <a:lnTo>
                    <a:pt x="2697" y="6068"/>
                  </a:lnTo>
                  <a:lnTo>
                    <a:pt x="867" y="624"/>
                  </a:lnTo>
                  <a:close/>
                  <a:moveTo>
                    <a:pt x="1" y="1"/>
                  </a:moveTo>
                  <a:lnTo>
                    <a:pt x="2248" y="6692"/>
                  </a:lnTo>
                  <a:lnTo>
                    <a:pt x="11612" y="6692"/>
                  </a:lnTo>
                  <a:lnTo>
                    <a:pt x="904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51"/>
            <p:cNvSpPr/>
            <p:nvPr/>
          </p:nvSpPr>
          <p:spPr>
            <a:xfrm>
              <a:off x="3305050" y="4341925"/>
              <a:ext cx="216925" cy="145225"/>
            </a:xfrm>
            <a:custGeom>
              <a:rect b="b" l="l" r="r" t="t"/>
              <a:pathLst>
                <a:path extrusionOk="0" h="5809" w="8677">
                  <a:moveTo>
                    <a:pt x="830" y="0"/>
                  </a:moveTo>
                  <a:lnTo>
                    <a:pt x="1" y="5808"/>
                  </a:lnTo>
                  <a:lnTo>
                    <a:pt x="8125" y="5808"/>
                  </a:lnTo>
                  <a:lnTo>
                    <a:pt x="8676"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51"/>
            <p:cNvSpPr/>
            <p:nvPr/>
          </p:nvSpPr>
          <p:spPr>
            <a:xfrm>
              <a:off x="3296075" y="4334125"/>
              <a:ext cx="234475" cy="160800"/>
            </a:xfrm>
            <a:custGeom>
              <a:rect b="b" l="l" r="r" t="t"/>
              <a:pathLst>
                <a:path extrusionOk="0" h="6432" w="9379">
                  <a:moveTo>
                    <a:pt x="8693" y="624"/>
                  </a:moveTo>
                  <a:lnTo>
                    <a:pt x="8200" y="5809"/>
                  </a:lnTo>
                  <a:lnTo>
                    <a:pt x="720" y="5809"/>
                  </a:lnTo>
                  <a:lnTo>
                    <a:pt x="1460" y="624"/>
                  </a:lnTo>
                  <a:close/>
                  <a:moveTo>
                    <a:pt x="919" y="1"/>
                  </a:moveTo>
                  <a:lnTo>
                    <a:pt x="1" y="6432"/>
                  </a:lnTo>
                  <a:lnTo>
                    <a:pt x="8768" y="6432"/>
                  </a:lnTo>
                  <a:lnTo>
                    <a:pt x="937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51"/>
            <p:cNvSpPr/>
            <p:nvPr/>
          </p:nvSpPr>
          <p:spPr>
            <a:xfrm>
              <a:off x="4894950" y="4341925"/>
              <a:ext cx="238050" cy="145225"/>
            </a:xfrm>
            <a:custGeom>
              <a:rect b="b" l="l" r="r" t="t"/>
              <a:pathLst>
                <a:path extrusionOk="0" h="5809" w="9522">
                  <a:moveTo>
                    <a:pt x="1" y="0"/>
                  </a:moveTo>
                  <a:lnTo>
                    <a:pt x="1397" y="5808"/>
                  </a:lnTo>
                  <a:lnTo>
                    <a:pt x="9521" y="5808"/>
                  </a:lnTo>
                  <a:lnTo>
                    <a:pt x="784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51"/>
            <p:cNvSpPr/>
            <p:nvPr/>
          </p:nvSpPr>
          <p:spPr>
            <a:xfrm>
              <a:off x="4885075" y="4334125"/>
              <a:ext cx="258250" cy="160800"/>
            </a:xfrm>
            <a:custGeom>
              <a:rect b="b" l="l" r="r" t="t"/>
              <a:pathLst>
                <a:path extrusionOk="0" h="6432" w="10330">
                  <a:moveTo>
                    <a:pt x="8008" y="624"/>
                  </a:moveTo>
                  <a:lnTo>
                    <a:pt x="9502" y="5809"/>
                  </a:lnTo>
                  <a:lnTo>
                    <a:pt x="2038" y="5809"/>
                  </a:lnTo>
                  <a:lnTo>
                    <a:pt x="791" y="624"/>
                  </a:lnTo>
                  <a:close/>
                  <a:moveTo>
                    <a:pt x="0" y="1"/>
                  </a:moveTo>
                  <a:lnTo>
                    <a:pt x="1545" y="6432"/>
                  </a:lnTo>
                  <a:lnTo>
                    <a:pt x="10329" y="6432"/>
                  </a:lnTo>
                  <a:lnTo>
                    <a:pt x="847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51"/>
            <p:cNvSpPr/>
            <p:nvPr/>
          </p:nvSpPr>
          <p:spPr>
            <a:xfrm>
              <a:off x="3101975" y="4341925"/>
              <a:ext cx="223850" cy="145225"/>
            </a:xfrm>
            <a:custGeom>
              <a:rect b="b" l="l" r="r" t="t"/>
              <a:pathLst>
                <a:path extrusionOk="0" h="5809" w="8954">
                  <a:moveTo>
                    <a:pt x="1107" y="0"/>
                  </a:moveTo>
                  <a:lnTo>
                    <a:pt x="0" y="5808"/>
                  </a:lnTo>
                  <a:lnTo>
                    <a:pt x="8124" y="5808"/>
                  </a:lnTo>
                  <a:lnTo>
                    <a:pt x="8953"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51"/>
            <p:cNvSpPr/>
            <p:nvPr/>
          </p:nvSpPr>
          <p:spPr>
            <a:xfrm>
              <a:off x="3092550" y="4334125"/>
              <a:ext cx="242250" cy="160800"/>
            </a:xfrm>
            <a:custGeom>
              <a:rect b="b" l="l" r="r" t="t"/>
              <a:pathLst>
                <a:path extrusionOk="0" h="6432" w="9690">
                  <a:moveTo>
                    <a:pt x="8970" y="624"/>
                  </a:moveTo>
                  <a:lnTo>
                    <a:pt x="8231" y="5809"/>
                  </a:lnTo>
                  <a:lnTo>
                    <a:pt x="754" y="5809"/>
                  </a:lnTo>
                  <a:lnTo>
                    <a:pt x="1743" y="624"/>
                  </a:lnTo>
                  <a:close/>
                  <a:moveTo>
                    <a:pt x="1227" y="1"/>
                  </a:moveTo>
                  <a:lnTo>
                    <a:pt x="1" y="6432"/>
                  </a:lnTo>
                  <a:lnTo>
                    <a:pt x="8771" y="6432"/>
                  </a:lnTo>
                  <a:lnTo>
                    <a:pt x="968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51"/>
            <p:cNvSpPr/>
            <p:nvPr/>
          </p:nvSpPr>
          <p:spPr>
            <a:xfrm>
              <a:off x="3711275" y="4341925"/>
              <a:ext cx="203100" cy="145225"/>
            </a:xfrm>
            <a:custGeom>
              <a:rect b="b" l="l" r="r" t="t"/>
              <a:pathLst>
                <a:path extrusionOk="0" h="5809" w="8124">
                  <a:moveTo>
                    <a:pt x="273" y="0"/>
                  </a:moveTo>
                  <a:lnTo>
                    <a:pt x="1" y="5808"/>
                  </a:lnTo>
                  <a:lnTo>
                    <a:pt x="8124" y="5808"/>
                  </a:lnTo>
                  <a:lnTo>
                    <a:pt x="8118"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51"/>
            <p:cNvSpPr/>
            <p:nvPr/>
          </p:nvSpPr>
          <p:spPr>
            <a:xfrm>
              <a:off x="3703100" y="4334125"/>
              <a:ext cx="219075" cy="160800"/>
            </a:xfrm>
            <a:custGeom>
              <a:rect b="b" l="l" r="r" t="t"/>
              <a:pathLst>
                <a:path extrusionOk="0" h="6432" w="8763">
                  <a:moveTo>
                    <a:pt x="8134" y="624"/>
                  </a:moveTo>
                  <a:lnTo>
                    <a:pt x="8139" y="5809"/>
                  </a:lnTo>
                  <a:lnTo>
                    <a:pt x="653" y="5809"/>
                  </a:lnTo>
                  <a:lnTo>
                    <a:pt x="897" y="624"/>
                  </a:lnTo>
                  <a:close/>
                  <a:moveTo>
                    <a:pt x="302" y="1"/>
                  </a:moveTo>
                  <a:lnTo>
                    <a:pt x="1" y="6432"/>
                  </a:lnTo>
                  <a:lnTo>
                    <a:pt x="8762" y="6432"/>
                  </a:lnTo>
                  <a:lnTo>
                    <a:pt x="875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51"/>
            <p:cNvSpPr/>
            <p:nvPr/>
          </p:nvSpPr>
          <p:spPr>
            <a:xfrm>
              <a:off x="2898875" y="4341925"/>
              <a:ext cx="230800" cy="145225"/>
            </a:xfrm>
            <a:custGeom>
              <a:rect b="b" l="l" r="r" t="t"/>
              <a:pathLst>
                <a:path extrusionOk="0" h="5809" w="9232">
                  <a:moveTo>
                    <a:pt x="1385" y="0"/>
                  </a:moveTo>
                  <a:lnTo>
                    <a:pt x="0" y="5808"/>
                  </a:lnTo>
                  <a:lnTo>
                    <a:pt x="8124" y="5808"/>
                  </a:lnTo>
                  <a:lnTo>
                    <a:pt x="9231"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51"/>
            <p:cNvSpPr/>
            <p:nvPr/>
          </p:nvSpPr>
          <p:spPr>
            <a:xfrm>
              <a:off x="2889000" y="4334125"/>
              <a:ext cx="250075" cy="160800"/>
            </a:xfrm>
            <a:custGeom>
              <a:rect b="b" l="l" r="r" t="t"/>
              <a:pathLst>
                <a:path extrusionOk="0" h="6432" w="10003">
                  <a:moveTo>
                    <a:pt x="9250" y="624"/>
                  </a:moveTo>
                  <a:lnTo>
                    <a:pt x="8261" y="5809"/>
                  </a:lnTo>
                  <a:lnTo>
                    <a:pt x="789" y="5809"/>
                  </a:lnTo>
                  <a:lnTo>
                    <a:pt x="2026" y="624"/>
                  </a:lnTo>
                  <a:close/>
                  <a:moveTo>
                    <a:pt x="1534" y="1"/>
                  </a:moveTo>
                  <a:lnTo>
                    <a:pt x="1" y="6432"/>
                  </a:lnTo>
                  <a:lnTo>
                    <a:pt x="8777" y="6432"/>
                  </a:lnTo>
                  <a:lnTo>
                    <a:pt x="1000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51"/>
            <p:cNvSpPr/>
            <p:nvPr/>
          </p:nvSpPr>
          <p:spPr>
            <a:xfrm>
              <a:off x="2695775" y="4341925"/>
              <a:ext cx="237750" cy="145225"/>
            </a:xfrm>
            <a:custGeom>
              <a:rect b="b" l="l" r="r" t="t"/>
              <a:pathLst>
                <a:path extrusionOk="0" h="5809" w="9510">
                  <a:moveTo>
                    <a:pt x="1663" y="0"/>
                  </a:moveTo>
                  <a:lnTo>
                    <a:pt x="1" y="5808"/>
                  </a:lnTo>
                  <a:lnTo>
                    <a:pt x="8124" y="5808"/>
                  </a:lnTo>
                  <a:lnTo>
                    <a:pt x="9509"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51"/>
            <p:cNvSpPr/>
            <p:nvPr/>
          </p:nvSpPr>
          <p:spPr>
            <a:xfrm>
              <a:off x="2685450" y="4334125"/>
              <a:ext cx="257950" cy="160800"/>
            </a:xfrm>
            <a:custGeom>
              <a:rect b="b" l="l" r="r" t="t"/>
              <a:pathLst>
                <a:path extrusionOk="0" h="6432" w="10318">
                  <a:moveTo>
                    <a:pt x="9528" y="624"/>
                  </a:moveTo>
                  <a:lnTo>
                    <a:pt x="8291" y="5809"/>
                  </a:lnTo>
                  <a:lnTo>
                    <a:pt x="827" y="5809"/>
                  </a:lnTo>
                  <a:lnTo>
                    <a:pt x="2311" y="624"/>
                  </a:lnTo>
                  <a:close/>
                  <a:moveTo>
                    <a:pt x="1842" y="1"/>
                  </a:moveTo>
                  <a:lnTo>
                    <a:pt x="1" y="6432"/>
                  </a:lnTo>
                  <a:lnTo>
                    <a:pt x="8783" y="6432"/>
                  </a:lnTo>
                  <a:lnTo>
                    <a:pt x="10317"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51"/>
            <p:cNvSpPr/>
            <p:nvPr/>
          </p:nvSpPr>
          <p:spPr>
            <a:xfrm>
              <a:off x="3508175" y="4341925"/>
              <a:ext cx="209950" cy="145225"/>
            </a:xfrm>
            <a:custGeom>
              <a:rect b="b" l="l" r="r" t="t"/>
              <a:pathLst>
                <a:path extrusionOk="0" h="5809" w="8398">
                  <a:moveTo>
                    <a:pt x="551" y="0"/>
                  </a:moveTo>
                  <a:lnTo>
                    <a:pt x="0" y="5808"/>
                  </a:lnTo>
                  <a:lnTo>
                    <a:pt x="8125" y="5808"/>
                  </a:lnTo>
                  <a:lnTo>
                    <a:pt x="839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51"/>
            <p:cNvSpPr/>
            <p:nvPr/>
          </p:nvSpPr>
          <p:spPr>
            <a:xfrm>
              <a:off x="3499600" y="4334125"/>
              <a:ext cx="226675" cy="160800"/>
            </a:xfrm>
            <a:custGeom>
              <a:rect b="b" l="l" r="r" t="t"/>
              <a:pathLst>
                <a:path extrusionOk="0" h="6432" w="9067">
                  <a:moveTo>
                    <a:pt x="8413" y="624"/>
                  </a:moveTo>
                  <a:lnTo>
                    <a:pt x="8169" y="5809"/>
                  </a:lnTo>
                  <a:lnTo>
                    <a:pt x="686" y="5809"/>
                  </a:lnTo>
                  <a:lnTo>
                    <a:pt x="1177" y="624"/>
                  </a:lnTo>
                  <a:close/>
                  <a:moveTo>
                    <a:pt x="610" y="1"/>
                  </a:moveTo>
                  <a:lnTo>
                    <a:pt x="1" y="6432"/>
                  </a:lnTo>
                  <a:lnTo>
                    <a:pt x="8765" y="6432"/>
                  </a:lnTo>
                  <a:lnTo>
                    <a:pt x="906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51"/>
            <p:cNvSpPr/>
            <p:nvPr/>
          </p:nvSpPr>
          <p:spPr>
            <a:xfrm>
              <a:off x="4698800" y="4341925"/>
              <a:ext cx="231075" cy="145225"/>
            </a:xfrm>
            <a:custGeom>
              <a:rect b="b" l="l" r="r" t="t"/>
              <a:pathLst>
                <a:path extrusionOk="0" h="5809" w="9243">
                  <a:moveTo>
                    <a:pt x="1" y="0"/>
                  </a:moveTo>
                  <a:lnTo>
                    <a:pt x="1118" y="5808"/>
                  </a:lnTo>
                  <a:lnTo>
                    <a:pt x="9243" y="5808"/>
                  </a:lnTo>
                  <a:lnTo>
                    <a:pt x="784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51"/>
            <p:cNvSpPr/>
            <p:nvPr/>
          </p:nvSpPr>
          <p:spPr>
            <a:xfrm>
              <a:off x="4689350" y="4334125"/>
              <a:ext cx="250425" cy="160800"/>
            </a:xfrm>
            <a:custGeom>
              <a:rect b="b" l="l" r="r" t="t"/>
              <a:pathLst>
                <a:path extrusionOk="0" h="6432" w="10017">
                  <a:moveTo>
                    <a:pt x="7978" y="624"/>
                  </a:moveTo>
                  <a:lnTo>
                    <a:pt x="9225" y="5809"/>
                  </a:lnTo>
                  <a:lnTo>
                    <a:pt x="1755" y="5809"/>
                  </a:lnTo>
                  <a:lnTo>
                    <a:pt x="756" y="624"/>
                  </a:lnTo>
                  <a:close/>
                  <a:moveTo>
                    <a:pt x="1" y="1"/>
                  </a:moveTo>
                  <a:lnTo>
                    <a:pt x="1239" y="6432"/>
                  </a:lnTo>
                  <a:lnTo>
                    <a:pt x="10016" y="6432"/>
                  </a:lnTo>
                  <a:lnTo>
                    <a:pt x="847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51"/>
            <p:cNvSpPr/>
            <p:nvPr/>
          </p:nvSpPr>
          <p:spPr>
            <a:xfrm>
              <a:off x="4502675" y="4341925"/>
              <a:ext cx="224100" cy="145225"/>
            </a:xfrm>
            <a:custGeom>
              <a:rect b="b" l="l" r="r" t="t"/>
              <a:pathLst>
                <a:path extrusionOk="0" h="5809" w="8964">
                  <a:moveTo>
                    <a:pt x="1" y="0"/>
                  </a:moveTo>
                  <a:lnTo>
                    <a:pt x="840" y="5808"/>
                  </a:lnTo>
                  <a:lnTo>
                    <a:pt x="8963" y="5808"/>
                  </a:lnTo>
                  <a:lnTo>
                    <a:pt x="7846"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51"/>
            <p:cNvSpPr/>
            <p:nvPr/>
          </p:nvSpPr>
          <p:spPr>
            <a:xfrm>
              <a:off x="4493675" y="4334125"/>
              <a:ext cx="242525" cy="160800"/>
            </a:xfrm>
            <a:custGeom>
              <a:rect b="b" l="l" r="r" t="t"/>
              <a:pathLst>
                <a:path extrusionOk="0" h="6432" w="9701">
                  <a:moveTo>
                    <a:pt x="7948" y="624"/>
                  </a:moveTo>
                  <a:lnTo>
                    <a:pt x="8947" y="5809"/>
                  </a:lnTo>
                  <a:lnTo>
                    <a:pt x="1469" y="5809"/>
                  </a:lnTo>
                  <a:lnTo>
                    <a:pt x="720" y="624"/>
                  </a:lnTo>
                  <a:close/>
                  <a:moveTo>
                    <a:pt x="1" y="1"/>
                  </a:moveTo>
                  <a:lnTo>
                    <a:pt x="930" y="6432"/>
                  </a:lnTo>
                  <a:lnTo>
                    <a:pt x="9701" y="6432"/>
                  </a:lnTo>
                  <a:lnTo>
                    <a:pt x="846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51"/>
            <p:cNvSpPr/>
            <p:nvPr/>
          </p:nvSpPr>
          <p:spPr>
            <a:xfrm>
              <a:off x="4110375" y="4341925"/>
              <a:ext cx="210200" cy="145225"/>
            </a:xfrm>
            <a:custGeom>
              <a:rect b="b" l="l" r="r" t="t"/>
              <a:pathLst>
                <a:path extrusionOk="0" h="5809" w="8408">
                  <a:moveTo>
                    <a:pt x="0" y="0"/>
                  </a:moveTo>
                  <a:lnTo>
                    <a:pt x="284" y="5808"/>
                  </a:lnTo>
                  <a:lnTo>
                    <a:pt x="8408" y="5808"/>
                  </a:lnTo>
                  <a:lnTo>
                    <a:pt x="784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51"/>
            <p:cNvSpPr/>
            <p:nvPr/>
          </p:nvSpPr>
          <p:spPr>
            <a:xfrm>
              <a:off x="4102200" y="4334125"/>
              <a:ext cx="226975" cy="160800"/>
            </a:xfrm>
            <a:custGeom>
              <a:rect b="b" l="l" r="r" t="t"/>
              <a:pathLst>
                <a:path extrusionOk="0" h="6432" w="9079">
                  <a:moveTo>
                    <a:pt x="7890" y="624"/>
                  </a:moveTo>
                  <a:lnTo>
                    <a:pt x="8391" y="5809"/>
                  </a:lnTo>
                  <a:lnTo>
                    <a:pt x="908" y="5809"/>
                  </a:lnTo>
                  <a:lnTo>
                    <a:pt x="655" y="624"/>
                  </a:lnTo>
                  <a:close/>
                  <a:moveTo>
                    <a:pt x="1" y="1"/>
                  </a:moveTo>
                  <a:lnTo>
                    <a:pt x="314" y="6432"/>
                  </a:lnTo>
                  <a:lnTo>
                    <a:pt x="9078" y="6432"/>
                  </a:lnTo>
                  <a:lnTo>
                    <a:pt x="845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51"/>
            <p:cNvSpPr/>
            <p:nvPr/>
          </p:nvSpPr>
          <p:spPr>
            <a:xfrm>
              <a:off x="2515175" y="4943250"/>
              <a:ext cx="2332975" cy="174675"/>
            </a:xfrm>
            <a:custGeom>
              <a:rect b="b" l="l" r="r" t="t"/>
              <a:pathLst>
                <a:path extrusionOk="0" h="6987" w="93319">
                  <a:moveTo>
                    <a:pt x="2001" y="0"/>
                  </a:moveTo>
                  <a:lnTo>
                    <a:pt x="0" y="6987"/>
                  </a:lnTo>
                  <a:lnTo>
                    <a:pt x="93318" y="6987"/>
                  </a:lnTo>
                  <a:lnTo>
                    <a:pt x="91974"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51"/>
            <p:cNvSpPr/>
            <p:nvPr/>
          </p:nvSpPr>
          <p:spPr>
            <a:xfrm>
              <a:off x="2504850" y="4935450"/>
              <a:ext cx="2352750" cy="190275"/>
            </a:xfrm>
            <a:custGeom>
              <a:rect b="b" l="l" r="r" t="t"/>
              <a:pathLst>
                <a:path extrusionOk="0" h="7611" w="94110">
                  <a:moveTo>
                    <a:pt x="92130" y="624"/>
                  </a:moveTo>
                  <a:lnTo>
                    <a:pt x="93354" y="6986"/>
                  </a:lnTo>
                  <a:lnTo>
                    <a:pt x="827" y="6986"/>
                  </a:lnTo>
                  <a:lnTo>
                    <a:pt x="2649" y="624"/>
                  </a:lnTo>
                  <a:close/>
                  <a:moveTo>
                    <a:pt x="2178" y="1"/>
                  </a:moveTo>
                  <a:lnTo>
                    <a:pt x="0" y="7610"/>
                  </a:lnTo>
                  <a:lnTo>
                    <a:pt x="94109" y="7610"/>
                  </a:lnTo>
                  <a:lnTo>
                    <a:pt x="9264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51"/>
            <p:cNvSpPr/>
            <p:nvPr/>
          </p:nvSpPr>
          <p:spPr>
            <a:xfrm>
              <a:off x="4306525" y="4341925"/>
              <a:ext cx="217150" cy="145225"/>
            </a:xfrm>
            <a:custGeom>
              <a:rect b="b" l="l" r="r" t="t"/>
              <a:pathLst>
                <a:path extrusionOk="0" h="5809" w="8686">
                  <a:moveTo>
                    <a:pt x="1" y="0"/>
                  </a:moveTo>
                  <a:lnTo>
                    <a:pt x="562" y="5808"/>
                  </a:lnTo>
                  <a:lnTo>
                    <a:pt x="8686" y="5808"/>
                  </a:lnTo>
                  <a:lnTo>
                    <a:pt x="7847" y="0"/>
                  </a:ln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51"/>
            <p:cNvSpPr/>
            <p:nvPr/>
          </p:nvSpPr>
          <p:spPr>
            <a:xfrm>
              <a:off x="4297950" y="4334125"/>
              <a:ext cx="234700" cy="160800"/>
            </a:xfrm>
            <a:custGeom>
              <a:rect b="b" l="l" r="r" t="t"/>
              <a:pathLst>
                <a:path extrusionOk="0" h="6432" w="9388">
                  <a:moveTo>
                    <a:pt x="7919" y="624"/>
                  </a:moveTo>
                  <a:lnTo>
                    <a:pt x="8669" y="5809"/>
                  </a:lnTo>
                  <a:lnTo>
                    <a:pt x="1187" y="5809"/>
                  </a:lnTo>
                  <a:lnTo>
                    <a:pt x="687" y="624"/>
                  </a:lnTo>
                  <a:close/>
                  <a:moveTo>
                    <a:pt x="0" y="1"/>
                  </a:moveTo>
                  <a:lnTo>
                    <a:pt x="622" y="6432"/>
                  </a:lnTo>
                  <a:lnTo>
                    <a:pt x="9388" y="6432"/>
                  </a:lnTo>
                  <a:lnTo>
                    <a:pt x="845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51"/>
            <p:cNvSpPr/>
            <p:nvPr/>
          </p:nvSpPr>
          <p:spPr>
            <a:xfrm>
              <a:off x="3756950" y="1838900"/>
              <a:ext cx="65875" cy="73650"/>
            </a:xfrm>
            <a:custGeom>
              <a:rect b="b" l="l" r="r" t="t"/>
              <a:pathLst>
                <a:path extrusionOk="0" h="2946" w="2635">
                  <a:moveTo>
                    <a:pt x="2278" y="1"/>
                  </a:moveTo>
                  <a:cubicBezTo>
                    <a:pt x="2223" y="1"/>
                    <a:pt x="2168" y="15"/>
                    <a:pt x="2118" y="46"/>
                  </a:cubicBezTo>
                  <a:cubicBezTo>
                    <a:pt x="898" y="784"/>
                    <a:pt x="217" y="1613"/>
                    <a:pt x="36" y="2577"/>
                  </a:cubicBezTo>
                  <a:cubicBezTo>
                    <a:pt x="0" y="2768"/>
                    <a:pt x="147" y="2946"/>
                    <a:pt x="343" y="2946"/>
                  </a:cubicBezTo>
                  <a:cubicBezTo>
                    <a:pt x="493" y="2946"/>
                    <a:pt x="621" y="2839"/>
                    <a:pt x="649" y="2692"/>
                  </a:cubicBezTo>
                  <a:cubicBezTo>
                    <a:pt x="794" y="1912"/>
                    <a:pt x="1381" y="1221"/>
                    <a:pt x="2440" y="579"/>
                  </a:cubicBezTo>
                  <a:cubicBezTo>
                    <a:pt x="2587" y="490"/>
                    <a:pt x="2634" y="299"/>
                    <a:pt x="2545" y="152"/>
                  </a:cubicBezTo>
                  <a:cubicBezTo>
                    <a:pt x="2487" y="54"/>
                    <a:pt x="2384" y="1"/>
                    <a:pt x="227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51"/>
            <p:cNvSpPr/>
            <p:nvPr/>
          </p:nvSpPr>
          <p:spPr>
            <a:xfrm>
              <a:off x="4566525" y="1698075"/>
              <a:ext cx="21325" cy="74975"/>
            </a:xfrm>
            <a:custGeom>
              <a:rect b="b" l="l" r="r" t="t"/>
              <a:pathLst>
                <a:path extrusionOk="0" h="2999" w="853">
                  <a:moveTo>
                    <a:pt x="339" y="1"/>
                  </a:moveTo>
                  <a:cubicBezTo>
                    <a:pt x="320" y="1"/>
                    <a:pt x="300" y="2"/>
                    <a:pt x="281" y="6"/>
                  </a:cubicBezTo>
                  <a:cubicBezTo>
                    <a:pt x="111" y="39"/>
                    <a:pt x="0" y="204"/>
                    <a:pt x="33" y="373"/>
                  </a:cubicBezTo>
                  <a:cubicBezTo>
                    <a:pt x="171" y="1092"/>
                    <a:pt x="229" y="1867"/>
                    <a:pt x="201" y="2677"/>
                  </a:cubicBezTo>
                  <a:cubicBezTo>
                    <a:pt x="194" y="2849"/>
                    <a:pt x="330" y="2993"/>
                    <a:pt x="502" y="2998"/>
                  </a:cubicBezTo>
                  <a:lnTo>
                    <a:pt x="513" y="2998"/>
                  </a:lnTo>
                  <a:cubicBezTo>
                    <a:pt x="680" y="2998"/>
                    <a:pt x="817" y="2864"/>
                    <a:pt x="824" y="2698"/>
                  </a:cubicBezTo>
                  <a:cubicBezTo>
                    <a:pt x="853" y="1842"/>
                    <a:pt x="792" y="1020"/>
                    <a:pt x="645" y="256"/>
                  </a:cubicBezTo>
                  <a:cubicBezTo>
                    <a:pt x="618" y="105"/>
                    <a:pt x="486" y="1"/>
                    <a:pt x="33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51"/>
            <p:cNvSpPr/>
            <p:nvPr/>
          </p:nvSpPr>
          <p:spPr>
            <a:xfrm>
              <a:off x="4871625" y="2656925"/>
              <a:ext cx="358775" cy="1420275"/>
            </a:xfrm>
            <a:custGeom>
              <a:rect b="b" l="l" r="r" t="t"/>
              <a:pathLst>
                <a:path extrusionOk="0" h="56811" w="14351">
                  <a:moveTo>
                    <a:pt x="7163" y="0"/>
                  </a:moveTo>
                  <a:lnTo>
                    <a:pt x="0" y="56535"/>
                  </a:lnTo>
                  <a:lnTo>
                    <a:pt x="14351" y="56811"/>
                  </a:lnTo>
                  <a:lnTo>
                    <a:pt x="716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51"/>
            <p:cNvSpPr/>
            <p:nvPr/>
          </p:nvSpPr>
          <p:spPr>
            <a:xfrm>
              <a:off x="3765375" y="2230275"/>
              <a:ext cx="91075" cy="149700"/>
            </a:xfrm>
            <a:custGeom>
              <a:rect b="b" l="l" r="r" t="t"/>
              <a:pathLst>
                <a:path extrusionOk="0" h="5988" w="3643">
                  <a:moveTo>
                    <a:pt x="1692" y="0"/>
                  </a:moveTo>
                  <a:cubicBezTo>
                    <a:pt x="943" y="0"/>
                    <a:pt x="61" y="310"/>
                    <a:pt x="61" y="310"/>
                  </a:cubicBezTo>
                  <a:lnTo>
                    <a:pt x="0" y="2407"/>
                  </a:lnTo>
                  <a:cubicBezTo>
                    <a:pt x="0" y="2407"/>
                    <a:pt x="1522" y="5517"/>
                    <a:pt x="2481" y="5867"/>
                  </a:cubicBezTo>
                  <a:cubicBezTo>
                    <a:pt x="2711" y="5951"/>
                    <a:pt x="2896" y="5988"/>
                    <a:pt x="3044" y="5988"/>
                  </a:cubicBezTo>
                  <a:cubicBezTo>
                    <a:pt x="3513" y="5988"/>
                    <a:pt x="3617" y="5623"/>
                    <a:pt x="3628" y="5255"/>
                  </a:cubicBezTo>
                  <a:cubicBezTo>
                    <a:pt x="3643" y="4772"/>
                    <a:pt x="3100" y="1206"/>
                    <a:pt x="2641" y="385"/>
                  </a:cubicBezTo>
                  <a:cubicBezTo>
                    <a:pt x="2477" y="94"/>
                    <a:pt x="2105" y="0"/>
                    <a:pt x="169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51"/>
            <p:cNvSpPr/>
            <p:nvPr/>
          </p:nvSpPr>
          <p:spPr>
            <a:xfrm>
              <a:off x="5100600" y="779275"/>
              <a:ext cx="496550" cy="496525"/>
            </a:xfrm>
            <a:custGeom>
              <a:rect b="b" l="l" r="r" t="t"/>
              <a:pathLst>
                <a:path extrusionOk="0" h="19861" w="19862">
                  <a:moveTo>
                    <a:pt x="9931" y="6030"/>
                  </a:moveTo>
                  <a:cubicBezTo>
                    <a:pt x="12217" y="6030"/>
                    <a:pt x="14043" y="7995"/>
                    <a:pt x="13813" y="10329"/>
                  </a:cubicBezTo>
                  <a:cubicBezTo>
                    <a:pt x="13632" y="12154"/>
                    <a:pt x="12155" y="13631"/>
                    <a:pt x="10330" y="13812"/>
                  </a:cubicBezTo>
                  <a:cubicBezTo>
                    <a:pt x="10195" y="13825"/>
                    <a:pt x="10062" y="13832"/>
                    <a:pt x="9930" y="13832"/>
                  </a:cubicBezTo>
                  <a:cubicBezTo>
                    <a:pt x="7645" y="13832"/>
                    <a:pt x="5819" y="11866"/>
                    <a:pt x="6050" y="9532"/>
                  </a:cubicBezTo>
                  <a:cubicBezTo>
                    <a:pt x="6231" y="7706"/>
                    <a:pt x="7708" y="6230"/>
                    <a:pt x="9533" y="6050"/>
                  </a:cubicBezTo>
                  <a:cubicBezTo>
                    <a:pt x="9667" y="6036"/>
                    <a:pt x="9800" y="6030"/>
                    <a:pt x="9931" y="6030"/>
                  </a:cubicBezTo>
                  <a:close/>
                  <a:moveTo>
                    <a:pt x="9078" y="0"/>
                  </a:moveTo>
                  <a:cubicBezTo>
                    <a:pt x="8575" y="0"/>
                    <a:pt x="8166" y="409"/>
                    <a:pt x="8166" y="913"/>
                  </a:cubicBezTo>
                  <a:lnTo>
                    <a:pt x="8166" y="2229"/>
                  </a:lnTo>
                  <a:cubicBezTo>
                    <a:pt x="7304" y="2426"/>
                    <a:pt x="6483" y="2767"/>
                    <a:pt x="5734" y="3238"/>
                  </a:cubicBezTo>
                  <a:lnTo>
                    <a:pt x="4803" y="2307"/>
                  </a:lnTo>
                  <a:cubicBezTo>
                    <a:pt x="4625" y="2128"/>
                    <a:pt x="4392" y="2039"/>
                    <a:pt x="4158" y="2039"/>
                  </a:cubicBezTo>
                  <a:cubicBezTo>
                    <a:pt x="3925" y="2039"/>
                    <a:pt x="3691" y="2128"/>
                    <a:pt x="3513" y="2307"/>
                  </a:cubicBezTo>
                  <a:lnTo>
                    <a:pt x="2307" y="3513"/>
                  </a:lnTo>
                  <a:cubicBezTo>
                    <a:pt x="1950" y="3868"/>
                    <a:pt x="1950" y="4446"/>
                    <a:pt x="2307" y="4803"/>
                  </a:cubicBezTo>
                  <a:lnTo>
                    <a:pt x="3238" y="5734"/>
                  </a:lnTo>
                  <a:cubicBezTo>
                    <a:pt x="2767" y="6481"/>
                    <a:pt x="2427" y="7304"/>
                    <a:pt x="2229" y="8166"/>
                  </a:cubicBezTo>
                  <a:lnTo>
                    <a:pt x="913" y="8166"/>
                  </a:lnTo>
                  <a:cubicBezTo>
                    <a:pt x="409" y="8166"/>
                    <a:pt x="1" y="8574"/>
                    <a:pt x="1" y="9078"/>
                  </a:cubicBezTo>
                  <a:lnTo>
                    <a:pt x="1" y="10784"/>
                  </a:lnTo>
                  <a:cubicBezTo>
                    <a:pt x="1" y="11288"/>
                    <a:pt x="409" y="11696"/>
                    <a:pt x="913" y="11696"/>
                  </a:cubicBezTo>
                  <a:lnTo>
                    <a:pt x="2229" y="11696"/>
                  </a:lnTo>
                  <a:cubicBezTo>
                    <a:pt x="2427" y="12557"/>
                    <a:pt x="2767" y="13380"/>
                    <a:pt x="3238" y="14128"/>
                  </a:cubicBezTo>
                  <a:lnTo>
                    <a:pt x="2307" y="15059"/>
                  </a:lnTo>
                  <a:cubicBezTo>
                    <a:pt x="1950" y="15415"/>
                    <a:pt x="1950" y="15993"/>
                    <a:pt x="2307" y="16349"/>
                  </a:cubicBezTo>
                  <a:lnTo>
                    <a:pt x="3513" y="17556"/>
                  </a:lnTo>
                  <a:cubicBezTo>
                    <a:pt x="3691" y="17734"/>
                    <a:pt x="3925" y="17823"/>
                    <a:pt x="4158" y="17823"/>
                  </a:cubicBezTo>
                  <a:cubicBezTo>
                    <a:pt x="4392" y="17823"/>
                    <a:pt x="4625" y="17734"/>
                    <a:pt x="4803" y="17556"/>
                  </a:cubicBezTo>
                  <a:lnTo>
                    <a:pt x="5734" y="16625"/>
                  </a:lnTo>
                  <a:cubicBezTo>
                    <a:pt x="6482" y="17094"/>
                    <a:pt x="7304" y="17435"/>
                    <a:pt x="8166" y="17632"/>
                  </a:cubicBezTo>
                  <a:lnTo>
                    <a:pt x="8166" y="18949"/>
                  </a:lnTo>
                  <a:cubicBezTo>
                    <a:pt x="8166" y="19452"/>
                    <a:pt x="8575" y="19861"/>
                    <a:pt x="9078" y="19861"/>
                  </a:cubicBezTo>
                  <a:lnTo>
                    <a:pt x="10783" y="19861"/>
                  </a:lnTo>
                  <a:cubicBezTo>
                    <a:pt x="11288" y="19861"/>
                    <a:pt x="11696" y="19452"/>
                    <a:pt x="11696" y="18949"/>
                  </a:cubicBezTo>
                  <a:lnTo>
                    <a:pt x="11696" y="17632"/>
                  </a:lnTo>
                  <a:cubicBezTo>
                    <a:pt x="12557" y="17434"/>
                    <a:pt x="13380" y="17094"/>
                    <a:pt x="14128" y="16624"/>
                  </a:cubicBezTo>
                  <a:lnTo>
                    <a:pt x="15059" y="17555"/>
                  </a:lnTo>
                  <a:cubicBezTo>
                    <a:pt x="15237" y="17733"/>
                    <a:pt x="15471" y="17822"/>
                    <a:pt x="15704" y="17822"/>
                  </a:cubicBezTo>
                  <a:cubicBezTo>
                    <a:pt x="15938" y="17822"/>
                    <a:pt x="16171" y="17733"/>
                    <a:pt x="16349" y="17555"/>
                  </a:cubicBezTo>
                  <a:lnTo>
                    <a:pt x="17556" y="16349"/>
                  </a:lnTo>
                  <a:cubicBezTo>
                    <a:pt x="17912" y="15992"/>
                    <a:pt x="17912" y="15414"/>
                    <a:pt x="17556" y="15059"/>
                  </a:cubicBezTo>
                  <a:lnTo>
                    <a:pt x="16625" y="14128"/>
                  </a:lnTo>
                  <a:cubicBezTo>
                    <a:pt x="17094" y="13379"/>
                    <a:pt x="17436" y="12557"/>
                    <a:pt x="17632" y="11696"/>
                  </a:cubicBezTo>
                  <a:lnTo>
                    <a:pt x="18949" y="11696"/>
                  </a:lnTo>
                  <a:cubicBezTo>
                    <a:pt x="19452" y="11696"/>
                    <a:pt x="19861" y="11287"/>
                    <a:pt x="19861" y="10784"/>
                  </a:cubicBezTo>
                  <a:lnTo>
                    <a:pt x="19861" y="9078"/>
                  </a:lnTo>
                  <a:cubicBezTo>
                    <a:pt x="19861" y="8574"/>
                    <a:pt x="19452" y="8166"/>
                    <a:pt x="18949" y="8166"/>
                  </a:cubicBezTo>
                  <a:lnTo>
                    <a:pt x="17632" y="8166"/>
                  </a:lnTo>
                  <a:cubicBezTo>
                    <a:pt x="17436" y="7304"/>
                    <a:pt x="17094" y="6481"/>
                    <a:pt x="16625" y="5734"/>
                  </a:cubicBezTo>
                  <a:lnTo>
                    <a:pt x="17556" y="4803"/>
                  </a:lnTo>
                  <a:cubicBezTo>
                    <a:pt x="17912" y="4446"/>
                    <a:pt x="17912" y="3868"/>
                    <a:pt x="17556" y="3513"/>
                  </a:cubicBezTo>
                  <a:lnTo>
                    <a:pt x="16349" y="2307"/>
                  </a:lnTo>
                  <a:cubicBezTo>
                    <a:pt x="16171" y="2128"/>
                    <a:pt x="15938" y="2039"/>
                    <a:pt x="15704" y="2039"/>
                  </a:cubicBezTo>
                  <a:cubicBezTo>
                    <a:pt x="15471" y="2039"/>
                    <a:pt x="15237" y="2128"/>
                    <a:pt x="15059" y="2307"/>
                  </a:cubicBezTo>
                  <a:lnTo>
                    <a:pt x="14128" y="3238"/>
                  </a:lnTo>
                  <a:cubicBezTo>
                    <a:pt x="13380" y="2767"/>
                    <a:pt x="12557" y="2426"/>
                    <a:pt x="11696" y="2229"/>
                  </a:cubicBezTo>
                  <a:lnTo>
                    <a:pt x="11696" y="913"/>
                  </a:lnTo>
                  <a:cubicBezTo>
                    <a:pt x="11696" y="409"/>
                    <a:pt x="11288" y="0"/>
                    <a:pt x="1078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51"/>
            <p:cNvSpPr/>
            <p:nvPr/>
          </p:nvSpPr>
          <p:spPr>
            <a:xfrm>
              <a:off x="1233600" y="2706725"/>
              <a:ext cx="374275" cy="374300"/>
            </a:xfrm>
            <a:custGeom>
              <a:rect b="b" l="l" r="r" t="t"/>
              <a:pathLst>
                <a:path extrusionOk="0" h="14972" w="14971">
                  <a:moveTo>
                    <a:pt x="7486" y="4546"/>
                  </a:moveTo>
                  <a:cubicBezTo>
                    <a:pt x="8262" y="4546"/>
                    <a:pt x="9011" y="4853"/>
                    <a:pt x="9565" y="5407"/>
                  </a:cubicBezTo>
                  <a:cubicBezTo>
                    <a:pt x="10191" y="6032"/>
                    <a:pt x="10501" y="6907"/>
                    <a:pt x="10412" y="7786"/>
                  </a:cubicBezTo>
                  <a:cubicBezTo>
                    <a:pt x="10275" y="9162"/>
                    <a:pt x="9161" y="10275"/>
                    <a:pt x="7785" y="10412"/>
                  </a:cubicBezTo>
                  <a:cubicBezTo>
                    <a:pt x="7686" y="10423"/>
                    <a:pt x="7586" y="10428"/>
                    <a:pt x="7487" y="10428"/>
                  </a:cubicBezTo>
                  <a:cubicBezTo>
                    <a:pt x="6710" y="10428"/>
                    <a:pt x="5961" y="10121"/>
                    <a:pt x="5406" y="9565"/>
                  </a:cubicBezTo>
                  <a:cubicBezTo>
                    <a:pt x="4780" y="8940"/>
                    <a:pt x="4470" y="8067"/>
                    <a:pt x="4559" y="7186"/>
                  </a:cubicBezTo>
                  <a:cubicBezTo>
                    <a:pt x="4696" y="5810"/>
                    <a:pt x="5809" y="4697"/>
                    <a:pt x="7186" y="4561"/>
                  </a:cubicBezTo>
                  <a:cubicBezTo>
                    <a:pt x="7286" y="4551"/>
                    <a:pt x="7386" y="4546"/>
                    <a:pt x="7486" y="4546"/>
                  </a:cubicBezTo>
                  <a:close/>
                  <a:moveTo>
                    <a:pt x="6842" y="1"/>
                  </a:moveTo>
                  <a:cubicBezTo>
                    <a:pt x="6462" y="1"/>
                    <a:pt x="6155" y="308"/>
                    <a:pt x="6155" y="688"/>
                  </a:cubicBezTo>
                  <a:lnTo>
                    <a:pt x="6155" y="1681"/>
                  </a:lnTo>
                  <a:cubicBezTo>
                    <a:pt x="5506" y="1829"/>
                    <a:pt x="4886" y="2086"/>
                    <a:pt x="4322" y="2440"/>
                  </a:cubicBezTo>
                  <a:lnTo>
                    <a:pt x="3619" y="1738"/>
                  </a:lnTo>
                  <a:cubicBezTo>
                    <a:pt x="3485" y="1604"/>
                    <a:pt x="3309" y="1537"/>
                    <a:pt x="3133" y="1537"/>
                  </a:cubicBezTo>
                  <a:cubicBezTo>
                    <a:pt x="2957" y="1537"/>
                    <a:pt x="2782" y="1604"/>
                    <a:pt x="2647" y="1738"/>
                  </a:cubicBezTo>
                  <a:lnTo>
                    <a:pt x="1737" y="2648"/>
                  </a:lnTo>
                  <a:cubicBezTo>
                    <a:pt x="1469" y="2916"/>
                    <a:pt x="1469" y="3352"/>
                    <a:pt x="1737" y="3620"/>
                  </a:cubicBezTo>
                  <a:lnTo>
                    <a:pt x="2440" y="4322"/>
                  </a:lnTo>
                  <a:cubicBezTo>
                    <a:pt x="2085" y="4886"/>
                    <a:pt x="1829" y="5505"/>
                    <a:pt x="1680" y="6155"/>
                  </a:cubicBezTo>
                  <a:lnTo>
                    <a:pt x="688" y="6155"/>
                  </a:lnTo>
                  <a:cubicBezTo>
                    <a:pt x="308" y="6155"/>
                    <a:pt x="0" y="6463"/>
                    <a:pt x="0" y="6843"/>
                  </a:cubicBezTo>
                  <a:lnTo>
                    <a:pt x="0" y="8128"/>
                  </a:lnTo>
                  <a:cubicBezTo>
                    <a:pt x="0" y="8508"/>
                    <a:pt x="308" y="8818"/>
                    <a:pt x="688" y="8818"/>
                  </a:cubicBezTo>
                  <a:lnTo>
                    <a:pt x="1680" y="8818"/>
                  </a:lnTo>
                  <a:cubicBezTo>
                    <a:pt x="1828" y="9467"/>
                    <a:pt x="2085" y="10087"/>
                    <a:pt x="2440" y="10650"/>
                  </a:cubicBezTo>
                  <a:lnTo>
                    <a:pt x="1737" y="11352"/>
                  </a:lnTo>
                  <a:cubicBezTo>
                    <a:pt x="1469" y="11621"/>
                    <a:pt x="1469" y="12056"/>
                    <a:pt x="1737" y="12324"/>
                  </a:cubicBezTo>
                  <a:lnTo>
                    <a:pt x="2647" y="13234"/>
                  </a:lnTo>
                  <a:cubicBezTo>
                    <a:pt x="2782" y="13369"/>
                    <a:pt x="2957" y="13436"/>
                    <a:pt x="3133" y="13436"/>
                  </a:cubicBezTo>
                  <a:cubicBezTo>
                    <a:pt x="3309" y="13436"/>
                    <a:pt x="3485" y="13369"/>
                    <a:pt x="3619" y="13234"/>
                  </a:cubicBezTo>
                  <a:lnTo>
                    <a:pt x="4322" y="12532"/>
                  </a:lnTo>
                  <a:cubicBezTo>
                    <a:pt x="4885" y="12886"/>
                    <a:pt x="5505" y="13143"/>
                    <a:pt x="6154" y="13292"/>
                  </a:cubicBezTo>
                  <a:lnTo>
                    <a:pt x="6154" y="14285"/>
                  </a:lnTo>
                  <a:cubicBezTo>
                    <a:pt x="6154" y="14663"/>
                    <a:pt x="6462" y="14972"/>
                    <a:pt x="6842" y="14972"/>
                  </a:cubicBezTo>
                  <a:lnTo>
                    <a:pt x="8128" y="14972"/>
                  </a:lnTo>
                  <a:cubicBezTo>
                    <a:pt x="8508" y="14972"/>
                    <a:pt x="8816" y="14665"/>
                    <a:pt x="8816" y="14285"/>
                  </a:cubicBezTo>
                  <a:lnTo>
                    <a:pt x="8816" y="13292"/>
                  </a:lnTo>
                  <a:cubicBezTo>
                    <a:pt x="9465" y="13144"/>
                    <a:pt x="10085" y="12886"/>
                    <a:pt x="10649" y="12532"/>
                  </a:cubicBezTo>
                  <a:lnTo>
                    <a:pt x="11352" y="13234"/>
                  </a:lnTo>
                  <a:cubicBezTo>
                    <a:pt x="11486" y="13369"/>
                    <a:pt x="11662" y="13436"/>
                    <a:pt x="11838" y="13436"/>
                  </a:cubicBezTo>
                  <a:cubicBezTo>
                    <a:pt x="12013" y="13436"/>
                    <a:pt x="12189" y="13369"/>
                    <a:pt x="12324" y="13234"/>
                  </a:cubicBezTo>
                  <a:lnTo>
                    <a:pt x="13234" y="12325"/>
                  </a:lnTo>
                  <a:cubicBezTo>
                    <a:pt x="13502" y="12057"/>
                    <a:pt x="13502" y="11621"/>
                    <a:pt x="13234" y="11352"/>
                  </a:cubicBezTo>
                  <a:lnTo>
                    <a:pt x="12531" y="10651"/>
                  </a:lnTo>
                  <a:cubicBezTo>
                    <a:pt x="12886" y="10087"/>
                    <a:pt x="13142" y="9467"/>
                    <a:pt x="13291" y="8818"/>
                  </a:cubicBezTo>
                  <a:lnTo>
                    <a:pt x="14283" y="8818"/>
                  </a:lnTo>
                  <a:cubicBezTo>
                    <a:pt x="14663" y="8818"/>
                    <a:pt x="14971" y="8509"/>
                    <a:pt x="14971" y="8129"/>
                  </a:cubicBezTo>
                  <a:lnTo>
                    <a:pt x="14971" y="6843"/>
                  </a:lnTo>
                  <a:cubicBezTo>
                    <a:pt x="14971" y="6463"/>
                    <a:pt x="14663" y="6155"/>
                    <a:pt x="14283" y="6155"/>
                  </a:cubicBezTo>
                  <a:lnTo>
                    <a:pt x="13291" y="6155"/>
                  </a:lnTo>
                  <a:cubicBezTo>
                    <a:pt x="13142" y="5505"/>
                    <a:pt x="12886" y="4886"/>
                    <a:pt x="12531" y="4322"/>
                  </a:cubicBezTo>
                  <a:lnTo>
                    <a:pt x="13234" y="3620"/>
                  </a:lnTo>
                  <a:cubicBezTo>
                    <a:pt x="13502" y="3352"/>
                    <a:pt x="13502" y="2916"/>
                    <a:pt x="13234" y="2648"/>
                  </a:cubicBezTo>
                  <a:lnTo>
                    <a:pt x="12324" y="1738"/>
                  </a:lnTo>
                  <a:cubicBezTo>
                    <a:pt x="12189" y="1604"/>
                    <a:pt x="12013" y="1537"/>
                    <a:pt x="11838" y="1537"/>
                  </a:cubicBezTo>
                  <a:cubicBezTo>
                    <a:pt x="11662" y="1537"/>
                    <a:pt x="11486" y="1604"/>
                    <a:pt x="11352" y="1738"/>
                  </a:cubicBezTo>
                  <a:lnTo>
                    <a:pt x="10649" y="2440"/>
                  </a:lnTo>
                  <a:cubicBezTo>
                    <a:pt x="10086" y="2086"/>
                    <a:pt x="9465" y="1829"/>
                    <a:pt x="8817" y="1681"/>
                  </a:cubicBezTo>
                  <a:lnTo>
                    <a:pt x="8817" y="688"/>
                  </a:lnTo>
                  <a:cubicBezTo>
                    <a:pt x="8816" y="308"/>
                    <a:pt x="8509" y="1"/>
                    <a:pt x="81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51"/>
            <p:cNvSpPr/>
            <p:nvPr/>
          </p:nvSpPr>
          <p:spPr>
            <a:xfrm>
              <a:off x="6011100" y="2278500"/>
              <a:ext cx="374300" cy="374300"/>
            </a:xfrm>
            <a:custGeom>
              <a:rect b="b" l="l" r="r" t="t"/>
              <a:pathLst>
                <a:path extrusionOk="0" h="14972" w="14972">
                  <a:moveTo>
                    <a:pt x="7484" y="4545"/>
                  </a:moveTo>
                  <a:cubicBezTo>
                    <a:pt x="8260" y="4545"/>
                    <a:pt x="9010" y="4852"/>
                    <a:pt x="9565" y="5407"/>
                  </a:cubicBezTo>
                  <a:cubicBezTo>
                    <a:pt x="10190" y="6032"/>
                    <a:pt x="10501" y="6906"/>
                    <a:pt x="10411" y="7786"/>
                  </a:cubicBezTo>
                  <a:cubicBezTo>
                    <a:pt x="10275" y="9162"/>
                    <a:pt x="9162" y="10275"/>
                    <a:pt x="7786" y="10412"/>
                  </a:cubicBezTo>
                  <a:cubicBezTo>
                    <a:pt x="7686" y="10422"/>
                    <a:pt x="7586" y="10427"/>
                    <a:pt x="7487" y="10427"/>
                  </a:cubicBezTo>
                  <a:cubicBezTo>
                    <a:pt x="6711" y="10427"/>
                    <a:pt x="5961" y="10120"/>
                    <a:pt x="5407" y="9565"/>
                  </a:cubicBezTo>
                  <a:cubicBezTo>
                    <a:pt x="4780" y="8940"/>
                    <a:pt x="4470" y="8065"/>
                    <a:pt x="4559" y="7186"/>
                  </a:cubicBezTo>
                  <a:cubicBezTo>
                    <a:pt x="4696" y="5810"/>
                    <a:pt x="5810" y="4697"/>
                    <a:pt x="7186" y="4560"/>
                  </a:cubicBezTo>
                  <a:cubicBezTo>
                    <a:pt x="7285" y="4550"/>
                    <a:pt x="7385" y="4545"/>
                    <a:pt x="7484" y="4545"/>
                  </a:cubicBezTo>
                  <a:close/>
                  <a:moveTo>
                    <a:pt x="6843" y="0"/>
                  </a:moveTo>
                  <a:cubicBezTo>
                    <a:pt x="6463" y="0"/>
                    <a:pt x="6155" y="309"/>
                    <a:pt x="6155" y="689"/>
                  </a:cubicBezTo>
                  <a:lnTo>
                    <a:pt x="6155" y="1680"/>
                  </a:lnTo>
                  <a:cubicBezTo>
                    <a:pt x="5506" y="1829"/>
                    <a:pt x="4886" y="2086"/>
                    <a:pt x="4322" y="2440"/>
                  </a:cubicBezTo>
                  <a:lnTo>
                    <a:pt x="3621" y="1738"/>
                  </a:lnTo>
                  <a:cubicBezTo>
                    <a:pt x="3486" y="1604"/>
                    <a:pt x="3310" y="1537"/>
                    <a:pt x="3134" y="1537"/>
                  </a:cubicBezTo>
                  <a:cubicBezTo>
                    <a:pt x="2958" y="1537"/>
                    <a:pt x="2782" y="1604"/>
                    <a:pt x="2648" y="1738"/>
                  </a:cubicBezTo>
                  <a:lnTo>
                    <a:pt x="1739" y="2648"/>
                  </a:lnTo>
                  <a:cubicBezTo>
                    <a:pt x="1469" y="2916"/>
                    <a:pt x="1469" y="3351"/>
                    <a:pt x="1739" y="3620"/>
                  </a:cubicBezTo>
                  <a:lnTo>
                    <a:pt x="2440" y="4322"/>
                  </a:lnTo>
                  <a:cubicBezTo>
                    <a:pt x="2085" y="4886"/>
                    <a:pt x="1829" y="5506"/>
                    <a:pt x="1681" y="6156"/>
                  </a:cubicBezTo>
                  <a:lnTo>
                    <a:pt x="688" y="6156"/>
                  </a:lnTo>
                  <a:cubicBezTo>
                    <a:pt x="308" y="6156"/>
                    <a:pt x="0" y="6463"/>
                    <a:pt x="1" y="6843"/>
                  </a:cubicBezTo>
                  <a:lnTo>
                    <a:pt x="1" y="8129"/>
                  </a:lnTo>
                  <a:cubicBezTo>
                    <a:pt x="1" y="8508"/>
                    <a:pt x="308" y="8816"/>
                    <a:pt x="688" y="8816"/>
                  </a:cubicBezTo>
                  <a:lnTo>
                    <a:pt x="1681" y="8816"/>
                  </a:lnTo>
                  <a:cubicBezTo>
                    <a:pt x="1829" y="9466"/>
                    <a:pt x="2085" y="10085"/>
                    <a:pt x="2440" y="10650"/>
                  </a:cubicBezTo>
                  <a:lnTo>
                    <a:pt x="1739" y="11352"/>
                  </a:lnTo>
                  <a:cubicBezTo>
                    <a:pt x="1469" y="11621"/>
                    <a:pt x="1469" y="12056"/>
                    <a:pt x="1739" y="12324"/>
                  </a:cubicBezTo>
                  <a:lnTo>
                    <a:pt x="2648" y="13234"/>
                  </a:lnTo>
                  <a:cubicBezTo>
                    <a:pt x="2782" y="13368"/>
                    <a:pt x="2958" y="13435"/>
                    <a:pt x="3134" y="13435"/>
                  </a:cubicBezTo>
                  <a:cubicBezTo>
                    <a:pt x="3310" y="13435"/>
                    <a:pt x="3486" y="13368"/>
                    <a:pt x="3621" y="13234"/>
                  </a:cubicBezTo>
                  <a:lnTo>
                    <a:pt x="4322" y="12532"/>
                  </a:lnTo>
                  <a:cubicBezTo>
                    <a:pt x="4886" y="12886"/>
                    <a:pt x="5506" y="13143"/>
                    <a:pt x="6155" y="13291"/>
                  </a:cubicBezTo>
                  <a:lnTo>
                    <a:pt x="6155" y="14283"/>
                  </a:lnTo>
                  <a:cubicBezTo>
                    <a:pt x="6155" y="14663"/>
                    <a:pt x="6463" y="14972"/>
                    <a:pt x="6843" y="14972"/>
                  </a:cubicBezTo>
                  <a:lnTo>
                    <a:pt x="8129" y="14972"/>
                  </a:lnTo>
                  <a:cubicBezTo>
                    <a:pt x="8509" y="14972"/>
                    <a:pt x="8817" y="14663"/>
                    <a:pt x="8816" y="14283"/>
                  </a:cubicBezTo>
                  <a:lnTo>
                    <a:pt x="8816" y="13291"/>
                  </a:lnTo>
                  <a:cubicBezTo>
                    <a:pt x="9467" y="13143"/>
                    <a:pt x="10086" y="12886"/>
                    <a:pt x="10649" y="12532"/>
                  </a:cubicBezTo>
                  <a:lnTo>
                    <a:pt x="11352" y="13234"/>
                  </a:lnTo>
                  <a:cubicBezTo>
                    <a:pt x="11486" y="13368"/>
                    <a:pt x="11662" y="13435"/>
                    <a:pt x="11838" y="13435"/>
                  </a:cubicBezTo>
                  <a:cubicBezTo>
                    <a:pt x="12014" y="13435"/>
                    <a:pt x="12190" y="13368"/>
                    <a:pt x="12324" y="13234"/>
                  </a:cubicBezTo>
                  <a:lnTo>
                    <a:pt x="13234" y="12324"/>
                  </a:lnTo>
                  <a:cubicBezTo>
                    <a:pt x="13502" y="12056"/>
                    <a:pt x="13502" y="11621"/>
                    <a:pt x="13234" y="11352"/>
                  </a:cubicBezTo>
                  <a:lnTo>
                    <a:pt x="12531" y="10650"/>
                  </a:lnTo>
                  <a:cubicBezTo>
                    <a:pt x="12886" y="10085"/>
                    <a:pt x="13143" y="9466"/>
                    <a:pt x="13291" y="8816"/>
                  </a:cubicBezTo>
                  <a:lnTo>
                    <a:pt x="14283" y="8816"/>
                  </a:lnTo>
                  <a:cubicBezTo>
                    <a:pt x="14663" y="8816"/>
                    <a:pt x="14971" y="8508"/>
                    <a:pt x="14971" y="8129"/>
                  </a:cubicBezTo>
                  <a:lnTo>
                    <a:pt x="14971" y="6843"/>
                  </a:lnTo>
                  <a:cubicBezTo>
                    <a:pt x="14971" y="6463"/>
                    <a:pt x="14663" y="6156"/>
                    <a:pt x="14283" y="6156"/>
                  </a:cubicBezTo>
                  <a:lnTo>
                    <a:pt x="13291" y="6156"/>
                  </a:lnTo>
                  <a:cubicBezTo>
                    <a:pt x="13142" y="5506"/>
                    <a:pt x="12886" y="4886"/>
                    <a:pt x="12531" y="4322"/>
                  </a:cubicBezTo>
                  <a:lnTo>
                    <a:pt x="13234" y="3620"/>
                  </a:lnTo>
                  <a:cubicBezTo>
                    <a:pt x="13502" y="3351"/>
                    <a:pt x="13502" y="2916"/>
                    <a:pt x="13234" y="2648"/>
                  </a:cubicBezTo>
                  <a:lnTo>
                    <a:pt x="12324" y="1738"/>
                  </a:lnTo>
                  <a:cubicBezTo>
                    <a:pt x="12190" y="1604"/>
                    <a:pt x="12014" y="1537"/>
                    <a:pt x="11838" y="1537"/>
                  </a:cubicBezTo>
                  <a:cubicBezTo>
                    <a:pt x="11662" y="1537"/>
                    <a:pt x="11486" y="1604"/>
                    <a:pt x="11352" y="1738"/>
                  </a:cubicBezTo>
                  <a:lnTo>
                    <a:pt x="10649" y="2440"/>
                  </a:lnTo>
                  <a:cubicBezTo>
                    <a:pt x="10086" y="2086"/>
                    <a:pt x="9467" y="1829"/>
                    <a:pt x="8816" y="1680"/>
                  </a:cubicBezTo>
                  <a:lnTo>
                    <a:pt x="8816" y="689"/>
                  </a:lnTo>
                  <a:cubicBezTo>
                    <a:pt x="8816" y="309"/>
                    <a:pt x="8509" y="0"/>
                    <a:pt x="8129"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51"/>
            <p:cNvSpPr/>
            <p:nvPr/>
          </p:nvSpPr>
          <p:spPr>
            <a:xfrm>
              <a:off x="3567575" y="286800"/>
              <a:ext cx="191725" cy="191675"/>
            </a:xfrm>
            <a:custGeom>
              <a:rect b="b" l="l" r="r" t="t"/>
              <a:pathLst>
                <a:path extrusionOk="0" h="7667" w="7669">
                  <a:moveTo>
                    <a:pt x="3838" y="2327"/>
                  </a:moveTo>
                  <a:cubicBezTo>
                    <a:pt x="4717" y="2327"/>
                    <a:pt x="5425" y="3089"/>
                    <a:pt x="5333" y="3986"/>
                  </a:cubicBezTo>
                  <a:cubicBezTo>
                    <a:pt x="5263" y="4692"/>
                    <a:pt x="4693" y="5262"/>
                    <a:pt x="3988" y="5331"/>
                  </a:cubicBezTo>
                  <a:cubicBezTo>
                    <a:pt x="3935" y="5337"/>
                    <a:pt x="3883" y="5339"/>
                    <a:pt x="3832" y="5339"/>
                  </a:cubicBezTo>
                  <a:cubicBezTo>
                    <a:pt x="2952" y="5339"/>
                    <a:pt x="2244" y="4576"/>
                    <a:pt x="2336" y="3679"/>
                  </a:cubicBezTo>
                  <a:cubicBezTo>
                    <a:pt x="2405" y="2974"/>
                    <a:pt x="2976" y="2405"/>
                    <a:pt x="3681" y="2335"/>
                  </a:cubicBezTo>
                  <a:cubicBezTo>
                    <a:pt x="3734" y="2330"/>
                    <a:pt x="3786" y="2327"/>
                    <a:pt x="3838" y="2327"/>
                  </a:cubicBezTo>
                  <a:close/>
                  <a:moveTo>
                    <a:pt x="3503" y="0"/>
                  </a:moveTo>
                  <a:cubicBezTo>
                    <a:pt x="3310" y="0"/>
                    <a:pt x="3153" y="158"/>
                    <a:pt x="3153" y="351"/>
                  </a:cubicBezTo>
                  <a:lnTo>
                    <a:pt x="3153" y="859"/>
                  </a:lnTo>
                  <a:cubicBezTo>
                    <a:pt x="2821" y="936"/>
                    <a:pt x="2503" y="1067"/>
                    <a:pt x="2214" y="1249"/>
                  </a:cubicBezTo>
                  <a:lnTo>
                    <a:pt x="1855" y="890"/>
                  </a:lnTo>
                  <a:cubicBezTo>
                    <a:pt x="1786" y="821"/>
                    <a:pt x="1696" y="787"/>
                    <a:pt x="1606" y="787"/>
                  </a:cubicBezTo>
                  <a:cubicBezTo>
                    <a:pt x="1516" y="787"/>
                    <a:pt x="1426" y="821"/>
                    <a:pt x="1357" y="890"/>
                  </a:cubicBezTo>
                  <a:lnTo>
                    <a:pt x="891" y="1355"/>
                  </a:lnTo>
                  <a:cubicBezTo>
                    <a:pt x="754" y="1493"/>
                    <a:pt x="754" y="1717"/>
                    <a:pt x="891" y="1853"/>
                  </a:cubicBezTo>
                  <a:lnTo>
                    <a:pt x="1251" y="2212"/>
                  </a:lnTo>
                  <a:cubicBezTo>
                    <a:pt x="1069" y="2502"/>
                    <a:pt x="938" y="2819"/>
                    <a:pt x="861" y="3151"/>
                  </a:cubicBezTo>
                  <a:lnTo>
                    <a:pt x="353" y="3151"/>
                  </a:lnTo>
                  <a:cubicBezTo>
                    <a:pt x="159" y="3151"/>
                    <a:pt x="1" y="3309"/>
                    <a:pt x="1" y="3504"/>
                  </a:cubicBezTo>
                  <a:lnTo>
                    <a:pt x="1" y="4163"/>
                  </a:lnTo>
                  <a:cubicBezTo>
                    <a:pt x="1" y="4356"/>
                    <a:pt x="159" y="4514"/>
                    <a:pt x="353" y="4514"/>
                  </a:cubicBezTo>
                  <a:lnTo>
                    <a:pt x="861" y="4514"/>
                  </a:lnTo>
                  <a:cubicBezTo>
                    <a:pt x="938" y="4847"/>
                    <a:pt x="1069" y="5165"/>
                    <a:pt x="1250" y="5453"/>
                  </a:cubicBezTo>
                  <a:lnTo>
                    <a:pt x="891" y="5812"/>
                  </a:lnTo>
                  <a:cubicBezTo>
                    <a:pt x="753" y="5950"/>
                    <a:pt x="753" y="6172"/>
                    <a:pt x="891" y="6310"/>
                  </a:cubicBezTo>
                  <a:lnTo>
                    <a:pt x="1356" y="6776"/>
                  </a:lnTo>
                  <a:cubicBezTo>
                    <a:pt x="1425" y="6845"/>
                    <a:pt x="1515" y="6879"/>
                    <a:pt x="1606" y="6879"/>
                  </a:cubicBezTo>
                  <a:cubicBezTo>
                    <a:pt x="1696" y="6879"/>
                    <a:pt x="1786" y="6845"/>
                    <a:pt x="1854" y="6776"/>
                  </a:cubicBezTo>
                  <a:lnTo>
                    <a:pt x="2213" y="6417"/>
                  </a:lnTo>
                  <a:cubicBezTo>
                    <a:pt x="2503" y="6598"/>
                    <a:pt x="2820" y="6730"/>
                    <a:pt x="3152" y="6806"/>
                  </a:cubicBezTo>
                  <a:lnTo>
                    <a:pt x="3152" y="7314"/>
                  </a:lnTo>
                  <a:cubicBezTo>
                    <a:pt x="3152" y="7508"/>
                    <a:pt x="3310" y="7666"/>
                    <a:pt x="3504" y="7666"/>
                  </a:cubicBezTo>
                  <a:lnTo>
                    <a:pt x="4164" y="7666"/>
                  </a:lnTo>
                  <a:cubicBezTo>
                    <a:pt x="4358" y="7666"/>
                    <a:pt x="4515" y="7508"/>
                    <a:pt x="4515" y="7314"/>
                  </a:cubicBezTo>
                  <a:lnTo>
                    <a:pt x="4515" y="6806"/>
                  </a:lnTo>
                  <a:cubicBezTo>
                    <a:pt x="4847" y="6730"/>
                    <a:pt x="5165" y="6598"/>
                    <a:pt x="5454" y="6417"/>
                  </a:cubicBezTo>
                  <a:lnTo>
                    <a:pt x="5813" y="6776"/>
                  </a:lnTo>
                  <a:cubicBezTo>
                    <a:pt x="5882" y="6845"/>
                    <a:pt x="5972" y="6879"/>
                    <a:pt x="6062" y="6879"/>
                  </a:cubicBezTo>
                  <a:cubicBezTo>
                    <a:pt x="6152" y="6879"/>
                    <a:pt x="6242" y="6845"/>
                    <a:pt x="6311" y="6776"/>
                  </a:cubicBezTo>
                  <a:lnTo>
                    <a:pt x="6777" y="6310"/>
                  </a:lnTo>
                  <a:cubicBezTo>
                    <a:pt x="6914" y="6173"/>
                    <a:pt x="6914" y="5950"/>
                    <a:pt x="6777" y="5812"/>
                  </a:cubicBezTo>
                  <a:lnTo>
                    <a:pt x="6418" y="5453"/>
                  </a:lnTo>
                  <a:cubicBezTo>
                    <a:pt x="6599" y="5165"/>
                    <a:pt x="6730" y="4847"/>
                    <a:pt x="6807" y="4514"/>
                  </a:cubicBezTo>
                  <a:lnTo>
                    <a:pt x="7316" y="4514"/>
                  </a:lnTo>
                  <a:cubicBezTo>
                    <a:pt x="7510" y="4514"/>
                    <a:pt x="7668" y="4357"/>
                    <a:pt x="7668" y="4162"/>
                  </a:cubicBezTo>
                  <a:lnTo>
                    <a:pt x="7668" y="3504"/>
                  </a:lnTo>
                  <a:cubicBezTo>
                    <a:pt x="7668" y="3309"/>
                    <a:pt x="7510" y="3151"/>
                    <a:pt x="7316" y="3151"/>
                  </a:cubicBezTo>
                  <a:lnTo>
                    <a:pt x="6808" y="3151"/>
                  </a:lnTo>
                  <a:cubicBezTo>
                    <a:pt x="6732" y="2819"/>
                    <a:pt x="6600" y="2502"/>
                    <a:pt x="6419" y="2212"/>
                  </a:cubicBezTo>
                  <a:lnTo>
                    <a:pt x="6778" y="1853"/>
                  </a:lnTo>
                  <a:cubicBezTo>
                    <a:pt x="6915" y="1717"/>
                    <a:pt x="6915" y="1493"/>
                    <a:pt x="6778" y="1355"/>
                  </a:cubicBezTo>
                  <a:lnTo>
                    <a:pt x="6312" y="889"/>
                  </a:lnTo>
                  <a:cubicBezTo>
                    <a:pt x="6243" y="821"/>
                    <a:pt x="6153" y="787"/>
                    <a:pt x="6063" y="787"/>
                  </a:cubicBezTo>
                  <a:cubicBezTo>
                    <a:pt x="5973" y="787"/>
                    <a:pt x="5883" y="821"/>
                    <a:pt x="5814" y="889"/>
                  </a:cubicBezTo>
                  <a:lnTo>
                    <a:pt x="5455" y="1248"/>
                  </a:lnTo>
                  <a:cubicBezTo>
                    <a:pt x="5167" y="1067"/>
                    <a:pt x="4848" y="936"/>
                    <a:pt x="4516" y="859"/>
                  </a:cubicBezTo>
                  <a:lnTo>
                    <a:pt x="4516" y="351"/>
                  </a:lnTo>
                  <a:cubicBezTo>
                    <a:pt x="4516" y="158"/>
                    <a:pt x="4359" y="0"/>
                    <a:pt x="4166" y="0"/>
                  </a:cubicBezTo>
                  <a:cubicBezTo>
                    <a:pt x="4165" y="0"/>
                    <a:pt x="4164" y="0"/>
                    <a:pt x="4164" y="0"/>
                  </a:cubicBezTo>
                  <a:lnTo>
                    <a:pt x="3505" y="0"/>
                  </a:lnTo>
                  <a:cubicBezTo>
                    <a:pt x="3505" y="0"/>
                    <a:pt x="3504" y="0"/>
                    <a:pt x="35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51"/>
            <p:cNvSpPr/>
            <p:nvPr/>
          </p:nvSpPr>
          <p:spPr>
            <a:xfrm>
              <a:off x="2171325" y="616825"/>
              <a:ext cx="1481975" cy="933075"/>
            </a:xfrm>
            <a:custGeom>
              <a:rect b="b" l="l" r="r" t="t"/>
              <a:pathLst>
                <a:path extrusionOk="0" h="37323" w="59279">
                  <a:moveTo>
                    <a:pt x="3952" y="1"/>
                  </a:moveTo>
                  <a:cubicBezTo>
                    <a:pt x="1779" y="1"/>
                    <a:pt x="1" y="1779"/>
                    <a:pt x="1" y="3953"/>
                  </a:cubicBezTo>
                  <a:lnTo>
                    <a:pt x="1" y="25468"/>
                  </a:lnTo>
                  <a:cubicBezTo>
                    <a:pt x="1" y="27641"/>
                    <a:pt x="1779" y="29419"/>
                    <a:pt x="3952" y="29419"/>
                  </a:cubicBezTo>
                  <a:lnTo>
                    <a:pt x="46858" y="29419"/>
                  </a:lnTo>
                  <a:lnTo>
                    <a:pt x="59278" y="37323"/>
                  </a:lnTo>
                  <a:lnTo>
                    <a:pt x="53569" y="29419"/>
                  </a:lnTo>
                  <a:cubicBezTo>
                    <a:pt x="55743" y="29419"/>
                    <a:pt x="57521" y="27641"/>
                    <a:pt x="57521" y="25468"/>
                  </a:cubicBezTo>
                  <a:lnTo>
                    <a:pt x="57521" y="3953"/>
                  </a:lnTo>
                  <a:cubicBezTo>
                    <a:pt x="57521" y="1779"/>
                    <a:pt x="55743" y="1"/>
                    <a:pt x="5356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51"/>
            <p:cNvSpPr/>
            <p:nvPr/>
          </p:nvSpPr>
          <p:spPr>
            <a:xfrm>
              <a:off x="2458200" y="902225"/>
              <a:ext cx="125525" cy="120775"/>
            </a:xfrm>
            <a:custGeom>
              <a:rect b="b" l="l" r="r" t="t"/>
              <a:pathLst>
                <a:path extrusionOk="0" h="4831" w="5021">
                  <a:moveTo>
                    <a:pt x="2607" y="0"/>
                  </a:moveTo>
                  <a:cubicBezTo>
                    <a:pt x="1978" y="0"/>
                    <a:pt x="1360" y="246"/>
                    <a:pt x="898" y="707"/>
                  </a:cubicBezTo>
                  <a:cubicBezTo>
                    <a:pt x="208" y="1398"/>
                    <a:pt x="1" y="2437"/>
                    <a:pt x="374" y="3339"/>
                  </a:cubicBezTo>
                  <a:cubicBezTo>
                    <a:pt x="748" y="4242"/>
                    <a:pt x="1629" y="4830"/>
                    <a:pt x="2605" y="4830"/>
                  </a:cubicBezTo>
                  <a:cubicBezTo>
                    <a:pt x="3939" y="4830"/>
                    <a:pt x="5020" y="3749"/>
                    <a:pt x="5021" y="2416"/>
                  </a:cubicBezTo>
                  <a:cubicBezTo>
                    <a:pt x="5021" y="1439"/>
                    <a:pt x="4432" y="558"/>
                    <a:pt x="3530" y="184"/>
                  </a:cubicBezTo>
                  <a:cubicBezTo>
                    <a:pt x="3231" y="60"/>
                    <a:pt x="2918" y="0"/>
                    <a:pt x="2607" y="0"/>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51"/>
            <p:cNvSpPr/>
            <p:nvPr/>
          </p:nvSpPr>
          <p:spPr>
            <a:xfrm>
              <a:off x="2814950" y="902225"/>
              <a:ext cx="125550" cy="120775"/>
            </a:xfrm>
            <a:custGeom>
              <a:rect b="b" l="l" r="r" t="t"/>
              <a:pathLst>
                <a:path extrusionOk="0" h="4831" w="5022">
                  <a:moveTo>
                    <a:pt x="2607" y="0"/>
                  </a:moveTo>
                  <a:cubicBezTo>
                    <a:pt x="1978" y="0"/>
                    <a:pt x="1360" y="246"/>
                    <a:pt x="899" y="707"/>
                  </a:cubicBezTo>
                  <a:cubicBezTo>
                    <a:pt x="207" y="1398"/>
                    <a:pt x="1" y="2437"/>
                    <a:pt x="375" y="3339"/>
                  </a:cubicBezTo>
                  <a:cubicBezTo>
                    <a:pt x="748" y="4242"/>
                    <a:pt x="1629" y="4830"/>
                    <a:pt x="2606" y="4830"/>
                  </a:cubicBezTo>
                  <a:cubicBezTo>
                    <a:pt x="3939" y="4830"/>
                    <a:pt x="5020" y="3749"/>
                    <a:pt x="5020" y="2416"/>
                  </a:cubicBezTo>
                  <a:cubicBezTo>
                    <a:pt x="5021" y="1439"/>
                    <a:pt x="4433" y="558"/>
                    <a:pt x="3530" y="184"/>
                  </a:cubicBezTo>
                  <a:cubicBezTo>
                    <a:pt x="3232" y="60"/>
                    <a:pt x="2918" y="0"/>
                    <a:pt x="2607" y="0"/>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51"/>
            <p:cNvSpPr/>
            <p:nvPr/>
          </p:nvSpPr>
          <p:spPr>
            <a:xfrm>
              <a:off x="3171725" y="902225"/>
              <a:ext cx="125525" cy="120775"/>
            </a:xfrm>
            <a:custGeom>
              <a:rect b="b" l="l" r="r" t="t"/>
              <a:pathLst>
                <a:path extrusionOk="0" h="4831" w="5021">
                  <a:moveTo>
                    <a:pt x="2607" y="0"/>
                  </a:moveTo>
                  <a:cubicBezTo>
                    <a:pt x="1978" y="0"/>
                    <a:pt x="1360" y="246"/>
                    <a:pt x="898" y="707"/>
                  </a:cubicBezTo>
                  <a:cubicBezTo>
                    <a:pt x="207" y="1398"/>
                    <a:pt x="0" y="2437"/>
                    <a:pt x="374" y="3339"/>
                  </a:cubicBezTo>
                  <a:cubicBezTo>
                    <a:pt x="748" y="4242"/>
                    <a:pt x="1628" y="4830"/>
                    <a:pt x="2606" y="4830"/>
                  </a:cubicBezTo>
                  <a:cubicBezTo>
                    <a:pt x="3939" y="4830"/>
                    <a:pt x="5020" y="3749"/>
                    <a:pt x="5020" y="2416"/>
                  </a:cubicBezTo>
                  <a:cubicBezTo>
                    <a:pt x="5020" y="1439"/>
                    <a:pt x="4433" y="558"/>
                    <a:pt x="3530" y="184"/>
                  </a:cubicBezTo>
                  <a:cubicBezTo>
                    <a:pt x="3232" y="60"/>
                    <a:pt x="2918" y="0"/>
                    <a:pt x="2607" y="0"/>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5" name="Shape 1455"/>
        <p:cNvGrpSpPr/>
        <p:nvPr/>
      </p:nvGrpSpPr>
      <p:grpSpPr>
        <a:xfrm>
          <a:off x="0" y="0"/>
          <a:ext cx="0" cy="0"/>
          <a:chOff x="0" y="0"/>
          <a:chExt cx="0" cy="0"/>
        </a:xfrm>
      </p:grpSpPr>
      <p:sp>
        <p:nvSpPr>
          <p:cNvPr id="1456" name="Google Shape;1456;p52"/>
          <p:cNvSpPr txBox="1"/>
          <p:nvPr>
            <p:ph type="title"/>
          </p:nvPr>
        </p:nvSpPr>
        <p:spPr>
          <a:xfrm>
            <a:off x="-18000" y="0"/>
            <a:ext cx="9180000" cy="539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Performance Metrics</a:t>
            </a:r>
            <a:endParaRPr sz="3600"/>
          </a:p>
        </p:txBody>
      </p:sp>
      <p:graphicFrame>
        <p:nvGraphicFramePr>
          <p:cNvPr id="1457" name="Google Shape;1457;p52"/>
          <p:cNvGraphicFramePr/>
          <p:nvPr/>
        </p:nvGraphicFramePr>
        <p:xfrm>
          <a:off x="968500" y="732500"/>
          <a:ext cx="3000000" cy="3000000"/>
        </p:xfrm>
        <a:graphic>
          <a:graphicData uri="http://schemas.openxmlformats.org/drawingml/2006/table">
            <a:tbl>
              <a:tblPr>
                <a:noFill/>
                <a:tableStyleId>{5F93758C-EC05-4D92-9689-7787033917A6}</a:tableStyleId>
              </a:tblPr>
              <a:tblGrid>
                <a:gridCol w="1560700"/>
                <a:gridCol w="2113050"/>
                <a:gridCol w="591250"/>
                <a:gridCol w="2942000"/>
              </a:tblGrid>
              <a:tr h="338700">
                <a:tc>
                  <a:txBody>
                    <a:bodyPr/>
                    <a:lstStyle/>
                    <a:p>
                      <a:pPr indent="0" lvl="0" marL="0" rtl="0" algn="ctr">
                        <a:lnSpc>
                          <a:spcPct val="115000"/>
                        </a:lnSpc>
                        <a:spcBef>
                          <a:spcPts val="0"/>
                        </a:spcBef>
                        <a:spcAft>
                          <a:spcPts val="0"/>
                        </a:spcAft>
                        <a:buNone/>
                      </a:pPr>
                      <a:r>
                        <a:rPr b="1" lang="en" sz="1100">
                          <a:latin typeface="Viga"/>
                          <a:ea typeface="Viga"/>
                          <a:cs typeface="Viga"/>
                          <a:sym typeface="Viga"/>
                        </a:rPr>
                        <a:t>Performance Metrics</a:t>
                      </a:r>
                      <a:endParaRPr b="1" sz="1100">
                        <a:latin typeface="Viga"/>
                        <a:ea typeface="Viga"/>
                        <a:cs typeface="Viga"/>
                        <a:sym typeface="Viga"/>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C2C2C2"/>
                    </a:solidFill>
                  </a:tcPr>
                </a:tc>
                <a:tc>
                  <a:txBody>
                    <a:bodyPr/>
                    <a:lstStyle/>
                    <a:p>
                      <a:pPr indent="0" lvl="0" marL="0" rtl="0" algn="ctr">
                        <a:lnSpc>
                          <a:spcPct val="115000"/>
                        </a:lnSpc>
                        <a:spcBef>
                          <a:spcPts val="0"/>
                        </a:spcBef>
                        <a:spcAft>
                          <a:spcPts val="0"/>
                        </a:spcAft>
                        <a:buNone/>
                      </a:pPr>
                      <a:r>
                        <a:rPr b="1" lang="en" sz="1100">
                          <a:latin typeface="Viga"/>
                          <a:ea typeface="Viga"/>
                          <a:cs typeface="Viga"/>
                          <a:sym typeface="Viga"/>
                        </a:rPr>
                        <a:t>Formula</a:t>
                      </a:r>
                      <a:endParaRPr b="1" sz="1100">
                        <a:latin typeface="Viga"/>
                        <a:ea typeface="Viga"/>
                        <a:cs typeface="Viga"/>
                        <a:sym typeface="Viga"/>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C2C2C2"/>
                    </a:solidFill>
                  </a:tcPr>
                </a:tc>
                <a:tc>
                  <a:txBody>
                    <a:bodyPr/>
                    <a:lstStyle/>
                    <a:p>
                      <a:pPr indent="0" lvl="0" marL="0" rtl="0" algn="ctr">
                        <a:lnSpc>
                          <a:spcPct val="115000"/>
                        </a:lnSpc>
                        <a:spcBef>
                          <a:spcPts val="0"/>
                        </a:spcBef>
                        <a:spcAft>
                          <a:spcPts val="0"/>
                        </a:spcAft>
                        <a:buNone/>
                      </a:pPr>
                      <a:r>
                        <a:rPr b="1" lang="en" sz="1100">
                          <a:latin typeface="Viga"/>
                          <a:ea typeface="Viga"/>
                          <a:cs typeface="Viga"/>
                          <a:sym typeface="Viga"/>
                        </a:rPr>
                        <a:t>Value Range</a:t>
                      </a:r>
                      <a:endParaRPr b="1" sz="1100">
                        <a:latin typeface="Viga"/>
                        <a:ea typeface="Viga"/>
                        <a:cs typeface="Viga"/>
                        <a:sym typeface="Viga"/>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C2C2C2"/>
                    </a:solidFill>
                  </a:tcPr>
                </a:tc>
                <a:tc>
                  <a:txBody>
                    <a:bodyPr/>
                    <a:lstStyle/>
                    <a:p>
                      <a:pPr indent="0" lvl="0" marL="0" rtl="0" algn="ctr">
                        <a:lnSpc>
                          <a:spcPct val="115000"/>
                        </a:lnSpc>
                        <a:spcBef>
                          <a:spcPts val="0"/>
                        </a:spcBef>
                        <a:spcAft>
                          <a:spcPts val="0"/>
                        </a:spcAft>
                        <a:buNone/>
                      </a:pPr>
                      <a:r>
                        <a:rPr b="1" lang="en" sz="1100">
                          <a:latin typeface="Viga"/>
                          <a:ea typeface="Viga"/>
                          <a:cs typeface="Viga"/>
                          <a:sym typeface="Viga"/>
                        </a:rPr>
                        <a:t>In Imbalanced Datasets</a:t>
                      </a:r>
                      <a:endParaRPr b="1" sz="1100">
                        <a:latin typeface="Viga"/>
                        <a:ea typeface="Viga"/>
                        <a:cs typeface="Viga"/>
                        <a:sym typeface="Viga"/>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70AD47"/>
                      </a:solidFill>
                      <a:prstDash val="solid"/>
                      <a:round/>
                      <a:headEnd len="sm" w="sm" type="none"/>
                      <a:tailEnd len="sm" w="sm" type="none"/>
                    </a:lnT>
                    <a:lnB cap="flat" cmpd="sng" w="12700">
                      <a:solidFill>
                        <a:srgbClr val="70AD47"/>
                      </a:solidFill>
                      <a:prstDash val="solid"/>
                      <a:round/>
                      <a:headEnd len="sm" w="sm" type="none"/>
                      <a:tailEnd len="sm" w="sm" type="none"/>
                    </a:lnB>
                    <a:solidFill>
                      <a:srgbClr val="C2C2C2"/>
                    </a:solidFill>
                  </a:tcPr>
                </a:tc>
              </a:tr>
              <a:tr h="368400">
                <a:tc>
                  <a:txBody>
                    <a:bodyPr/>
                    <a:lstStyle/>
                    <a:p>
                      <a:pPr indent="0" lvl="0" marL="0" rtl="0" algn="l">
                        <a:spcBef>
                          <a:spcPts val="0"/>
                        </a:spcBef>
                        <a:spcAft>
                          <a:spcPts val="0"/>
                        </a:spcAft>
                        <a:buNone/>
                      </a:pPr>
                      <a:r>
                        <a:rPr lang="en" sz="900">
                          <a:solidFill>
                            <a:srgbClr val="374151"/>
                          </a:solidFill>
                          <a:latin typeface="DM Sans"/>
                          <a:ea typeface="DM Sans"/>
                          <a:cs typeface="DM Sans"/>
                          <a:sym typeface="DM Sans"/>
                        </a:rPr>
                        <a:t>Accuracy</a:t>
                      </a:r>
                      <a:endParaRPr sz="900">
                        <a:solidFill>
                          <a:srgbClr val="374151"/>
                        </a:solidFill>
                        <a:latin typeface="DM Sans"/>
                        <a:ea typeface="DM Sans"/>
                        <a:cs typeface="DM Sans"/>
                        <a:sym typeface="DM Sans"/>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70AD47"/>
                      </a:solidFill>
                      <a:prstDash val="solid"/>
                      <a:round/>
                      <a:headEnd len="sm" w="sm" type="none"/>
                      <a:tailEnd len="sm" w="sm" type="none"/>
                    </a:lnR>
                    <a:lnT cap="flat" cmpd="sng" w="1270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900">
                          <a:latin typeface="DM Sans"/>
                          <a:ea typeface="DM Sans"/>
                          <a:cs typeface="DM Sans"/>
                          <a:sym typeface="DM Sans"/>
                        </a:rPr>
                        <a:t>Accuracy = (TP + TN) / (TP + TN + FP + FN)</a:t>
                      </a:r>
                      <a:endParaRPr sz="900">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1270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latin typeface="DM Sans"/>
                          <a:ea typeface="DM Sans"/>
                          <a:cs typeface="DM Sans"/>
                          <a:sym typeface="DM Sans"/>
                        </a:rPr>
                        <a:t>0 to 1</a:t>
                      </a:r>
                      <a:endParaRPr sz="900">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1270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rowSpan="9">
                  <a:txBody>
                    <a:bodyPr/>
                    <a:lstStyle/>
                    <a:p>
                      <a:pPr indent="0" lvl="0" marL="0" rtl="0" algn="ctr">
                        <a:spcBef>
                          <a:spcPts val="0"/>
                        </a:spcBef>
                        <a:spcAft>
                          <a:spcPts val="0"/>
                        </a:spcAft>
                        <a:buNone/>
                      </a:pPr>
                      <a:r>
                        <a:rPr lang="en" sz="1000">
                          <a:solidFill>
                            <a:schemeClr val="dk1"/>
                          </a:solidFill>
                          <a:latin typeface="DM Sans"/>
                          <a:ea typeface="DM Sans"/>
                          <a:cs typeface="DM Sans"/>
                          <a:sym typeface="DM Sans"/>
                        </a:rPr>
                        <a:t>I</a:t>
                      </a:r>
                      <a:r>
                        <a:rPr lang="en" sz="1100">
                          <a:solidFill>
                            <a:schemeClr val="dk1"/>
                          </a:solidFill>
                          <a:latin typeface="DM Sans"/>
                          <a:ea typeface="DM Sans"/>
                          <a:cs typeface="DM Sans"/>
                          <a:sym typeface="DM Sans"/>
                        </a:rPr>
                        <a:t>n an imbalanced dataset, balanced accuracy is a reliable metric to evaluate the overall performance of a classifier as it considers the recall for each class and mitigates the impact of data imbalance. </a:t>
                      </a:r>
                      <a:endParaRPr sz="1100">
                        <a:solidFill>
                          <a:schemeClr val="dk1"/>
                        </a:solidFill>
                        <a:latin typeface="DM Sans"/>
                        <a:ea typeface="DM Sans"/>
                        <a:cs typeface="DM Sans"/>
                        <a:sym typeface="DM Sans"/>
                      </a:endParaRPr>
                    </a:p>
                    <a:p>
                      <a:pPr indent="0" lvl="0" marL="0" rtl="0" algn="ctr">
                        <a:spcBef>
                          <a:spcPts val="0"/>
                        </a:spcBef>
                        <a:spcAft>
                          <a:spcPts val="0"/>
                        </a:spcAft>
                        <a:buNone/>
                      </a:pPr>
                      <a:r>
                        <a:t/>
                      </a:r>
                      <a:endParaRPr sz="1100">
                        <a:solidFill>
                          <a:schemeClr val="dk1"/>
                        </a:solidFill>
                        <a:latin typeface="DM Sans"/>
                        <a:ea typeface="DM Sans"/>
                        <a:cs typeface="DM Sans"/>
                        <a:sym typeface="DM Sans"/>
                      </a:endParaRPr>
                    </a:p>
                    <a:p>
                      <a:pPr indent="0" lvl="0" marL="0" rtl="0" algn="ctr">
                        <a:spcBef>
                          <a:spcPts val="0"/>
                        </a:spcBef>
                        <a:spcAft>
                          <a:spcPts val="0"/>
                        </a:spcAft>
                        <a:buClr>
                          <a:schemeClr val="dk1"/>
                        </a:buClr>
                        <a:buSzPts val="1100"/>
                        <a:buFont typeface="Arial"/>
                        <a:buNone/>
                      </a:pPr>
                      <a:r>
                        <a:rPr lang="en" sz="1100">
                          <a:solidFill>
                            <a:schemeClr val="dk1"/>
                          </a:solidFill>
                          <a:latin typeface="DM Sans"/>
                          <a:ea typeface="DM Sans"/>
                          <a:cs typeface="DM Sans"/>
                          <a:sym typeface="DM Sans"/>
                        </a:rPr>
                        <a:t>On the other hand, metrics such as AUC, Cohen's Kappa, Matthews correlation coefficient, and AUC PR curve provide more comprehensive evaluations by considering different aspects of predictions for different classes. These metrics offer a more detailed understanding of the classifier's performance in imbalanced datasets.</a:t>
                      </a:r>
                      <a:endParaRPr sz="1500"/>
                    </a:p>
                  </a:txBody>
                  <a:tcPr marT="9525" marB="91425" marR="9525" marL="9525" anchor="ctr">
                    <a:lnL cap="flat" cmpd="sng" w="6350">
                      <a:solidFill>
                        <a:srgbClr val="70AD47"/>
                      </a:solidFill>
                      <a:prstDash val="solid"/>
                      <a:round/>
                      <a:headEnd len="sm" w="sm" type="none"/>
                      <a:tailEnd len="sm" w="sm" type="none"/>
                    </a:lnL>
                    <a:lnR cap="flat" cmpd="sng" w="6350">
                      <a:solidFill>
                        <a:srgbClr val="000000"/>
                      </a:solidFill>
                      <a:prstDash val="solid"/>
                      <a:round/>
                      <a:headEnd len="sm" w="sm" type="none"/>
                      <a:tailEnd len="sm" w="sm" type="none"/>
                    </a:lnR>
                    <a:lnT cap="flat" cmpd="sng" w="1270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r>
              <a:tr h="334125">
                <a:tc>
                  <a:txBody>
                    <a:bodyPr/>
                    <a:lstStyle/>
                    <a:p>
                      <a:pPr indent="0" lvl="0" marL="0" rtl="0" algn="l">
                        <a:spcBef>
                          <a:spcPts val="0"/>
                        </a:spcBef>
                        <a:spcAft>
                          <a:spcPts val="0"/>
                        </a:spcAft>
                        <a:buNone/>
                      </a:pPr>
                      <a:r>
                        <a:rPr lang="en" sz="900">
                          <a:solidFill>
                            <a:srgbClr val="374151"/>
                          </a:solidFill>
                          <a:latin typeface="DM Sans"/>
                          <a:ea typeface="DM Sans"/>
                          <a:cs typeface="DM Sans"/>
                          <a:sym typeface="DM Sans"/>
                        </a:rPr>
                        <a:t>AUC-ROC</a:t>
                      </a:r>
                      <a:endParaRPr sz="900">
                        <a:solidFill>
                          <a:srgbClr val="374151"/>
                        </a:solidFill>
                        <a:latin typeface="DM Sans"/>
                        <a:ea typeface="DM Sans"/>
                        <a:cs typeface="DM Sans"/>
                        <a:sym typeface="DM Sans"/>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900">
                          <a:latin typeface="DM Sans"/>
                          <a:ea typeface="DM Sans"/>
                          <a:cs typeface="DM Sans"/>
                          <a:sym typeface="DM Sans"/>
                        </a:rPr>
                        <a:t>AUC = Area under the ROC curve</a:t>
                      </a:r>
                      <a:endParaRPr sz="900">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rgbClr val="374151"/>
                          </a:solidFill>
                          <a:latin typeface="DM Sans"/>
                          <a:ea typeface="DM Sans"/>
                          <a:cs typeface="DM Sans"/>
                          <a:sym typeface="DM Sans"/>
                        </a:rPr>
                        <a:t>0 to 1</a:t>
                      </a:r>
                      <a:endParaRPr sz="900">
                        <a:solidFill>
                          <a:srgbClr val="374151"/>
                        </a:solidFill>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vMerge="1"/>
              </a:tr>
              <a:tr h="275425">
                <a:tc>
                  <a:txBody>
                    <a:bodyPr/>
                    <a:lstStyle/>
                    <a:p>
                      <a:pPr indent="0" lvl="0" marL="0" rtl="0" algn="l">
                        <a:spcBef>
                          <a:spcPts val="0"/>
                        </a:spcBef>
                        <a:spcAft>
                          <a:spcPts val="0"/>
                        </a:spcAft>
                        <a:buNone/>
                      </a:pPr>
                      <a:r>
                        <a:rPr lang="en" sz="900">
                          <a:solidFill>
                            <a:srgbClr val="374151"/>
                          </a:solidFill>
                          <a:latin typeface="DM Sans"/>
                          <a:ea typeface="DM Sans"/>
                          <a:cs typeface="DM Sans"/>
                          <a:sym typeface="DM Sans"/>
                        </a:rPr>
                        <a:t>Recall</a:t>
                      </a:r>
                      <a:endParaRPr sz="900">
                        <a:solidFill>
                          <a:srgbClr val="374151"/>
                        </a:solidFill>
                        <a:latin typeface="DM Sans"/>
                        <a:ea typeface="DM Sans"/>
                        <a:cs typeface="DM Sans"/>
                        <a:sym typeface="DM Sans"/>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900">
                          <a:latin typeface="DM Sans"/>
                          <a:ea typeface="DM Sans"/>
                          <a:cs typeface="DM Sans"/>
                          <a:sym typeface="DM Sans"/>
                        </a:rPr>
                        <a:t>Recall = TP / (TP + FN)</a:t>
                      </a:r>
                      <a:endParaRPr sz="900">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rgbClr val="374151"/>
                          </a:solidFill>
                          <a:latin typeface="DM Sans"/>
                          <a:ea typeface="DM Sans"/>
                          <a:cs typeface="DM Sans"/>
                          <a:sym typeface="DM Sans"/>
                        </a:rPr>
                        <a:t>0 to 1</a:t>
                      </a:r>
                      <a:endParaRPr sz="900">
                        <a:solidFill>
                          <a:srgbClr val="374151"/>
                        </a:solidFill>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vMerge="1"/>
              </a:tr>
              <a:tr h="275425">
                <a:tc>
                  <a:txBody>
                    <a:bodyPr/>
                    <a:lstStyle/>
                    <a:p>
                      <a:pPr indent="0" lvl="0" marL="0" rtl="0" algn="l">
                        <a:spcBef>
                          <a:spcPts val="0"/>
                        </a:spcBef>
                        <a:spcAft>
                          <a:spcPts val="0"/>
                        </a:spcAft>
                        <a:buNone/>
                      </a:pPr>
                      <a:r>
                        <a:rPr lang="en" sz="900">
                          <a:solidFill>
                            <a:srgbClr val="374151"/>
                          </a:solidFill>
                          <a:latin typeface="DM Sans"/>
                          <a:ea typeface="DM Sans"/>
                          <a:cs typeface="DM Sans"/>
                          <a:sym typeface="DM Sans"/>
                        </a:rPr>
                        <a:t>Precision</a:t>
                      </a:r>
                      <a:endParaRPr sz="900">
                        <a:solidFill>
                          <a:srgbClr val="374151"/>
                        </a:solidFill>
                        <a:latin typeface="DM Sans"/>
                        <a:ea typeface="DM Sans"/>
                        <a:cs typeface="DM Sans"/>
                        <a:sym typeface="DM Sans"/>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900">
                          <a:latin typeface="DM Sans"/>
                          <a:ea typeface="DM Sans"/>
                          <a:cs typeface="DM Sans"/>
                          <a:sym typeface="DM Sans"/>
                        </a:rPr>
                        <a:t>Precision = TP / (TP + FP)</a:t>
                      </a:r>
                      <a:endParaRPr sz="900">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rgbClr val="374151"/>
                          </a:solidFill>
                          <a:latin typeface="DM Sans"/>
                          <a:ea typeface="DM Sans"/>
                          <a:cs typeface="DM Sans"/>
                          <a:sym typeface="DM Sans"/>
                        </a:rPr>
                        <a:t>0 to 1</a:t>
                      </a:r>
                      <a:endParaRPr sz="900">
                        <a:solidFill>
                          <a:srgbClr val="374151"/>
                        </a:solidFill>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vMerge="1"/>
              </a:tr>
              <a:tr h="368400">
                <a:tc>
                  <a:txBody>
                    <a:bodyPr/>
                    <a:lstStyle/>
                    <a:p>
                      <a:pPr indent="0" lvl="0" marL="0" rtl="0" algn="l">
                        <a:spcBef>
                          <a:spcPts val="0"/>
                        </a:spcBef>
                        <a:spcAft>
                          <a:spcPts val="0"/>
                        </a:spcAft>
                        <a:buNone/>
                      </a:pPr>
                      <a:r>
                        <a:rPr lang="en" sz="900">
                          <a:solidFill>
                            <a:srgbClr val="374151"/>
                          </a:solidFill>
                          <a:latin typeface="DM Sans"/>
                          <a:ea typeface="DM Sans"/>
                          <a:cs typeface="DM Sans"/>
                          <a:sym typeface="DM Sans"/>
                        </a:rPr>
                        <a:t>F1 Score</a:t>
                      </a:r>
                      <a:endParaRPr sz="900">
                        <a:solidFill>
                          <a:srgbClr val="374151"/>
                        </a:solidFill>
                        <a:latin typeface="DM Sans"/>
                        <a:ea typeface="DM Sans"/>
                        <a:cs typeface="DM Sans"/>
                        <a:sym typeface="DM Sans"/>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900">
                          <a:latin typeface="DM Sans"/>
                          <a:ea typeface="DM Sans"/>
                          <a:cs typeface="DM Sans"/>
                          <a:sym typeface="DM Sans"/>
                        </a:rPr>
                        <a:t>F1 Score = 2 * (Precision * Recall) / (Precision + Recall)</a:t>
                      </a:r>
                      <a:endParaRPr sz="900">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rgbClr val="374151"/>
                          </a:solidFill>
                          <a:latin typeface="DM Sans"/>
                          <a:ea typeface="DM Sans"/>
                          <a:cs typeface="DM Sans"/>
                          <a:sym typeface="DM Sans"/>
                        </a:rPr>
                        <a:t>0 to 1</a:t>
                      </a:r>
                      <a:endParaRPr sz="900">
                        <a:solidFill>
                          <a:srgbClr val="374151"/>
                        </a:solidFill>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vMerge="1"/>
              </a:tr>
              <a:tr h="368400">
                <a:tc>
                  <a:txBody>
                    <a:bodyPr/>
                    <a:lstStyle/>
                    <a:p>
                      <a:pPr indent="0" lvl="0" marL="0" rtl="0" algn="l">
                        <a:spcBef>
                          <a:spcPts val="0"/>
                        </a:spcBef>
                        <a:spcAft>
                          <a:spcPts val="0"/>
                        </a:spcAft>
                        <a:buNone/>
                      </a:pPr>
                      <a:r>
                        <a:rPr lang="en" sz="900">
                          <a:solidFill>
                            <a:srgbClr val="374151"/>
                          </a:solidFill>
                          <a:latin typeface="DM Sans"/>
                          <a:ea typeface="DM Sans"/>
                          <a:cs typeface="DM Sans"/>
                          <a:sym typeface="DM Sans"/>
                        </a:rPr>
                        <a:t>Balanced Accuracy</a:t>
                      </a:r>
                      <a:endParaRPr sz="900">
                        <a:solidFill>
                          <a:srgbClr val="374151"/>
                        </a:solidFill>
                        <a:latin typeface="DM Sans"/>
                        <a:ea typeface="DM Sans"/>
                        <a:cs typeface="DM Sans"/>
                        <a:sym typeface="DM Sans"/>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900">
                          <a:latin typeface="DM Sans"/>
                          <a:ea typeface="DM Sans"/>
                          <a:cs typeface="DM Sans"/>
                          <a:sym typeface="DM Sans"/>
                        </a:rPr>
                        <a:t>Balanced Accuracy = (Sensitivity + Specificity) / 2</a:t>
                      </a:r>
                      <a:endParaRPr sz="900">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rgbClr val="374151"/>
                          </a:solidFill>
                          <a:latin typeface="DM Sans"/>
                          <a:ea typeface="DM Sans"/>
                          <a:cs typeface="DM Sans"/>
                          <a:sym typeface="DM Sans"/>
                        </a:rPr>
                        <a:t>0 to 1</a:t>
                      </a:r>
                      <a:endParaRPr sz="900">
                        <a:solidFill>
                          <a:srgbClr val="374151"/>
                        </a:solidFill>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vMerge="1"/>
              </a:tr>
              <a:tr h="506750">
                <a:tc>
                  <a:txBody>
                    <a:bodyPr/>
                    <a:lstStyle/>
                    <a:p>
                      <a:pPr indent="0" lvl="0" marL="0" rtl="0" algn="l">
                        <a:spcBef>
                          <a:spcPts val="0"/>
                        </a:spcBef>
                        <a:spcAft>
                          <a:spcPts val="0"/>
                        </a:spcAft>
                        <a:buNone/>
                      </a:pPr>
                      <a:r>
                        <a:rPr lang="en" sz="900">
                          <a:solidFill>
                            <a:srgbClr val="374151"/>
                          </a:solidFill>
                          <a:latin typeface="DM Sans"/>
                          <a:ea typeface="DM Sans"/>
                          <a:cs typeface="DM Sans"/>
                          <a:sym typeface="DM Sans"/>
                        </a:rPr>
                        <a:t>Cohen's Kappa</a:t>
                      </a:r>
                      <a:endParaRPr sz="900">
                        <a:solidFill>
                          <a:srgbClr val="374151"/>
                        </a:solidFill>
                        <a:latin typeface="DM Sans"/>
                        <a:ea typeface="DM Sans"/>
                        <a:cs typeface="DM Sans"/>
                        <a:sym typeface="DM Sans"/>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900">
                          <a:latin typeface="DM Sans"/>
                          <a:ea typeface="DM Sans"/>
                          <a:cs typeface="DM Sans"/>
                          <a:sym typeface="DM Sans"/>
                        </a:rPr>
                        <a:t>Cohen's Kappa = (Accuracy - Expected Accuracy) / (1 - Expected Accuracy)</a:t>
                      </a:r>
                      <a:endParaRPr sz="900">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rgbClr val="374151"/>
                          </a:solidFill>
                          <a:latin typeface="DM Sans"/>
                          <a:ea typeface="DM Sans"/>
                          <a:cs typeface="DM Sans"/>
                          <a:sym typeface="DM Sans"/>
                        </a:rPr>
                        <a:t>-1 to 1</a:t>
                      </a:r>
                      <a:endParaRPr sz="900">
                        <a:solidFill>
                          <a:srgbClr val="374151"/>
                        </a:solidFill>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vMerge="1"/>
              </a:tr>
              <a:tr h="506750">
                <a:tc>
                  <a:txBody>
                    <a:bodyPr/>
                    <a:lstStyle/>
                    <a:p>
                      <a:pPr indent="0" lvl="0" marL="0" rtl="0" algn="l">
                        <a:spcBef>
                          <a:spcPts val="0"/>
                        </a:spcBef>
                        <a:spcAft>
                          <a:spcPts val="0"/>
                        </a:spcAft>
                        <a:buNone/>
                      </a:pPr>
                      <a:r>
                        <a:rPr lang="en" sz="900">
                          <a:solidFill>
                            <a:srgbClr val="374151"/>
                          </a:solidFill>
                          <a:latin typeface="DM Sans"/>
                          <a:ea typeface="DM Sans"/>
                          <a:cs typeface="DM Sans"/>
                          <a:sym typeface="DM Sans"/>
                        </a:rPr>
                        <a:t>Matthews Correlation Coefficient</a:t>
                      </a:r>
                      <a:endParaRPr sz="900">
                        <a:solidFill>
                          <a:srgbClr val="374151"/>
                        </a:solidFill>
                        <a:latin typeface="DM Sans"/>
                        <a:ea typeface="DM Sans"/>
                        <a:cs typeface="DM Sans"/>
                        <a:sym typeface="DM Sans"/>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900">
                          <a:latin typeface="DM Sans"/>
                          <a:ea typeface="DM Sans"/>
                          <a:cs typeface="DM Sans"/>
                          <a:sym typeface="DM Sans"/>
                        </a:rPr>
                        <a:t>Matthews Correlation Coefficient = (TP * TN - FP * FN) / sqrt((TP + FP) * (TP + FN) * (TN + FP) * (TN + FN))</a:t>
                      </a:r>
                      <a:endParaRPr sz="900">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rgbClr val="374151"/>
                          </a:solidFill>
                          <a:latin typeface="DM Sans"/>
                          <a:ea typeface="DM Sans"/>
                          <a:cs typeface="DM Sans"/>
                          <a:sym typeface="DM Sans"/>
                        </a:rPr>
                        <a:t>-1 to 1</a:t>
                      </a:r>
                      <a:endParaRPr sz="900">
                        <a:solidFill>
                          <a:srgbClr val="374151"/>
                        </a:solidFill>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vMerge="1"/>
              </a:tr>
              <a:tr h="374300">
                <a:tc>
                  <a:txBody>
                    <a:bodyPr/>
                    <a:lstStyle/>
                    <a:p>
                      <a:pPr indent="0" lvl="0" marL="0" rtl="0" algn="l">
                        <a:spcBef>
                          <a:spcPts val="0"/>
                        </a:spcBef>
                        <a:spcAft>
                          <a:spcPts val="0"/>
                        </a:spcAft>
                        <a:buNone/>
                      </a:pPr>
                      <a:r>
                        <a:rPr lang="en" sz="900">
                          <a:solidFill>
                            <a:srgbClr val="374151"/>
                          </a:solidFill>
                          <a:latin typeface="DM Sans"/>
                          <a:ea typeface="DM Sans"/>
                          <a:cs typeface="DM Sans"/>
                          <a:sym typeface="DM Sans"/>
                        </a:rPr>
                        <a:t>AUC PR Curve</a:t>
                      </a:r>
                      <a:endParaRPr sz="900">
                        <a:solidFill>
                          <a:srgbClr val="374151"/>
                        </a:solidFill>
                        <a:latin typeface="DM Sans"/>
                        <a:ea typeface="DM Sans"/>
                        <a:cs typeface="DM Sans"/>
                        <a:sym typeface="DM Sans"/>
                      </a:endParaRPr>
                    </a:p>
                  </a:txBody>
                  <a:tcPr marT="9525" marB="91425" marR="9525" marL="9525" anchor="ctr">
                    <a:lnL cap="flat" cmpd="sng" w="6350">
                      <a:solidFill>
                        <a:srgbClr val="000000"/>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900">
                          <a:latin typeface="DM Sans"/>
                          <a:ea typeface="DM Sans"/>
                          <a:cs typeface="DM Sans"/>
                          <a:sym typeface="DM Sans"/>
                        </a:rPr>
                        <a:t>AUC PR Curve = Area under the precision-recall curve</a:t>
                      </a:r>
                      <a:endParaRPr sz="900">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900">
                          <a:solidFill>
                            <a:srgbClr val="374151"/>
                          </a:solidFill>
                          <a:latin typeface="DM Sans"/>
                          <a:ea typeface="DM Sans"/>
                          <a:cs typeface="DM Sans"/>
                          <a:sym typeface="DM Sans"/>
                        </a:rPr>
                        <a:t>0 to 1</a:t>
                      </a:r>
                      <a:endParaRPr sz="900">
                        <a:solidFill>
                          <a:srgbClr val="374151"/>
                        </a:solidFill>
                        <a:latin typeface="DM Sans"/>
                        <a:ea typeface="DM Sans"/>
                        <a:cs typeface="DM Sans"/>
                        <a:sym typeface="DM Sans"/>
                      </a:endParaRPr>
                    </a:p>
                  </a:txBody>
                  <a:tcPr marT="9525" marB="91425" marR="9525" marL="9525" anchor="ctr">
                    <a:lnL cap="flat" cmpd="sng" w="6350">
                      <a:solidFill>
                        <a:srgbClr val="70AD47"/>
                      </a:solidFill>
                      <a:prstDash val="solid"/>
                      <a:round/>
                      <a:headEnd len="sm" w="sm" type="none"/>
                      <a:tailEnd len="sm" w="sm" type="none"/>
                    </a:lnL>
                    <a:lnR cap="flat" cmpd="sng" w="6350">
                      <a:solidFill>
                        <a:srgbClr val="70AD47"/>
                      </a:solidFill>
                      <a:prstDash val="solid"/>
                      <a:round/>
                      <a:headEnd len="sm" w="sm" type="none"/>
                      <a:tailEnd len="sm" w="sm" type="none"/>
                    </a:lnR>
                    <a:lnT cap="flat" cmpd="sng" w="6350">
                      <a:solidFill>
                        <a:srgbClr val="70AD47"/>
                      </a:solidFill>
                      <a:prstDash val="solid"/>
                      <a:round/>
                      <a:headEnd len="sm" w="sm" type="none"/>
                      <a:tailEnd len="sm" w="sm" type="none"/>
                    </a:lnT>
                    <a:lnB cap="flat" cmpd="sng" w="6350">
                      <a:solidFill>
                        <a:srgbClr val="70AD47"/>
                      </a:solidFill>
                      <a:prstDash val="solid"/>
                      <a:round/>
                      <a:headEnd len="sm" w="sm" type="none"/>
                      <a:tailEnd len="sm" w="sm" type="none"/>
                    </a:lnB>
                    <a:solidFill>
                      <a:schemeClr val="lt1"/>
                    </a:solidFill>
                  </a:tcPr>
                </a:tc>
                <a:tc vMerge="1"/>
              </a:tr>
            </a:tbl>
          </a:graphicData>
        </a:graphic>
      </p:graphicFrame>
      <p:sp>
        <p:nvSpPr>
          <p:cNvPr id="1458" name="Google Shape;1458;p52"/>
          <p:cNvSpPr txBox="1"/>
          <p:nvPr/>
        </p:nvSpPr>
        <p:spPr>
          <a:xfrm>
            <a:off x="1453350" y="4672700"/>
            <a:ext cx="6237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DM Sans"/>
                <a:ea typeface="DM Sans"/>
                <a:cs typeface="DM Sans"/>
                <a:sym typeface="DM Sans"/>
              </a:rPr>
              <a:t> PS: The higher the value, the better the performance of the metric</a:t>
            </a:r>
            <a:endParaRPr sz="1200">
              <a:latin typeface="DM Sans"/>
              <a:ea typeface="DM Sans"/>
              <a:cs typeface="DM Sans"/>
              <a:sym typeface="DM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 name="Shape 1462"/>
        <p:cNvGrpSpPr/>
        <p:nvPr/>
      </p:nvGrpSpPr>
      <p:grpSpPr>
        <a:xfrm>
          <a:off x="0" y="0"/>
          <a:ext cx="0" cy="0"/>
          <a:chOff x="0" y="0"/>
          <a:chExt cx="0" cy="0"/>
        </a:xfrm>
      </p:grpSpPr>
      <p:graphicFrame>
        <p:nvGraphicFramePr>
          <p:cNvPr id="1463" name="Google Shape;1463;p53"/>
          <p:cNvGraphicFramePr/>
          <p:nvPr/>
        </p:nvGraphicFramePr>
        <p:xfrm>
          <a:off x="178325" y="0"/>
          <a:ext cx="3000000" cy="3000000"/>
        </p:xfrm>
        <a:graphic>
          <a:graphicData uri="http://schemas.openxmlformats.org/drawingml/2006/table">
            <a:tbl>
              <a:tblPr>
                <a:noFill/>
                <a:tableStyleId>{5F93758C-EC05-4D92-9689-7787033917A6}</a:tableStyleId>
              </a:tblPr>
              <a:tblGrid>
                <a:gridCol w="1422825"/>
                <a:gridCol w="697175"/>
                <a:gridCol w="807850"/>
                <a:gridCol w="643200"/>
                <a:gridCol w="763275"/>
                <a:gridCol w="763275"/>
                <a:gridCol w="990450"/>
                <a:gridCol w="799625"/>
                <a:gridCol w="1008625"/>
                <a:gridCol w="808700"/>
              </a:tblGrid>
              <a:tr h="183300">
                <a:tc gridSpan="10">
                  <a:txBody>
                    <a:bodyPr/>
                    <a:lstStyle/>
                    <a:p>
                      <a:pPr indent="0" lvl="0" marL="0" rtl="0" algn="ctr">
                        <a:lnSpc>
                          <a:spcPct val="115000"/>
                        </a:lnSpc>
                        <a:spcBef>
                          <a:spcPts val="0"/>
                        </a:spcBef>
                        <a:spcAft>
                          <a:spcPts val="0"/>
                        </a:spcAft>
                        <a:buNone/>
                      </a:pPr>
                      <a:r>
                        <a:rPr b="1" lang="en" sz="1000"/>
                        <a:t>No Tuning and No Balancing (Base Models)</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c hMerge="1"/>
                <a:tc hMerge="1"/>
                <a:tc hMerge="1"/>
                <a:tc hMerge="1"/>
                <a:tc hMerge="1"/>
              </a:tr>
              <a:tr h="366575">
                <a:tc>
                  <a:txBody>
                    <a:bodyPr/>
                    <a:lstStyle/>
                    <a:p>
                      <a:pPr indent="0" lvl="0" marL="0" rtl="0" algn="l">
                        <a:lnSpc>
                          <a:spcPct val="115000"/>
                        </a:lnSpc>
                        <a:spcBef>
                          <a:spcPts val="0"/>
                        </a:spcBef>
                        <a:spcAft>
                          <a:spcPts val="0"/>
                        </a:spcAft>
                        <a:buNone/>
                      </a:pPr>
                      <a:r>
                        <a:rPr b="1" lang="en" sz="1000"/>
                        <a:t>ML Algorithms</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AUC - ROC</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Recall</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Precision</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F1 Score</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Balanced 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Cohen’s Kappa</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Matthews corr_coef</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t>AUC PR curve</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9950">
                <a:tc>
                  <a:txBody>
                    <a:bodyPr/>
                    <a:lstStyle/>
                    <a:p>
                      <a:pPr indent="0" lvl="0" marL="0" rtl="0" algn="l">
                        <a:lnSpc>
                          <a:spcPct val="115000"/>
                        </a:lnSpc>
                        <a:spcBef>
                          <a:spcPts val="0"/>
                        </a:spcBef>
                        <a:spcAft>
                          <a:spcPts val="0"/>
                        </a:spcAft>
                        <a:buNone/>
                      </a:pPr>
                      <a:r>
                        <a:rPr lang="en" sz="1000"/>
                        <a:t>Logistic Regression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83.48%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9C07C"/>
                    </a:solidFill>
                  </a:tcPr>
                </a:tc>
                <a:tc>
                  <a:txBody>
                    <a:bodyPr/>
                    <a:lstStyle/>
                    <a:p>
                      <a:pPr indent="0" lvl="0" marL="0" rtl="0" algn="r">
                        <a:lnSpc>
                          <a:spcPct val="115000"/>
                        </a:lnSpc>
                        <a:spcBef>
                          <a:spcPts val="0"/>
                        </a:spcBef>
                        <a:spcAft>
                          <a:spcPts val="0"/>
                        </a:spcAft>
                        <a:buNone/>
                      </a:pPr>
                      <a:r>
                        <a:rPr lang="en" sz="1100">
                          <a:solidFill>
                            <a:srgbClr val="212121"/>
                          </a:solidFill>
                        </a:rPr>
                        <a:t>78.02%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0.33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DF81"/>
                    </a:solidFill>
                  </a:tcPr>
                </a:tc>
                <a:tc>
                  <a:txBody>
                    <a:bodyPr/>
                    <a:lstStyle/>
                    <a:p>
                      <a:pPr indent="0" lvl="0" marL="0" rtl="0" algn="r">
                        <a:lnSpc>
                          <a:spcPct val="115000"/>
                        </a:lnSpc>
                        <a:spcBef>
                          <a:spcPts val="0"/>
                        </a:spcBef>
                        <a:spcAft>
                          <a:spcPts val="0"/>
                        </a:spcAft>
                        <a:buNone/>
                      </a:pPr>
                      <a:r>
                        <a:rPr lang="en" sz="1000"/>
                        <a:t>0.71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0.46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BE182"/>
                    </a:solidFill>
                  </a:tcPr>
                </a:tc>
                <a:tc>
                  <a:txBody>
                    <a:bodyPr/>
                    <a:lstStyle/>
                    <a:p>
                      <a:pPr indent="0" lvl="0" marL="0" rtl="0" algn="r">
                        <a:lnSpc>
                          <a:spcPct val="115000"/>
                        </a:lnSpc>
                        <a:spcBef>
                          <a:spcPts val="0"/>
                        </a:spcBef>
                        <a:spcAft>
                          <a:spcPts val="0"/>
                        </a:spcAft>
                        <a:buNone/>
                      </a:pPr>
                      <a:r>
                        <a:rPr lang="en" sz="1100">
                          <a:solidFill>
                            <a:srgbClr val="212121"/>
                          </a:solidFill>
                        </a:rPr>
                        <a:t>64.98%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E784"/>
                    </a:solidFill>
                  </a:tcPr>
                </a:tc>
                <a:tc>
                  <a:txBody>
                    <a:bodyPr/>
                    <a:lstStyle/>
                    <a:p>
                      <a:pPr indent="0" lvl="0" marL="0" rtl="0" algn="r">
                        <a:lnSpc>
                          <a:spcPct val="115000"/>
                        </a:lnSpc>
                        <a:spcBef>
                          <a:spcPts val="0"/>
                        </a:spcBef>
                        <a:spcAft>
                          <a:spcPts val="0"/>
                        </a:spcAft>
                        <a:buNone/>
                      </a:pPr>
                      <a:r>
                        <a:rPr lang="en" sz="1100">
                          <a:solidFill>
                            <a:srgbClr val="212121"/>
                          </a:solidFill>
                        </a:rPr>
                        <a:t>0.373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BCE7F"/>
                    </a:solidFill>
                  </a:tcPr>
                </a:tc>
                <a:tc>
                  <a:txBody>
                    <a:bodyPr/>
                    <a:lstStyle/>
                    <a:p>
                      <a:pPr indent="0" lvl="0" marL="0" rtl="0" algn="r">
                        <a:lnSpc>
                          <a:spcPct val="115000"/>
                        </a:lnSpc>
                        <a:spcBef>
                          <a:spcPts val="0"/>
                        </a:spcBef>
                        <a:spcAft>
                          <a:spcPts val="0"/>
                        </a:spcAft>
                        <a:buNone/>
                      </a:pPr>
                      <a:r>
                        <a:rPr lang="en" sz="1100">
                          <a:solidFill>
                            <a:srgbClr val="212121"/>
                          </a:solidFill>
                        </a:rPr>
                        <a:t>0.41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9C57D"/>
                    </a:solidFill>
                  </a:tcPr>
                </a:tc>
                <a:tc>
                  <a:txBody>
                    <a:bodyPr/>
                    <a:lstStyle/>
                    <a:p>
                      <a:pPr indent="0" lvl="0" marL="0" rtl="0" algn="r">
                        <a:lnSpc>
                          <a:spcPct val="115000"/>
                        </a:lnSpc>
                        <a:spcBef>
                          <a:spcPts val="0"/>
                        </a:spcBef>
                        <a:spcAft>
                          <a:spcPts val="0"/>
                        </a:spcAft>
                        <a:buNone/>
                      </a:pPr>
                      <a:r>
                        <a:rPr lang="en" sz="1100">
                          <a:solidFill>
                            <a:srgbClr val="212121"/>
                          </a:solidFill>
                        </a:rPr>
                        <a:t>54.75%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r>
              <a:tr h="199950">
                <a:tc>
                  <a:txBody>
                    <a:bodyPr/>
                    <a:lstStyle/>
                    <a:p>
                      <a:pPr indent="0" lvl="0" marL="0" rtl="0" algn="l">
                        <a:lnSpc>
                          <a:spcPct val="115000"/>
                        </a:lnSpc>
                        <a:spcBef>
                          <a:spcPts val="0"/>
                        </a:spcBef>
                        <a:spcAft>
                          <a:spcPts val="0"/>
                        </a:spcAft>
                        <a:buNone/>
                      </a:pPr>
                      <a:r>
                        <a:rPr lang="en" sz="1000"/>
                        <a:t>Random Forest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81.20%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E583"/>
                    </a:solidFill>
                  </a:tcPr>
                </a:tc>
                <a:tc>
                  <a:txBody>
                    <a:bodyPr/>
                    <a:lstStyle/>
                    <a:p>
                      <a:pPr indent="0" lvl="0" marL="0" rtl="0" algn="r">
                        <a:lnSpc>
                          <a:spcPct val="115000"/>
                        </a:lnSpc>
                        <a:spcBef>
                          <a:spcPts val="0"/>
                        </a:spcBef>
                        <a:spcAft>
                          <a:spcPts val="0"/>
                        </a:spcAft>
                        <a:buNone/>
                      </a:pPr>
                      <a:r>
                        <a:rPr lang="en" sz="1100">
                          <a:solidFill>
                            <a:srgbClr val="212121"/>
                          </a:solidFill>
                        </a:rPr>
                        <a:t>73.96%</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BE182"/>
                    </a:solidFill>
                  </a:tcPr>
                </a:tc>
                <a:tc>
                  <a:txBody>
                    <a:bodyPr/>
                    <a:lstStyle/>
                    <a:p>
                      <a:pPr indent="0" lvl="0" marL="0" rtl="0" algn="r">
                        <a:lnSpc>
                          <a:spcPct val="115000"/>
                        </a:lnSpc>
                        <a:spcBef>
                          <a:spcPts val="0"/>
                        </a:spcBef>
                        <a:spcAft>
                          <a:spcPts val="0"/>
                        </a:spcAft>
                        <a:buNone/>
                      </a:pPr>
                      <a:r>
                        <a:rPr lang="en" sz="1000"/>
                        <a:t>0.35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5E984"/>
                    </a:solidFill>
                  </a:tcPr>
                </a:tc>
                <a:tc>
                  <a:txBody>
                    <a:bodyPr/>
                    <a:lstStyle/>
                    <a:p>
                      <a:pPr indent="0" lvl="0" marL="0" rtl="0" algn="r">
                        <a:lnSpc>
                          <a:spcPct val="115000"/>
                        </a:lnSpc>
                        <a:spcBef>
                          <a:spcPts val="0"/>
                        </a:spcBef>
                        <a:spcAft>
                          <a:spcPts val="0"/>
                        </a:spcAft>
                        <a:buNone/>
                      </a:pPr>
                      <a:r>
                        <a:rPr lang="en" sz="1000"/>
                        <a:t>0.57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B84"/>
                    </a:solidFill>
                  </a:tcPr>
                </a:tc>
                <a:tc>
                  <a:txBody>
                    <a:bodyPr/>
                    <a:lstStyle/>
                    <a:p>
                      <a:pPr indent="0" lvl="0" marL="0" rtl="0" algn="r">
                        <a:lnSpc>
                          <a:spcPct val="115000"/>
                        </a:lnSpc>
                        <a:spcBef>
                          <a:spcPts val="0"/>
                        </a:spcBef>
                        <a:spcAft>
                          <a:spcPts val="0"/>
                        </a:spcAft>
                        <a:buNone/>
                      </a:pPr>
                      <a:r>
                        <a:rPr lang="en" sz="1000"/>
                        <a:t>0.43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DB80"/>
                    </a:solidFill>
                  </a:tcPr>
                </a:tc>
                <a:tc>
                  <a:txBody>
                    <a:bodyPr/>
                    <a:lstStyle/>
                    <a:p>
                      <a:pPr indent="0" lvl="0" marL="0" rtl="0" algn="r">
                        <a:lnSpc>
                          <a:spcPct val="115000"/>
                        </a:lnSpc>
                        <a:spcBef>
                          <a:spcPts val="0"/>
                        </a:spcBef>
                        <a:spcAft>
                          <a:spcPts val="0"/>
                        </a:spcAft>
                        <a:buNone/>
                      </a:pPr>
                      <a:r>
                        <a:rPr lang="en" sz="1100">
                          <a:solidFill>
                            <a:srgbClr val="212121"/>
                          </a:solidFill>
                        </a:rPr>
                        <a:t>64.11%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E082"/>
                    </a:solidFill>
                  </a:tcPr>
                </a:tc>
                <a:tc>
                  <a:txBody>
                    <a:bodyPr/>
                    <a:lstStyle/>
                    <a:p>
                      <a:pPr indent="0" lvl="0" marL="0" rtl="0" algn="r">
                        <a:lnSpc>
                          <a:spcPct val="115000"/>
                        </a:lnSpc>
                        <a:spcBef>
                          <a:spcPts val="0"/>
                        </a:spcBef>
                        <a:spcAft>
                          <a:spcPts val="0"/>
                        </a:spcAft>
                        <a:buNone/>
                      </a:pPr>
                      <a:r>
                        <a:rPr lang="en" sz="1000"/>
                        <a:t>0.33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37F"/>
                    </a:solidFill>
                  </a:tcPr>
                </a:tc>
                <a:tc>
                  <a:txBody>
                    <a:bodyPr/>
                    <a:lstStyle/>
                    <a:p>
                      <a:pPr indent="0" lvl="0" marL="0" rtl="0" algn="r">
                        <a:lnSpc>
                          <a:spcPct val="115000"/>
                        </a:lnSpc>
                        <a:spcBef>
                          <a:spcPts val="0"/>
                        </a:spcBef>
                        <a:spcAft>
                          <a:spcPts val="0"/>
                        </a:spcAft>
                        <a:buNone/>
                      </a:pPr>
                      <a:r>
                        <a:rPr lang="en" sz="1100">
                          <a:solidFill>
                            <a:srgbClr val="212121"/>
                          </a:solidFill>
                        </a:rPr>
                        <a:t>0.344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07E"/>
                    </a:solidFill>
                  </a:tcPr>
                </a:tc>
                <a:tc>
                  <a:txBody>
                    <a:bodyPr/>
                    <a:lstStyle/>
                    <a:p>
                      <a:pPr indent="0" lvl="0" marL="0" rtl="0" algn="r">
                        <a:lnSpc>
                          <a:spcPct val="115000"/>
                        </a:lnSpc>
                        <a:spcBef>
                          <a:spcPts val="0"/>
                        </a:spcBef>
                        <a:spcAft>
                          <a:spcPts val="0"/>
                        </a:spcAft>
                        <a:buNone/>
                      </a:pPr>
                      <a:r>
                        <a:rPr lang="en" sz="1100">
                          <a:solidFill>
                            <a:srgbClr val="212121"/>
                          </a:solidFill>
                        </a:rPr>
                        <a:t>48.52%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F7E"/>
                    </a:solidFill>
                  </a:tcPr>
                </a:tc>
              </a:tr>
              <a:tr h="199950">
                <a:tc>
                  <a:txBody>
                    <a:bodyPr/>
                    <a:lstStyle/>
                    <a:p>
                      <a:pPr indent="0" lvl="0" marL="0" rtl="0" algn="l">
                        <a:lnSpc>
                          <a:spcPct val="115000"/>
                        </a:lnSpc>
                        <a:spcBef>
                          <a:spcPts val="0"/>
                        </a:spcBef>
                        <a:spcAft>
                          <a:spcPts val="0"/>
                        </a:spcAft>
                        <a:buNone/>
                      </a:pPr>
                      <a:r>
                        <a:rPr lang="en" sz="1000"/>
                        <a:t>Gaussian Naive Bayes</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80.24%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766D"/>
                    </a:solidFill>
                  </a:tcPr>
                </a:tc>
                <a:tc>
                  <a:txBody>
                    <a:bodyPr/>
                    <a:lstStyle/>
                    <a:p>
                      <a:pPr indent="0" lvl="0" marL="0" rtl="0" algn="r">
                        <a:lnSpc>
                          <a:spcPct val="115000"/>
                        </a:lnSpc>
                        <a:spcBef>
                          <a:spcPts val="0"/>
                        </a:spcBef>
                        <a:spcAft>
                          <a:spcPts val="0"/>
                        </a:spcAft>
                        <a:buNone/>
                      </a:pPr>
                      <a:r>
                        <a:rPr lang="en" sz="1100">
                          <a:solidFill>
                            <a:srgbClr val="212121"/>
                          </a:solidFill>
                        </a:rPr>
                        <a:t>77.42%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5C47D"/>
                    </a:solidFill>
                  </a:tcPr>
                </a:tc>
                <a:tc>
                  <a:txBody>
                    <a:bodyPr/>
                    <a:lstStyle/>
                    <a:p>
                      <a:pPr indent="0" lvl="0" marL="0" rtl="0" algn="r">
                        <a:lnSpc>
                          <a:spcPct val="115000"/>
                        </a:lnSpc>
                        <a:spcBef>
                          <a:spcPts val="0"/>
                        </a:spcBef>
                        <a:spcAft>
                          <a:spcPts val="0"/>
                        </a:spcAft>
                        <a:buNone/>
                      </a:pPr>
                      <a:r>
                        <a:rPr lang="en" sz="1000"/>
                        <a:t>0.49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68.79%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0.384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6BF7C"/>
                    </a:solidFill>
                  </a:tcPr>
                </a:tc>
                <a:tc>
                  <a:txBody>
                    <a:bodyPr/>
                    <a:lstStyle/>
                    <a:p>
                      <a:pPr indent="0" lvl="0" marL="0" rtl="0" algn="r">
                        <a:lnSpc>
                          <a:spcPct val="115000"/>
                        </a:lnSpc>
                        <a:spcBef>
                          <a:spcPts val="0"/>
                        </a:spcBef>
                        <a:spcAft>
                          <a:spcPts val="0"/>
                        </a:spcAft>
                        <a:buNone/>
                      </a:pPr>
                      <a:r>
                        <a:rPr lang="en" sz="1100">
                          <a:solidFill>
                            <a:srgbClr val="212121"/>
                          </a:solidFill>
                        </a:rPr>
                        <a:t>0.384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4DA81"/>
                    </a:solidFill>
                  </a:tcPr>
                </a:tc>
                <a:tc>
                  <a:txBody>
                    <a:bodyPr/>
                    <a:lstStyle/>
                    <a:p>
                      <a:pPr indent="0" lvl="0" marL="0" rtl="0" algn="r">
                        <a:lnSpc>
                          <a:spcPct val="115000"/>
                        </a:lnSpc>
                        <a:spcBef>
                          <a:spcPts val="0"/>
                        </a:spcBef>
                        <a:spcAft>
                          <a:spcPts val="0"/>
                        </a:spcAft>
                        <a:buNone/>
                      </a:pPr>
                      <a:r>
                        <a:rPr lang="en" sz="1100">
                          <a:solidFill>
                            <a:srgbClr val="212121"/>
                          </a:solidFill>
                        </a:rPr>
                        <a:t>52.52%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5D17F"/>
                    </a:solidFill>
                  </a:tcPr>
                </a:tc>
              </a:tr>
              <a:tr h="199950">
                <a:tc>
                  <a:txBody>
                    <a:bodyPr/>
                    <a:lstStyle/>
                    <a:p>
                      <a:pPr indent="0" lvl="0" marL="0" rtl="0" algn="l">
                        <a:lnSpc>
                          <a:spcPct val="115000"/>
                        </a:lnSpc>
                        <a:spcBef>
                          <a:spcPts val="0"/>
                        </a:spcBef>
                        <a:spcAft>
                          <a:spcPts val="0"/>
                        </a:spcAft>
                        <a:buNone/>
                      </a:pPr>
                      <a:r>
                        <a:rPr lang="en" sz="1000"/>
                        <a:t>SVC</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83.57%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71.45%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27F"/>
                    </a:solidFill>
                  </a:tcPr>
                </a:tc>
                <a:tc>
                  <a:txBody>
                    <a:bodyPr/>
                    <a:lstStyle/>
                    <a:p>
                      <a:pPr indent="0" lvl="0" marL="0" rtl="0" algn="r">
                        <a:lnSpc>
                          <a:spcPct val="115000"/>
                        </a:lnSpc>
                        <a:spcBef>
                          <a:spcPts val="0"/>
                        </a:spcBef>
                        <a:spcAft>
                          <a:spcPts val="0"/>
                        </a:spcAft>
                        <a:buNone/>
                      </a:pPr>
                      <a:r>
                        <a:rPr lang="en" sz="1000"/>
                        <a:t>0.35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5E984"/>
                    </a:solidFill>
                  </a:tcPr>
                </a:tc>
                <a:tc>
                  <a:txBody>
                    <a:bodyPr/>
                    <a:lstStyle/>
                    <a:p>
                      <a:pPr indent="0" lvl="0" marL="0" rtl="0" algn="r">
                        <a:lnSpc>
                          <a:spcPct val="115000"/>
                        </a:lnSpc>
                        <a:spcBef>
                          <a:spcPts val="0"/>
                        </a:spcBef>
                        <a:spcAft>
                          <a:spcPts val="0"/>
                        </a:spcAft>
                        <a:buNone/>
                      </a:pPr>
                      <a:r>
                        <a:rPr lang="en" sz="1000"/>
                        <a:t>0.7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FC27C"/>
                    </a:solidFill>
                  </a:tcPr>
                </a:tc>
                <a:tc>
                  <a:txBody>
                    <a:bodyPr/>
                    <a:lstStyle/>
                    <a:p>
                      <a:pPr indent="0" lvl="0" marL="0" rtl="0" algn="r">
                        <a:lnSpc>
                          <a:spcPct val="115000"/>
                        </a:lnSpc>
                        <a:spcBef>
                          <a:spcPts val="0"/>
                        </a:spcBef>
                        <a:spcAft>
                          <a:spcPts val="0"/>
                        </a:spcAft>
                        <a:buNone/>
                      </a:pPr>
                      <a:r>
                        <a:rPr lang="en" sz="1000"/>
                        <a:t>0.47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4DA81"/>
                    </a:solidFill>
                  </a:tcPr>
                </a:tc>
                <a:tc>
                  <a:txBody>
                    <a:bodyPr/>
                    <a:lstStyle/>
                    <a:p>
                      <a:pPr indent="0" lvl="0" marL="0" rtl="0" algn="r">
                        <a:lnSpc>
                          <a:spcPct val="115000"/>
                        </a:lnSpc>
                        <a:spcBef>
                          <a:spcPts val="0"/>
                        </a:spcBef>
                        <a:spcAft>
                          <a:spcPts val="0"/>
                        </a:spcAft>
                        <a:buNone/>
                      </a:pPr>
                      <a:r>
                        <a:rPr lang="en" sz="1000"/>
                        <a:t>65.66%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7E082"/>
                    </a:solidFill>
                  </a:tcPr>
                </a:tc>
                <a:tc>
                  <a:txBody>
                    <a:bodyPr/>
                    <a:lstStyle/>
                    <a:p>
                      <a:pPr indent="0" lvl="0" marL="0" rtl="0" algn="r">
                        <a:lnSpc>
                          <a:spcPct val="115000"/>
                        </a:lnSpc>
                        <a:spcBef>
                          <a:spcPts val="0"/>
                        </a:spcBef>
                        <a:spcAft>
                          <a:spcPts val="0"/>
                        </a:spcAft>
                        <a:buNone/>
                      </a:pPr>
                      <a:r>
                        <a:rPr lang="en" sz="1100">
                          <a:solidFill>
                            <a:srgbClr val="212121"/>
                          </a:solidFill>
                        </a:rPr>
                        <a:t>0.384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0.417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50.38%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4E483"/>
                    </a:solidFill>
                  </a:tcPr>
                </a:tc>
              </a:tr>
              <a:tr h="199950">
                <a:tc>
                  <a:txBody>
                    <a:bodyPr/>
                    <a:lstStyle/>
                    <a:p>
                      <a:pPr indent="0" lvl="0" marL="0" rtl="0" algn="l">
                        <a:lnSpc>
                          <a:spcPct val="115000"/>
                        </a:lnSpc>
                        <a:spcBef>
                          <a:spcPts val="0"/>
                        </a:spcBef>
                        <a:spcAft>
                          <a:spcPts val="0"/>
                        </a:spcAft>
                        <a:buNone/>
                      </a:pPr>
                      <a:r>
                        <a:rPr lang="en" sz="1000"/>
                        <a:t>KNN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80.47%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276"/>
                    </a:solidFill>
                  </a:tcPr>
                </a:tc>
                <a:tc>
                  <a:txBody>
                    <a:bodyPr/>
                    <a:lstStyle/>
                    <a:p>
                      <a:pPr indent="0" lvl="0" marL="0" rtl="0" algn="r">
                        <a:lnSpc>
                          <a:spcPct val="115000"/>
                        </a:lnSpc>
                        <a:spcBef>
                          <a:spcPts val="0"/>
                        </a:spcBef>
                        <a:spcAft>
                          <a:spcPts val="0"/>
                        </a:spcAft>
                        <a:buNone/>
                      </a:pPr>
                      <a:r>
                        <a:rPr lang="en" sz="1000"/>
                        <a:t>66.05%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0.23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B84"/>
                    </a:solidFill>
                  </a:tcPr>
                </a:tc>
                <a:tc>
                  <a:txBody>
                    <a:bodyPr/>
                    <a:lstStyle/>
                    <a:p>
                      <a:pPr indent="0" lvl="0" marL="0" rtl="0" algn="r">
                        <a:lnSpc>
                          <a:spcPct val="115000"/>
                        </a:lnSpc>
                        <a:spcBef>
                          <a:spcPts val="0"/>
                        </a:spcBef>
                        <a:spcAft>
                          <a:spcPts val="0"/>
                        </a:spcAft>
                        <a:buNone/>
                      </a:pPr>
                      <a:r>
                        <a:rPr lang="en" sz="1000"/>
                        <a:t>0.32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59.04%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0.233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0.267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45.08%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r>
              <a:tr h="199950">
                <a:tc>
                  <a:txBody>
                    <a:bodyPr/>
                    <a:lstStyle/>
                    <a:p>
                      <a:pPr indent="0" lvl="0" marL="0" rtl="0" algn="l">
                        <a:lnSpc>
                          <a:spcPct val="115000"/>
                        </a:lnSpc>
                        <a:spcBef>
                          <a:spcPts val="0"/>
                        </a:spcBef>
                        <a:spcAft>
                          <a:spcPts val="0"/>
                        </a:spcAft>
                        <a:buNone/>
                      </a:pPr>
                      <a:r>
                        <a:rPr lang="en" sz="1000"/>
                        <a:t>Bagged Decision Tree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80.17%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71.32%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07E"/>
                    </a:solidFill>
                  </a:tcPr>
                </a:tc>
                <a:tc>
                  <a:txBody>
                    <a:bodyPr/>
                    <a:lstStyle/>
                    <a:p>
                      <a:pPr indent="0" lvl="0" marL="0" rtl="0" algn="r">
                        <a:lnSpc>
                          <a:spcPct val="115000"/>
                        </a:lnSpc>
                        <a:spcBef>
                          <a:spcPts val="0"/>
                        </a:spcBef>
                        <a:spcAft>
                          <a:spcPts val="0"/>
                        </a:spcAft>
                        <a:buNone/>
                      </a:pPr>
                      <a:r>
                        <a:rPr lang="en" sz="1000"/>
                        <a:t>0.33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DF81"/>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8370"/>
                    </a:solidFill>
                  </a:tcPr>
                </a:tc>
                <a:tc>
                  <a:txBody>
                    <a:bodyPr/>
                    <a:lstStyle/>
                    <a:p>
                      <a:pPr indent="0" lvl="0" marL="0" rtl="0" algn="r">
                        <a:lnSpc>
                          <a:spcPct val="115000"/>
                        </a:lnSpc>
                        <a:spcBef>
                          <a:spcPts val="0"/>
                        </a:spcBef>
                        <a:spcAft>
                          <a:spcPts val="0"/>
                        </a:spcAft>
                        <a:buNone/>
                      </a:pPr>
                      <a:r>
                        <a:rPr lang="en" sz="1000"/>
                        <a:t>0.4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C7B"/>
                    </a:solidFill>
                  </a:tcPr>
                </a:tc>
                <a:tc>
                  <a:txBody>
                    <a:bodyPr/>
                    <a:lstStyle/>
                    <a:p>
                      <a:pPr indent="0" lvl="0" marL="0" rtl="0" algn="r">
                        <a:lnSpc>
                          <a:spcPct val="115000"/>
                        </a:lnSpc>
                        <a:spcBef>
                          <a:spcPts val="0"/>
                        </a:spcBef>
                        <a:spcAft>
                          <a:spcPts val="0"/>
                        </a:spcAft>
                        <a:buNone/>
                      </a:pPr>
                      <a:r>
                        <a:rPr lang="en" sz="1100">
                          <a:solidFill>
                            <a:srgbClr val="212121"/>
                          </a:solidFill>
                        </a:rPr>
                        <a:t>62.61%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D7B"/>
                    </a:solidFill>
                  </a:tcPr>
                </a:tc>
                <a:tc>
                  <a:txBody>
                    <a:bodyPr/>
                    <a:lstStyle/>
                    <a:p>
                      <a:pPr indent="0" lvl="0" marL="0" rtl="0" algn="r">
                        <a:lnSpc>
                          <a:spcPct val="115000"/>
                        </a:lnSpc>
                        <a:spcBef>
                          <a:spcPts val="0"/>
                        </a:spcBef>
                        <a:spcAft>
                          <a:spcPts val="0"/>
                        </a:spcAft>
                        <a:buNone/>
                      </a:pPr>
                      <a:r>
                        <a:rPr lang="en" sz="1100">
                          <a:solidFill>
                            <a:srgbClr val="212121"/>
                          </a:solidFill>
                        </a:rPr>
                        <a:t>0.294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C77"/>
                    </a:solidFill>
                  </a:tcPr>
                </a:tc>
                <a:tc>
                  <a:txBody>
                    <a:bodyPr/>
                    <a:lstStyle/>
                    <a:p>
                      <a:pPr indent="0" lvl="0" marL="0" rtl="0" algn="r">
                        <a:lnSpc>
                          <a:spcPct val="115000"/>
                        </a:lnSpc>
                        <a:spcBef>
                          <a:spcPts val="0"/>
                        </a:spcBef>
                        <a:spcAft>
                          <a:spcPts val="0"/>
                        </a:spcAft>
                        <a:buNone/>
                      </a:pPr>
                      <a:r>
                        <a:rPr lang="en" sz="1100">
                          <a:solidFill>
                            <a:srgbClr val="212121"/>
                          </a:solidFill>
                        </a:rPr>
                        <a:t>0.307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A9E75"/>
                    </a:solidFill>
                  </a:tcPr>
                </a:tc>
                <a:tc>
                  <a:txBody>
                    <a:bodyPr/>
                    <a:lstStyle/>
                    <a:p>
                      <a:pPr indent="0" lvl="0" marL="0" rtl="0" algn="r">
                        <a:lnSpc>
                          <a:spcPct val="115000"/>
                        </a:lnSpc>
                        <a:spcBef>
                          <a:spcPts val="0"/>
                        </a:spcBef>
                        <a:spcAft>
                          <a:spcPts val="0"/>
                        </a:spcAft>
                        <a:buNone/>
                      </a:pPr>
                      <a:r>
                        <a:rPr lang="en" sz="1000"/>
                        <a:t>45.35%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706C"/>
                    </a:solidFill>
                  </a:tcPr>
                </a:tc>
              </a:tr>
            </a:tbl>
          </a:graphicData>
        </a:graphic>
      </p:graphicFrame>
      <p:graphicFrame>
        <p:nvGraphicFramePr>
          <p:cNvPr id="1464" name="Google Shape;1464;p53"/>
          <p:cNvGraphicFramePr/>
          <p:nvPr/>
        </p:nvGraphicFramePr>
        <p:xfrm>
          <a:off x="178375" y="2920650"/>
          <a:ext cx="3000000" cy="3000000"/>
        </p:xfrm>
        <a:graphic>
          <a:graphicData uri="http://schemas.openxmlformats.org/drawingml/2006/table">
            <a:tbl>
              <a:tblPr>
                <a:noFill/>
                <a:tableStyleId>{5F93758C-EC05-4D92-9689-7787033917A6}</a:tableStyleId>
              </a:tblPr>
              <a:tblGrid>
                <a:gridCol w="1422775"/>
                <a:gridCol w="697175"/>
                <a:gridCol w="807850"/>
                <a:gridCol w="638575"/>
                <a:gridCol w="762275"/>
                <a:gridCol w="762275"/>
                <a:gridCol w="989125"/>
                <a:gridCol w="798575"/>
                <a:gridCol w="1007300"/>
                <a:gridCol w="807650"/>
              </a:tblGrid>
              <a:tr h="207975">
                <a:tc gridSpan="10">
                  <a:txBody>
                    <a:bodyPr/>
                    <a:lstStyle/>
                    <a:p>
                      <a:pPr indent="0" lvl="0" marL="0" rtl="0" algn="ctr">
                        <a:lnSpc>
                          <a:spcPct val="115000"/>
                        </a:lnSpc>
                        <a:spcBef>
                          <a:spcPts val="0"/>
                        </a:spcBef>
                        <a:spcAft>
                          <a:spcPts val="0"/>
                        </a:spcAft>
                        <a:buNone/>
                      </a:pPr>
                      <a:r>
                        <a:rPr b="1" lang="en" sz="1000"/>
                        <a:t>Tuned with no Balancing (Raw Models tuned)</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c hMerge="1"/>
                <a:tc hMerge="1"/>
                <a:tc hMerge="1"/>
                <a:tc hMerge="1"/>
                <a:tc hMerge="1"/>
              </a:tr>
              <a:tr h="415925">
                <a:tc>
                  <a:txBody>
                    <a:bodyPr/>
                    <a:lstStyle/>
                    <a:p>
                      <a:pPr indent="0" lvl="0" marL="0" rtl="0" algn="l">
                        <a:lnSpc>
                          <a:spcPct val="115000"/>
                        </a:lnSpc>
                        <a:spcBef>
                          <a:spcPts val="0"/>
                        </a:spcBef>
                        <a:spcAft>
                          <a:spcPts val="0"/>
                        </a:spcAft>
                        <a:buNone/>
                      </a:pPr>
                      <a:r>
                        <a:rPr b="1" lang="en" sz="1000"/>
                        <a:t>ML Algorithms</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AUC - ROC</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Recall</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Precision</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F1 Score</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Balanced 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Cohen’s Kappa</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Matthews corr_coef</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t>AUC PR curve</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6875">
                <a:tc>
                  <a:txBody>
                    <a:bodyPr/>
                    <a:lstStyle/>
                    <a:p>
                      <a:pPr indent="0" lvl="0" marL="0" rtl="0" algn="l">
                        <a:lnSpc>
                          <a:spcPct val="115000"/>
                        </a:lnSpc>
                        <a:spcBef>
                          <a:spcPts val="0"/>
                        </a:spcBef>
                        <a:spcAft>
                          <a:spcPts val="0"/>
                        </a:spcAft>
                        <a:buNone/>
                      </a:pPr>
                      <a:r>
                        <a:rPr lang="en" sz="1000"/>
                        <a:t>Logistic Regression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80.49%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27F"/>
                    </a:solidFill>
                  </a:tcPr>
                </a:tc>
                <a:tc>
                  <a:txBody>
                    <a:bodyPr/>
                    <a:lstStyle/>
                    <a:p>
                      <a:pPr indent="0" lvl="0" marL="0" rtl="0" algn="r">
                        <a:lnSpc>
                          <a:spcPct val="115000"/>
                        </a:lnSpc>
                        <a:spcBef>
                          <a:spcPts val="0"/>
                        </a:spcBef>
                        <a:spcAft>
                          <a:spcPts val="0"/>
                        </a:spcAft>
                        <a:buNone/>
                      </a:pPr>
                      <a:r>
                        <a:rPr lang="en" sz="1100">
                          <a:solidFill>
                            <a:srgbClr val="212121"/>
                          </a:solidFill>
                        </a:rPr>
                        <a:t>78.22%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2CC7E"/>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F7B"/>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70.07%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FC67D"/>
                    </a:solidFill>
                  </a:tcPr>
                </a:tc>
                <a:tc>
                  <a:txBody>
                    <a:bodyPr/>
                    <a:lstStyle/>
                    <a:p>
                      <a:pPr indent="0" lvl="0" marL="0" rtl="0" algn="r">
                        <a:lnSpc>
                          <a:spcPct val="115000"/>
                        </a:lnSpc>
                        <a:spcBef>
                          <a:spcPts val="0"/>
                        </a:spcBef>
                        <a:spcAft>
                          <a:spcPts val="0"/>
                        </a:spcAft>
                        <a:buNone/>
                      </a:pPr>
                      <a:r>
                        <a:rPr lang="en" sz="1100">
                          <a:solidFill>
                            <a:srgbClr val="212121"/>
                          </a:solidFill>
                        </a:rPr>
                        <a:t>0.403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0.403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54.72%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r>
              <a:tr h="226875">
                <a:tc>
                  <a:txBody>
                    <a:bodyPr/>
                    <a:lstStyle/>
                    <a:p>
                      <a:pPr indent="0" lvl="0" marL="0" rtl="0" algn="l">
                        <a:lnSpc>
                          <a:spcPct val="115000"/>
                        </a:lnSpc>
                        <a:spcBef>
                          <a:spcPts val="0"/>
                        </a:spcBef>
                        <a:spcAft>
                          <a:spcPts val="0"/>
                        </a:spcAft>
                        <a:buNone/>
                      </a:pPr>
                      <a:r>
                        <a:rPr lang="en" sz="1000"/>
                        <a:t>Random Forest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81.49%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5DB81"/>
                    </a:solidFill>
                  </a:tcPr>
                </a:tc>
                <a:tc>
                  <a:txBody>
                    <a:bodyPr/>
                    <a:lstStyle/>
                    <a:p>
                      <a:pPr indent="0" lvl="0" marL="0" rtl="0" algn="r">
                        <a:lnSpc>
                          <a:spcPct val="115000"/>
                        </a:lnSpc>
                        <a:spcBef>
                          <a:spcPts val="0"/>
                        </a:spcBef>
                        <a:spcAft>
                          <a:spcPts val="0"/>
                        </a:spcAft>
                        <a:buNone/>
                      </a:pPr>
                      <a:r>
                        <a:rPr lang="en" sz="1100">
                          <a:solidFill>
                            <a:srgbClr val="212121"/>
                          </a:solidFill>
                        </a:rPr>
                        <a:t>74.10%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A9273"/>
                    </a:solidFill>
                  </a:tcPr>
                </a:tc>
                <a:tc>
                  <a:txBody>
                    <a:bodyPr/>
                    <a:lstStyle/>
                    <a:p>
                      <a:pPr indent="0" lvl="0" marL="0" rtl="0" algn="r">
                        <a:lnSpc>
                          <a:spcPct val="115000"/>
                        </a:lnSpc>
                        <a:spcBef>
                          <a:spcPts val="0"/>
                        </a:spcBef>
                        <a:spcAft>
                          <a:spcPts val="0"/>
                        </a:spcAft>
                        <a:buNone/>
                      </a:pPr>
                      <a:r>
                        <a:rPr lang="en" sz="1000"/>
                        <a:t>0.36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DD881"/>
                    </a:solidFill>
                  </a:tcPr>
                </a:tc>
                <a:tc>
                  <a:txBody>
                    <a:bodyPr/>
                    <a:lstStyle/>
                    <a:p>
                      <a:pPr indent="0" lvl="0" marL="0" rtl="0" algn="r">
                        <a:lnSpc>
                          <a:spcPct val="115000"/>
                        </a:lnSpc>
                        <a:spcBef>
                          <a:spcPts val="0"/>
                        </a:spcBef>
                        <a:spcAft>
                          <a:spcPts val="0"/>
                        </a:spcAft>
                        <a:buNone/>
                      </a:pPr>
                      <a:r>
                        <a:rPr lang="en" sz="1000"/>
                        <a:t>0.44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64.49%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F6C"/>
                    </a:solidFill>
                  </a:tcPr>
                </a:tc>
                <a:tc>
                  <a:txBody>
                    <a:bodyPr/>
                    <a:lstStyle/>
                    <a:p>
                      <a:pPr indent="0" lvl="0" marL="0" rtl="0" algn="r">
                        <a:lnSpc>
                          <a:spcPct val="115000"/>
                        </a:lnSpc>
                        <a:spcBef>
                          <a:spcPts val="0"/>
                        </a:spcBef>
                        <a:spcAft>
                          <a:spcPts val="0"/>
                        </a:spcAft>
                        <a:buNone/>
                      </a:pPr>
                      <a:r>
                        <a:rPr lang="en" sz="1100">
                          <a:solidFill>
                            <a:srgbClr val="212121"/>
                          </a:solidFill>
                        </a:rPr>
                        <a:t>0.339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7F6F"/>
                    </a:solidFill>
                  </a:tcPr>
                </a:tc>
                <a:tc>
                  <a:txBody>
                    <a:bodyPr/>
                    <a:lstStyle/>
                    <a:p>
                      <a:pPr indent="0" lvl="0" marL="0" rtl="0" algn="r">
                        <a:lnSpc>
                          <a:spcPct val="115000"/>
                        </a:lnSpc>
                        <a:spcBef>
                          <a:spcPts val="0"/>
                        </a:spcBef>
                        <a:spcAft>
                          <a:spcPts val="0"/>
                        </a:spcAft>
                        <a:buNone/>
                      </a:pPr>
                      <a:r>
                        <a:rPr lang="en" sz="1100">
                          <a:solidFill>
                            <a:srgbClr val="212121"/>
                          </a:solidFill>
                        </a:rPr>
                        <a:t>0.354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8971"/>
                    </a:solidFill>
                  </a:tcPr>
                </a:tc>
                <a:tc>
                  <a:txBody>
                    <a:bodyPr/>
                    <a:lstStyle/>
                    <a:p>
                      <a:pPr indent="0" lvl="0" marL="0" rtl="0" algn="r">
                        <a:lnSpc>
                          <a:spcPct val="115000"/>
                        </a:lnSpc>
                        <a:spcBef>
                          <a:spcPts val="0"/>
                        </a:spcBef>
                        <a:spcAft>
                          <a:spcPts val="0"/>
                        </a:spcAft>
                        <a:buNone/>
                      </a:pPr>
                      <a:r>
                        <a:rPr lang="en" sz="1000"/>
                        <a:t>49.26%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C78"/>
                    </a:solidFill>
                  </a:tcPr>
                </a:tc>
              </a:tr>
              <a:tr h="378125">
                <a:tc>
                  <a:txBody>
                    <a:bodyPr/>
                    <a:lstStyle/>
                    <a:p>
                      <a:pPr indent="0" lvl="0" marL="0" rtl="0" algn="l">
                        <a:lnSpc>
                          <a:spcPct val="115000"/>
                        </a:lnSpc>
                        <a:spcBef>
                          <a:spcPts val="0"/>
                        </a:spcBef>
                        <a:spcAft>
                          <a:spcPts val="0"/>
                        </a:spcAft>
                        <a:buNone/>
                      </a:pPr>
                      <a:r>
                        <a:rPr lang="en" sz="1000"/>
                        <a:t>Gaussian Naive Bayes</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80.24%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A7A"/>
                    </a:solidFill>
                  </a:tcPr>
                </a:tc>
                <a:tc>
                  <a:txBody>
                    <a:bodyPr/>
                    <a:lstStyle/>
                    <a:p>
                      <a:pPr indent="0" lvl="0" marL="0" rtl="0" algn="r">
                        <a:lnSpc>
                          <a:spcPct val="115000"/>
                        </a:lnSpc>
                        <a:spcBef>
                          <a:spcPts val="0"/>
                        </a:spcBef>
                        <a:spcAft>
                          <a:spcPts val="0"/>
                        </a:spcAft>
                        <a:buNone/>
                      </a:pPr>
                      <a:r>
                        <a:rPr lang="en" sz="1000"/>
                        <a:t>77.42%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BCF7F"/>
                    </a:solidFill>
                  </a:tcPr>
                </a:tc>
                <a:tc>
                  <a:txBody>
                    <a:bodyPr/>
                    <a:lstStyle/>
                    <a:p>
                      <a:pPr indent="0" lvl="0" marL="0" rtl="0" algn="r">
                        <a:lnSpc>
                          <a:spcPct val="115000"/>
                        </a:lnSpc>
                        <a:spcBef>
                          <a:spcPts val="0"/>
                        </a:spcBef>
                        <a:spcAft>
                          <a:spcPts val="0"/>
                        </a:spcAft>
                        <a:buNone/>
                      </a:pPr>
                      <a:r>
                        <a:rPr lang="en" sz="1000"/>
                        <a:t>0.49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4D680"/>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276"/>
                    </a:solidFill>
                  </a:tcPr>
                </a:tc>
                <a:tc>
                  <a:txBody>
                    <a:bodyPr/>
                    <a:lstStyle/>
                    <a:p>
                      <a:pPr indent="0" lvl="0" marL="0" rtl="0" algn="r">
                        <a:lnSpc>
                          <a:spcPct val="115000"/>
                        </a:lnSpc>
                        <a:spcBef>
                          <a:spcPts val="0"/>
                        </a:spcBef>
                        <a:spcAft>
                          <a:spcPts val="0"/>
                        </a:spcAft>
                        <a:buNone/>
                      </a:pPr>
                      <a:r>
                        <a:rPr lang="en" sz="1000"/>
                        <a:t>0.51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9D27F"/>
                    </a:solidFill>
                  </a:tcPr>
                </a:tc>
                <a:tc>
                  <a:txBody>
                    <a:bodyPr/>
                    <a:lstStyle/>
                    <a:p>
                      <a:pPr indent="0" lvl="0" marL="0" rtl="0" algn="r">
                        <a:lnSpc>
                          <a:spcPct val="115000"/>
                        </a:lnSpc>
                        <a:spcBef>
                          <a:spcPts val="0"/>
                        </a:spcBef>
                        <a:spcAft>
                          <a:spcPts val="0"/>
                        </a:spcAft>
                        <a:buNone/>
                      </a:pPr>
                      <a:r>
                        <a:rPr lang="en" sz="1100">
                          <a:solidFill>
                            <a:srgbClr val="212121"/>
                          </a:solidFill>
                        </a:rPr>
                        <a:t>68.79%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D780"/>
                    </a:solidFill>
                  </a:tcPr>
                </a:tc>
                <a:tc>
                  <a:txBody>
                    <a:bodyPr/>
                    <a:lstStyle/>
                    <a:p>
                      <a:pPr indent="0" lvl="0" marL="0" rtl="0" algn="r">
                        <a:lnSpc>
                          <a:spcPct val="115000"/>
                        </a:lnSpc>
                        <a:spcBef>
                          <a:spcPts val="0"/>
                        </a:spcBef>
                        <a:spcAft>
                          <a:spcPts val="0"/>
                        </a:spcAft>
                        <a:buNone/>
                      </a:pPr>
                      <a:r>
                        <a:rPr lang="en" sz="1100">
                          <a:solidFill>
                            <a:srgbClr val="212121"/>
                          </a:solidFill>
                        </a:rPr>
                        <a:t>0.384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082"/>
                    </a:solidFill>
                  </a:tcPr>
                </a:tc>
                <a:tc>
                  <a:txBody>
                    <a:bodyPr/>
                    <a:lstStyle/>
                    <a:p>
                      <a:pPr indent="0" lvl="0" marL="0" rtl="0" algn="r">
                        <a:lnSpc>
                          <a:spcPct val="115000"/>
                        </a:lnSpc>
                        <a:spcBef>
                          <a:spcPts val="0"/>
                        </a:spcBef>
                        <a:spcAft>
                          <a:spcPts val="0"/>
                        </a:spcAft>
                        <a:buNone/>
                      </a:pPr>
                      <a:r>
                        <a:rPr lang="en" sz="1000"/>
                        <a:t>0.384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DE81"/>
                    </a:solidFill>
                  </a:tcPr>
                </a:tc>
                <a:tc>
                  <a:txBody>
                    <a:bodyPr/>
                    <a:lstStyle/>
                    <a:p>
                      <a:pPr indent="0" lvl="0" marL="0" rtl="0" algn="r">
                        <a:lnSpc>
                          <a:spcPct val="115000"/>
                        </a:lnSpc>
                        <a:spcBef>
                          <a:spcPts val="0"/>
                        </a:spcBef>
                        <a:spcAft>
                          <a:spcPts val="0"/>
                        </a:spcAft>
                        <a:buNone/>
                      </a:pPr>
                      <a:r>
                        <a:rPr lang="en" sz="1100">
                          <a:solidFill>
                            <a:srgbClr val="212121"/>
                          </a:solidFill>
                        </a:rPr>
                        <a:t>52.52%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780"/>
                    </a:solidFill>
                  </a:tcPr>
                </a:tc>
              </a:tr>
              <a:tr h="226875">
                <a:tc>
                  <a:txBody>
                    <a:bodyPr/>
                    <a:lstStyle/>
                    <a:p>
                      <a:pPr indent="0" lvl="0" marL="0" rtl="0" algn="l">
                        <a:lnSpc>
                          <a:spcPct val="115000"/>
                        </a:lnSpc>
                        <a:spcBef>
                          <a:spcPts val="0"/>
                        </a:spcBef>
                        <a:spcAft>
                          <a:spcPts val="0"/>
                        </a:spcAft>
                        <a:buNone/>
                      </a:pPr>
                      <a:r>
                        <a:rPr lang="en" sz="1000"/>
                        <a:t>SVC</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79.40%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76.92%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ED981"/>
                    </a:solidFill>
                  </a:tcPr>
                </a:tc>
                <a:tc>
                  <a:txBody>
                    <a:bodyPr/>
                    <a:lstStyle/>
                    <a:p>
                      <a:pPr indent="0" lvl="0" marL="0" rtl="0" algn="r">
                        <a:lnSpc>
                          <a:spcPct val="115000"/>
                        </a:lnSpc>
                        <a:spcBef>
                          <a:spcPts val="0"/>
                        </a:spcBef>
                        <a:spcAft>
                          <a:spcPts val="0"/>
                        </a:spcAft>
                        <a:buNone/>
                      </a:pPr>
                      <a:r>
                        <a:rPr lang="en" sz="1000"/>
                        <a:t>0.56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70.70%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0.397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6C97E"/>
                    </a:solidFill>
                  </a:tcPr>
                </a:tc>
                <a:tc>
                  <a:txBody>
                    <a:bodyPr/>
                    <a:lstStyle/>
                    <a:p>
                      <a:pPr indent="0" lvl="0" marL="0" rtl="0" algn="r">
                        <a:lnSpc>
                          <a:spcPct val="115000"/>
                        </a:lnSpc>
                        <a:spcBef>
                          <a:spcPts val="0"/>
                        </a:spcBef>
                        <a:spcAft>
                          <a:spcPts val="0"/>
                        </a:spcAft>
                        <a:buNone/>
                      </a:pPr>
                      <a:r>
                        <a:rPr lang="en" sz="1100">
                          <a:solidFill>
                            <a:srgbClr val="212121"/>
                          </a:solidFill>
                        </a:rPr>
                        <a:t>0.398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8CE7F"/>
                    </a:solidFill>
                  </a:tcPr>
                </a:tc>
                <a:tc>
                  <a:txBody>
                    <a:bodyPr/>
                    <a:lstStyle/>
                    <a:p>
                      <a:pPr indent="0" lvl="0" marL="0" rtl="0" algn="r">
                        <a:lnSpc>
                          <a:spcPct val="115000"/>
                        </a:lnSpc>
                        <a:spcBef>
                          <a:spcPts val="0"/>
                        </a:spcBef>
                        <a:spcAft>
                          <a:spcPts val="0"/>
                        </a:spcAft>
                        <a:buNone/>
                      </a:pPr>
                      <a:r>
                        <a:rPr lang="en" sz="1000"/>
                        <a:t>49.26%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D78"/>
                    </a:solidFill>
                  </a:tcPr>
                </a:tc>
              </a:tr>
              <a:tr h="226875">
                <a:tc>
                  <a:txBody>
                    <a:bodyPr/>
                    <a:lstStyle/>
                    <a:p>
                      <a:pPr indent="0" lvl="0" marL="0" rtl="0" algn="l">
                        <a:lnSpc>
                          <a:spcPct val="115000"/>
                        </a:lnSpc>
                        <a:spcBef>
                          <a:spcPts val="0"/>
                        </a:spcBef>
                        <a:spcAft>
                          <a:spcPts val="0"/>
                        </a:spcAft>
                        <a:buNone/>
                      </a:pPr>
                      <a:r>
                        <a:rPr lang="en" sz="1000"/>
                        <a:t>KNN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82.75%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75.07%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F7B"/>
                    </a:solidFill>
                  </a:tcPr>
                </a:tc>
                <a:tc>
                  <a:txBody>
                    <a:bodyPr/>
                    <a:lstStyle/>
                    <a:p>
                      <a:pPr indent="0" lvl="0" marL="0" rtl="0" algn="r">
                        <a:lnSpc>
                          <a:spcPct val="115000"/>
                        </a:lnSpc>
                        <a:spcBef>
                          <a:spcPts val="0"/>
                        </a:spcBef>
                        <a:spcAft>
                          <a:spcPts val="0"/>
                        </a:spcAft>
                        <a:buNone/>
                      </a:pPr>
                      <a:r>
                        <a:rPr lang="en" sz="1000"/>
                        <a:t>0.36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0.65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0.46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276"/>
                    </a:solidFill>
                  </a:tcPr>
                </a:tc>
                <a:tc>
                  <a:txBody>
                    <a:bodyPr/>
                    <a:lstStyle/>
                    <a:p>
                      <a:pPr indent="0" lvl="0" marL="0" rtl="0" algn="r">
                        <a:lnSpc>
                          <a:spcPct val="115000"/>
                        </a:lnSpc>
                        <a:spcBef>
                          <a:spcPts val="0"/>
                        </a:spcBef>
                        <a:spcAft>
                          <a:spcPts val="0"/>
                        </a:spcAft>
                        <a:buNone/>
                      </a:pPr>
                      <a:r>
                        <a:rPr lang="en" sz="1100">
                          <a:solidFill>
                            <a:srgbClr val="212121"/>
                          </a:solidFill>
                        </a:rPr>
                        <a:t>65.49%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A9E75"/>
                    </a:solidFill>
                  </a:tcPr>
                </a:tc>
                <a:tc>
                  <a:txBody>
                    <a:bodyPr/>
                    <a:lstStyle/>
                    <a:p>
                      <a:pPr indent="0" lvl="0" marL="0" rtl="0" algn="r">
                        <a:lnSpc>
                          <a:spcPct val="115000"/>
                        </a:lnSpc>
                        <a:spcBef>
                          <a:spcPts val="0"/>
                        </a:spcBef>
                        <a:spcAft>
                          <a:spcPts val="0"/>
                        </a:spcAft>
                        <a:buNone/>
                      </a:pPr>
                      <a:r>
                        <a:rPr lang="en" sz="1100">
                          <a:solidFill>
                            <a:srgbClr val="212121"/>
                          </a:solidFill>
                        </a:rPr>
                        <a:t>0.37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880"/>
                    </a:solidFill>
                  </a:tcPr>
                </a:tc>
                <a:tc>
                  <a:txBody>
                    <a:bodyPr/>
                    <a:lstStyle/>
                    <a:p>
                      <a:pPr indent="0" lvl="0" marL="0" rtl="0" algn="r">
                        <a:lnSpc>
                          <a:spcPct val="115000"/>
                        </a:lnSpc>
                        <a:spcBef>
                          <a:spcPts val="0"/>
                        </a:spcBef>
                        <a:spcAft>
                          <a:spcPts val="0"/>
                        </a:spcAft>
                        <a:buNone/>
                      </a:pPr>
                      <a:r>
                        <a:rPr lang="en" sz="1000"/>
                        <a:t>0.393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DE82"/>
                    </a:solidFill>
                  </a:tcPr>
                </a:tc>
                <a:tc>
                  <a:txBody>
                    <a:bodyPr/>
                    <a:lstStyle/>
                    <a:p>
                      <a:pPr indent="0" lvl="0" marL="0" rtl="0" algn="r">
                        <a:lnSpc>
                          <a:spcPct val="115000"/>
                        </a:lnSpc>
                        <a:spcBef>
                          <a:spcPts val="0"/>
                        </a:spcBef>
                        <a:spcAft>
                          <a:spcPts val="0"/>
                        </a:spcAft>
                        <a:buNone/>
                      </a:pPr>
                      <a:r>
                        <a:rPr lang="en" sz="1100">
                          <a:solidFill>
                            <a:srgbClr val="212121"/>
                          </a:solidFill>
                        </a:rPr>
                        <a:t>52.09%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C81"/>
                    </a:solidFill>
                  </a:tcPr>
                </a:tc>
              </a:tr>
              <a:tr h="226875">
                <a:tc>
                  <a:txBody>
                    <a:bodyPr/>
                    <a:lstStyle/>
                    <a:p>
                      <a:pPr indent="0" lvl="0" marL="0" rtl="0" algn="l">
                        <a:lnSpc>
                          <a:spcPct val="115000"/>
                        </a:lnSpc>
                        <a:spcBef>
                          <a:spcPts val="0"/>
                        </a:spcBef>
                        <a:spcAft>
                          <a:spcPts val="0"/>
                        </a:spcAft>
                        <a:buNone/>
                      </a:pPr>
                      <a:r>
                        <a:rPr lang="en" sz="1000"/>
                        <a:t>Bagged Decision Tree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81.00%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CE683"/>
                    </a:solidFill>
                  </a:tcPr>
                </a:tc>
                <a:tc>
                  <a:txBody>
                    <a:bodyPr/>
                    <a:lstStyle/>
                    <a:p>
                      <a:pPr indent="0" lvl="0" marL="0" rtl="0" algn="r">
                        <a:lnSpc>
                          <a:spcPct val="115000"/>
                        </a:lnSpc>
                        <a:spcBef>
                          <a:spcPts val="0"/>
                        </a:spcBef>
                        <a:spcAft>
                          <a:spcPts val="0"/>
                        </a:spcAft>
                        <a:buNone/>
                      </a:pPr>
                      <a:r>
                        <a:rPr lang="en" sz="1100">
                          <a:solidFill>
                            <a:srgbClr val="212121"/>
                          </a:solidFill>
                        </a:rPr>
                        <a:t>73.20%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0.36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9E583"/>
                    </a:solidFill>
                  </a:tcPr>
                </a:tc>
                <a:tc>
                  <a:txBody>
                    <a:bodyPr/>
                    <a:lstStyle/>
                    <a:p>
                      <a:pPr indent="0" lvl="0" marL="0" rtl="0" algn="r">
                        <a:lnSpc>
                          <a:spcPct val="115000"/>
                        </a:lnSpc>
                        <a:spcBef>
                          <a:spcPts val="0"/>
                        </a:spcBef>
                        <a:spcAft>
                          <a:spcPts val="0"/>
                        </a:spcAft>
                        <a:buNone/>
                      </a:pPr>
                      <a:r>
                        <a:rPr lang="en" sz="1000"/>
                        <a:t>0.44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64.35%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0.331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0.343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47.71%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r>
            </a:tbl>
          </a:graphicData>
        </a:graphic>
      </p:graphicFrame>
      <p:sp>
        <p:nvSpPr>
          <p:cNvPr id="1465" name="Google Shape;1465;p53"/>
          <p:cNvSpPr txBox="1"/>
          <p:nvPr/>
        </p:nvSpPr>
        <p:spPr>
          <a:xfrm>
            <a:off x="272100" y="2187850"/>
            <a:ext cx="8599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u="sng"/>
              <a:t>Result 1: </a:t>
            </a:r>
            <a:r>
              <a:rPr b="1" lang="en"/>
              <a:t>Hyperparameter </a:t>
            </a:r>
            <a:r>
              <a:rPr b="1" lang="en"/>
              <a:t>Tuning has improved Recall, Balanced Accuracy, Cohen’s Kappa, Mathews corr_coef and AUC-PR curve. The model accuracy does not improve that much.</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9" name="Shape 1469"/>
        <p:cNvGrpSpPr/>
        <p:nvPr/>
      </p:nvGrpSpPr>
      <p:grpSpPr>
        <a:xfrm>
          <a:off x="0" y="0"/>
          <a:ext cx="0" cy="0"/>
          <a:chOff x="0" y="0"/>
          <a:chExt cx="0" cy="0"/>
        </a:xfrm>
      </p:grpSpPr>
      <p:graphicFrame>
        <p:nvGraphicFramePr>
          <p:cNvPr id="1470" name="Google Shape;1470;p54"/>
          <p:cNvGraphicFramePr/>
          <p:nvPr/>
        </p:nvGraphicFramePr>
        <p:xfrm>
          <a:off x="152400" y="26175"/>
          <a:ext cx="3000000" cy="3000000"/>
        </p:xfrm>
        <a:graphic>
          <a:graphicData uri="http://schemas.openxmlformats.org/drawingml/2006/table">
            <a:tbl>
              <a:tblPr>
                <a:noFill/>
                <a:tableStyleId>{5F93758C-EC05-4D92-9689-7787033917A6}</a:tableStyleId>
              </a:tblPr>
              <a:tblGrid>
                <a:gridCol w="1362675"/>
                <a:gridCol w="687150"/>
                <a:gridCol w="765275"/>
                <a:gridCol w="765275"/>
                <a:gridCol w="765275"/>
                <a:gridCol w="765275"/>
                <a:gridCol w="993025"/>
                <a:gridCol w="801700"/>
                <a:gridCol w="1011250"/>
                <a:gridCol w="810825"/>
              </a:tblGrid>
              <a:tr h="203950">
                <a:tc gridSpan="10">
                  <a:txBody>
                    <a:bodyPr/>
                    <a:lstStyle/>
                    <a:p>
                      <a:pPr indent="0" lvl="0" marL="0" rtl="0" algn="ctr">
                        <a:lnSpc>
                          <a:spcPct val="115000"/>
                        </a:lnSpc>
                        <a:spcBef>
                          <a:spcPts val="0"/>
                        </a:spcBef>
                        <a:spcAft>
                          <a:spcPts val="0"/>
                        </a:spcAft>
                        <a:buNone/>
                      </a:pPr>
                      <a:r>
                        <a:rPr b="1" lang="en" sz="1000"/>
                        <a:t>No Tuning and Balancing (Base Models)</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c hMerge="1"/>
                <a:tc hMerge="1"/>
                <a:tc hMerge="1"/>
                <a:tc hMerge="1"/>
                <a:tc hMerge="1"/>
              </a:tr>
              <a:tr h="420875">
                <a:tc>
                  <a:txBody>
                    <a:bodyPr/>
                    <a:lstStyle/>
                    <a:p>
                      <a:pPr indent="0" lvl="0" marL="0" rtl="0" algn="l">
                        <a:lnSpc>
                          <a:spcPct val="115000"/>
                        </a:lnSpc>
                        <a:spcBef>
                          <a:spcPts val="0"/>
                        </a:spcBef>
                        <a:spcAft>
                          <a:spcPts val="0"/>
                        </a:spcAft>
                        <a:buNone/>
                      </a:pPr>
                      <a:r>
                        <a:rPr b="1" lang="en" sz="1000"/>
                        <a:t>ML Algorithms</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AUC - ROC</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Recall</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Precision</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F1 Score</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Balanced 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Cohen’s Kappa</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Matthews corr_coef</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t>AUC PR curve</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575">
                <a:tc>
                  <a:txBody>
                    <a:bodyPr/>
                    <a:lstStyle/>
                    <a:p>
                      <a:pPr indent="0" lvl="0" marL="0" rtl="0" algn="l">
                        <a:lnSpc>
                          <a:spcPct val="115000"/>
                        </a:lnSpc>
                        <a:spcBef>
                          <a:spcPts val="0"/>
                        </a:spcBef>
                        <a:spcAft>
                          <a:spcPts val="0"/>
                        </a:spcAft>
                        <a:buNone/>
                      </a:pPr>
                      <a:r>
                        <a:rPr lang="en" sz="1000"/>
                        <a:t>Logistic Regression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83.48%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9C07C"/>
                    </a:solidFill>
                  </a:tcPr>
                </a:tc>
                <a:tc>
                  <a:txBody>
                    <a:bodyPr/>
                    <a:lstStyle/>
                    <a:p>
                      <a:pPr indent="0" lvl="0" marL="0" rtl="0" algn="r">
                        <a:lnSpc>
                          <a:spcPct val="115000"/>
                        </a:lnSpc>
                        <a:spcBef>
                          <a:spcPts val="0"/>
                        </a:spcBef>
                        <a:spcAft>
                          <a:spcPts val="0"/>
                        </a:spcAft>
                        <a:buNone/>
                      </a:pPr>
                      <a:r>
                        <a:rPr lang="en" sz="1100">
                          <a:solidFill>
                            <a:srgbClr val="212121"/>
                          </a:solidFill>
                        </a:rPr>
                        <a:t>78.02%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0.33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DF81"/>
                    </a:solidFill>
                  </a:tcPr>
                </a:tc>
                <a:tc>
                  <a:txBody>
                    <a:bodyPr/>
                    <a:lstStyle/>
                    <a:p>
                      <a:pPr indent="0" lvl="0" marL="0" rtl="0" algn="r">
                        <a:lnSpc>
                          <a:spcPct val="115000"/>
                        </a:lnSpc>
                        <a:spcBef>
                          <a:spcPts val="0"/>
                        </a:spcBef>
                        <a:spcAft>
                          <a:spcPts val="0"/>
                        </a:spcAft>
                        <a:buNone/>
                      </a:pPr>
                      <a:r>
                        <a:rPr lang="en" sz="1000"/>
                        <a:t>0.71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0.46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BE182"/>
                    </a:solidFill>
                  </a:tcPr>
                </a:tc>
                <a:tc>
                  <a:txBody>
                    <a:bodyPr/>
                    <a:lstStyle/>
                    <a:p>
                      <a:pPr indent="0" lvl="0" marL="0" rtl="0" algn="r">
                        <a:lnSpc>
                          <a:spcPct val="115000"/>
                        </a:lnSpc>
                        <a:spcBef>
                          <a:spcPts val="0"/>
                        </a:spcBef>
                        <a:spcAft>
                          <a:spcPts val="0"/>
                        </a:spcAft>
                        <a:buNone/>
                      </a:pPr>
                      <a:r>
                        <a:rPr lang="en" sz="1100">
                          <a:solidFill>
                            <a:srgbClr val="212121"/>
                          </a:solidFill>
                        </a:rPr>
                        <a:t>64.98%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E784"/>
                    </a:solidFill>
                  </a:tcPr>
                </a:tc>
                <a:tc>
                  <a:txBody>
                    <a:bodyPr/>
                    <a:lstStyle/>
                    <a:p>
                      <a:pPr indent="0" lvl="0" marL="0" rtl="0" algn="r">
                        <a:lnSpc>
                          <a:spcPct val="115000"/>
                        </a:lnSpc>
                        <a:spcBef>
                          <a:spcPts val="0"/>
                        </a:spcBef>
                        <a:spcAft>
                          <a:spcPts val="0"/>
                        </a:spcAft>
                        <a:buNone/>
                      </a:pPr>
                      <a:r>
                        <a:rPr lang="en" sz="1100">
                          <a:solidFill>
                            <a:srgbClr val="212121"/>
                          </a:solidFill>
                        </a:rPr>
                        <a:t>0.373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BCE7F"/>
                    </a:solidFill>
                  </a:tcPr>
                </a:tc>
                <a:tc>
                  <a:txBody>
                    <a:bodyPr/>
                    <a:lstStyle/>
                    <a:p>
                      <a:pPr indent="0" lvl="0" marL="0" rtl="0" algn="r">
                        <a:lnSpc>
                          <a:spcPct val="115000"/>
                        </a:lnSpc>
                        <a:spcBef>
                          <a:spcPts val="0"/>
                        </a:spcBef>
                        <a:spcAft>
                          <a:spcPts val="0"/>
                        </a:spcAft>
                        <a:buNone/>
                      </a:pPr>
                      <a:r>
                        <a:rPr lang="en" sz="1100">
                          <a:solidFill>
                            <a:srgbClr val="212121"/>
                          </a:solidFill>
                        </a:rPr>
                        <a:t>0.41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9C57D"/>
                    </a:solidFill>
                  </a:tcPr>
                </a:tc>
                <a:tc>
                  <a:txBody>
                    <a:bodyPr/>
                    <a:lstStyle/>
                    <a:p>
                      <a:pPr indent="0" lvl="0" marL="0" rtl="0" algn="r">
                        <a:lnSpc>
                          <a:spcPct val="115000"/>
                        </a:lnSpc>
                        <a:spcBef>
                          <a:spcPts val="0"/>
                        </a:spcBef>
                        <a:spcAft>
                          <a:spcPts val="0"/>
                        </a:spcAft>
                        <a:buNone/>
                      </a:pPr>
                      <a:r>
                        <a:rPr lang="en" sz="1100">
                          <a:solidFill>
                            <a:srgbClr val="212121"/>
                          </a:solidFill>
                        </a:rPr>
                        <a:t>54.75%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r>
              <a:tr h="229575">
                <a:tc>
                  <a:txBody>
                    <a:bodyPr/>
                    <a:lstStyle/>
                    <a:p>
                      <a:pPr indent="0" lvl="0" marL="0" rtl="0" algn="l">
                        <a:lnSpc>
                          <a:spcPct val="115000"/>
                        </a:lnSpc>
                        <a:spcBef>
                          <a:spcPts val="0"/>
                        </a:spcBef>
                        <a:spcAft>
                          <a:spcPts val="0"/>
                        </a:spcAft>
                        <a:buNone/>
                      </a:pPr>
                      <a:r>
                        <a:rPr lang="en" sz="1000"/>
                        <a:t>Random Forest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81.20%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E583"/>
                    </a:solidFill>
                  </a:tcPr>
                </a:tc>
                <a:tc>
                  <a:txBody>
                    <a:bodyPr/>
                    <a:lstStyle/>
                    <a:p>
                      <a:pPr indent="0" lvl="0" marL="0" rtl="0" algn="r">
                        <a:lnSpc>
                          <a:spcPct val="115000"/>
                        </a:lnSpc>
                        <a:spcBef>
                          <a:spcPts val="0"/>
                        </a:spcBef>
                        <a:spcAft>
                          <a:spcPts val="0"/>
                        </a:spcAft>
                        <a:buNone/>
                      </a:pPr>
                      <a:r>
                        <a:rPr lang="en" sz="1100">
                          <a:solidFill>
                            <a:srgbClr val="212121"/>
                          </a:solidFill>
                        </a:rPr>
                        <a:t>73.96%</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BE182"/>
                    </a:solidFill>
                  </a:tcPr>
                </a:tc>
                <a:tc>
                  <a:txBody>
                    <a:bodyPr/>
                    <a:lstStyle/>
                    <a:p>
                      <a:pPr indent="0" lvl="0" marL="0" rtl="0" algn="r">
                        <a:lnSpc>
                          <a:spcPct val="115000"/>
                        </a:lnSpc>
                        <a:spcBef>
                          <a:spcPts val="0"/>
                        </a:spcBef>
                        <a:spcAft>
                          <a:spcPts val="0"/>
                        </a:spcAft>
                        <a:buNone/>
                      </a:pPr>
                      <a:r>
                        <a:rPr lang="en" sz="1000"/>
                        <a:t>0.35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5E984"/>
                    </a:solidFill>
                  </a:tcPr>
                </a:tc>
                <a:tc>
                  <a:txBody>
                    <a:bodyPr/>
                    <a:lstStyle/>
                    <a:p>
                      <a:pPr indent="0" lvl="0" marL="0" rtl="0" algn="r">
                        <a:lnSpc>
                          <a:spcPct val="115000"/>
                        </a:lnSpc>
                        <a:spcBef>
                          <a:spcPts val="0"/>
                        </a:spcBef>
                        <a:spcAft>
                          <a:spcPts val="0"/>
                        </a:spcAft>
                        <a:buNone/>
                      </a:pPr>
                      <a:r>
                        <a:rPr lang="en" sz="1000"/>
                        <a:t>0.57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B84"/>
                    </a:solidFill>
                  </a:tcPr>
                </a:tc>
                <a:tc>
                  <a:txBody>
                    <a:bodyPr/>
                    <a:lstStyle/>
                    <a:p>
                      <a:pPr indent="0" lvl="0" marL="0" rtl="0" algn="r">
                        <a:lnSpc>
                          <a:spcPct val="115000"/>
                        </a:lnSpc>
                        <a:spcBef>
                          <a:spcPts val="0"/>
                        </a:spcBef>
                        <a:spcAft>
                          <a:spcPts val="0"/>
                        </a:spcAft>
                        <a:buNone/>
                      </a:pPr>
                      <a:r>
                        <a:rPr lang="en" sz="1000"/>
                        <a:t>0.43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DB80"/>
                    </a:solidFill>
                  </a:tcPr>
                </a:tc>
                <a:tc>
                  <a:txBody>
                    <a:bodyPr/>
                    <a:lstStyle/>
                    <a:p>
                      <a:pPr indent="0" lvl="0" marL="0" rtl="0" algn="r">
                        <a:lnSpc>
                          <a:spcPct val="115000"/>
                        </a:lnSpc>
                        <a:spcBef>
                          <a:spcPts val="0"/>
                        </a:spcBef>
                        <a:spcAft>
                          <a:spcPts val="0"/>
                        </a:spcAft>
                        <a:buNone/>
                      </a:pPr>
                      <a:r>
                        <a:rPr lang="en" sz="1100">
                          <a:solidFill>
                            <a:srgbClr val="212121"/>
                          </a:solidFill>
                        </a:rPr>
                        <a:t>64.11%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E082"/>
                    </a:solidFill>
                  </a:tcPr>
                </a:tc>
                <a:tc>
                  <a:txBody>
                    <a:bodyPr/>
                    <a:lstStyle/>
                    <a:p>
                      <a:pPr indent="0" lvl="0" marL="0" rtl="0" algn="r">
                        <a:lnSpc>
                          <a:spcPct val="115000"/>
                        </a:lnSpc>
                        <a:spcBef>
                          <a:spcPts val="0"/>
                        </a:spcBef>
                        <a:spcAft>
                          <a:spcPts val="0"/>
                        </a:spcAft>
                        <a:buNone/>
                      </a:pPr>
                      <a:r>
                        <a:rPr lang="en" sz="1000"/>
                        <a:t>0.33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37F"/>
                    </a:solidFill>
                  </a:tcPr>
                </a:tc>
                <a:tc>
                  <a:txBody>
                    <a:bodyPr/>
                    <a:lstStyle/>
                    <a:p>
                      <a:pPr indent="0" lvl="0" marL="0" rtl="0" algn="r">
                        <a:lnSpc>
                          <a:spcPct val="115000"/>
                        </a:lnSpc>
                        <a:spcBef>
                          <a:spcPts val="0"/>
                        </a:spcBef>
                        <a:spcAft>
                          <a:spcPts val="0"/>
                        </a:spcAft>
                        <a:buNone/>
                      </a:pPr>
                      <a:r>
                        <a:rPr lang="en" sz="1100">
                          <a:solidFill>
                            <a:srgbClr val="212121"/>
                          </a:solidFill>
                        </a:rPr>
                        <a:t>0.344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07E"/>
                    </a:solidFill>
                  </a:tcPr>
                </a:tc>
                <a:tc>
                  <a:txBody>
                    <a:bodyPr/>
                    <a:lstStyle/>
                    <a:p>
                      <a:pPr indent="0" lvl="0" marL="0" rtl="0" algn="r">
                        <a:lnSpc>
                          <a:spcPct val="115000"/>
                        </a:lnSpc>
                        <a:spcBef>
                          <a:spcPts val="0"/>
                        </a:spcBef>
                        <a:spcAft>
                          <a:spcPts val="0"/>
                        </a:spcAft>
                        <a:buNone/>
                      </a:pPr>
                      <a:r>
                        <a:rPr lang="en" sz="1100">
                          <a:solidFill>
                            <a:srgbClr val="212121"/>
                          </a:solidFill>
                        </a:rPr>
                        <a:t>48.52%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F7E"/>
                    </a:solidFill>
                  </a:tcPr>
                </a:tc>
              </a:tr>
              <a:tr h="213350">
                <a:tc>
                  <a:txBody>
                    <a:bodyPr/>
                    <a:lstStyle/>
                    <a:p>
                      <a:pPr indent="0" lvl="0" marL="0" rtl="0" algn="l">
                        <a:lnSpc>
                          <a:spcPct val="115000"/>
                        </a:lnSpc>
                        <a:spcBef>
                          <a:spcPts val="0"/>
                        </a:spcBef>
                        <a:spcAft>
                          <a:spcPts val="0"/>
                        </a:spcAft>
                        <a:buNone/>
                      </a:pPr>
                      <a:r>
                        <a:rPr lang="en" sz="1000"/>
                        <a:t>Gaussian Naive Bayes</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80.24%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766D"/>
                    </a:solidFill>
                  </a:tcPr>
                </a:tc>
                <a:tc>
                  <a:txBody>
                    <a:bodyPr/>
                    <a:lstStyle/>
                    <a:p>
                      <a:pPr indent="0" lvl="0" marL="0" rtl="0" algn="r">
                        <a:lnSpc>
                          <a:spcPct val="115000"/>
                        </a:lnSpc>
                        <a:spcBef>
                          <a:spcPts val="0"/>
                        </a:spcBef>
                        <a:spcAft>
                          <a:spcPts val="0"/>
                        </a:spcAft>
                        <a:buNone/>
                      </a:pPr>
                      <a:r>
                        <a:rPr lang="en" sz="1100">
                          <a:solidFill>
                            <a:srgbClr val="212121"/>
                          </a:solidFill>
                        </a:rPr>
                        <a:t>77.42%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5C47D"/>
                    </a:solidFill>
                  </a:tcPr>
                </a:tc>
                <a:tc>
                  <a:txBody>
                    <a:bodyPr/>
                    <a:lstStyle/>
                    <a:p>
                      <a:pPr indent="0" lvl="0" marL="0" rtl="0" algn="r">
                        <a:lnSpc>
                          <a:spcPct val="115000"/>
                        </a:lnSpc>
                        <a:spcBef>
                          <a:spcPts val="0"/>
                        </a:spcBef>
                        <a:spcAft>
                          <a:spcPts val="0"/>
                        </a:spcAft>
                        <a:buNone/>
                      </a:pPr>
                      <a:r>
                        <a:rPr lang="en" sz="1000"/>
                        <a:t>0.49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68.79%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0.384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6BF7C"/>
                    </a:solidFill>
                  </a:tcPr>
                </a:tc>
                <a:tc>
                  <a:txBody>
                    <a:bodyPr/>
                    <a:lstStyle/>
                    <a:p>
                      <a:pPr indent="0" lvl="0" marL="0" rtl="0" algn="r">
                        <a:lnSpc>
                          <a:spcPct val="115000"/>
                        </a:lnSpc>
                        <a:spcBef>
                          <a:spcPts val="0"/>
                        </a:spcBef>
                        <a:spcAft>
                          <a:spcPts val="0"/>
                        </a:spcAft>
                        <a:buNone/>
                      </a:pPr>
                      <a:r>
                        <a:rPr lang="en" sz="1100">
                          <a:solidFill>
                            <a:srgbClr val="212121"/>
                          </a:solidFill>
                        </a:rPr>
                        <a:t>0.384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4DA81"/>
                    </a:solidFill>
                  </a:tcPr>
                </a:tc>
                <a:tc>
                  <a:txBody>
                    <a:bodyPr/>
                    <a:lstStyle/>
                    <a:p>
                      <a:pPr indent="0" lvl="0" marL="0" rtl="0" algn="r">
                        <a:lnSpc>
                          <a:spcPct val="115000"/>
                        </a:lnSpc>
                        <a:spcBef>
                          <a:spcPts val="0"/>
                        </a:spcBef>
                        <a:spcAft>
                          <a:spcPts val="0"/>
                        </a:spcAft>
                        <a:buNone/>
                      </a:pPr>
                      <a:r>
                        <a:rPr lang="en" sz="1100">
                          <a:solidFill>
                            <a:srgbClr val="212121"/>
                          </a:solidFill>
                        </a:rPr>
                        <a:t>52.52%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5D17F"/>
                    </a:solidFill>
                  </a:tcPr>
                </a:tc>
              </a:tr>
              <a:tr h="229575">
                <a:tc>
                  <a:txBody>
                    <a:bodyPr/>
                    <a:lstStyle/>
                    <a:p>
                      <a:pPr indent="0" lvl="0" marL="0" rtl="0" algn="l">
                        <a:lnSpc>
                          <a:spcPct val="115000"/>
                        </a:lnSpc>
                        <a:spcBef>
                          <a:spcPts val="0"/>
                        </a:spcBef>
                        <a:spcAft>
                          <a:spcPts val="0"/>
                        </a:spcAft>
                        <a:buNone/>
                      </a:pPr>
                      <a:r>
                        <a:rPr lang="en" sz="1000"/>
                        <a:t>SVC</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83.57%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71.45%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27F"/>
                    </a:solidFill>
                  </a:tcPr>
                </a:tc>
                <a:tc>
                  <a:txBody>
                    <a:bodyPr/>
                    <a:lstStyle/>
                    <a:p>
                      <a:pPr indent="0" lvl="0" marL="0" rtl="0" algn="r">
                        <a:lnSpc>
                          <a:spcPct val="115000"/>
                        </a:lnSpc>
                        <a:spcBef>
                          <a:spcPts val="0"/>
                        </a:spcBef>
                        <a:spcAft>
                          <a:spcPts val="0"/>
                        </a:spcAft>
                        <a:buNone/>
                      </a:pPr>
                      <a:r>
                        <a:rPr lang="en" sz="1000"/>
                        <a:t>0.35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5E984"/>
                    </a:solidFill>
                  </a:tcPr>
                </a:tc>
                <a:tc>
                  <a:txBody>
                    <a:bodyPr/>
                    <a:lstStyle/>
                    <a:p>
                      <a:pPr indent="0" lvl="0" marL="0" rtl="0" algn="r">
                        <a:lnSpc>
                          <a:spcPct val="115000"/>
                        </a:lnSpc>
                        <a:spcBef>
                          <a:spcPts val="0"/>
                        </a:spcBef>
                        <a:spcAft>
                          <a:spcPts val="0"/>
                        </a:spcAft>
                        <a:buNone/>
                      </a:pPr>
                      <a:r>
                        <a:rPr lang="en" sz="1000"/>
                        <a:t>0.7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FC27C"/>
                    </a:solidFill>
                  </a:tcPr>
                </a:tc>
                <a:tc>
                  <a:txBody>
                    <a:bodyPr/>
                    <a:lstStyle/>
                    <a:p>
                      <a:pPr indent="0" lvl="0" marL="0" rtl="0" algn="r">
                        <a:lnSpc>
                          <a:spcPct val="115000"/>
                        </a:lnSpc>
                        <a:spcBef>
                          <a:spcPts val="0"/>
                        </a:spcBef>
                        <a:spcAft>
                          <a:spcPts val="0"/>
                        </a:spcAft>
                        <a:buNone/>
                      </a:pPr>
                      <a:r>
                        <a:rPr lang="en" sz="1000"/>
                        <a:t>0.47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4DA81"/>
                    </a:solidFill>
                  </a:tcPr>
                </a:tc>
                <a:tc>
                  <a:txBody>
                    <a:bodyPr/>
                    <a:lstStyle/>
                    <a:p>
                      <a:pPr indent="0" lvl="0" marL="0" rtl="0" algn="r">
                        <a:lnSpc>
                          <a:spcPct val="115000"/>
                        </a:lnSpc>
                        <a:spcBef>
                          <a:spcPts val="0"/>
                        </a:spcBef>
                        <a:spcAft>
                          <a:spcPts val="0"/>
                        </a:spcAft>
                        <a:buNone/>
                      </a:pPr>
                      <a:r>
                        <a:rPr lang="en" sz="1000"/>
                        <a:t>65.66%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7E082"/>
                    </a:solidFill>
                  </a:tcPr>
                </a:tc>
                <a:tc>
                  <a:txBody>
                    <a:bodyPr/>
                    <a:lstStyle/>
                    <a:p>
                      <a:pPr indent="0" lvl="0" marL="0" rtl="0" algn="r">
                        <a:lnSpc>
                          <a:spcPct val="115000"/>
                        </a:lnSpc>
                        <a:spcBef>
                          <a:spcPts val="0"/>
                        </a:spcBef>
                        <a:spcAft>
                          <a:spcPts val="0"/>
                        </a:spcAft>
                        <a:buNone/>
                      </a:pPr>
                      <a:r>
                        <a:rPr lang="en" sz="1100">
                          <a:solidFill>
                            <a:srgbClr val="212121"/>
                          </a:solidFill>
                        </a:rPr>
                        <a:t>0.384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0.417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50.38%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4E483"/>
                    </a:solidFill>
                  </a:tcPr>
                </a:tc>
              </a:tr>
              <a:tr h="229600">
                <a:tc>
                  <a:txBody>
                    <a:bodyPr/>
                    <a:lstStyle/>
                    <a:p>
                      <a:pPr indent="0" lvl="0" marL="0" rtl="0" algn="l">
                        <a:lnSpc>
                          <a:spcPct val="115000"/>
                        </a:lnSpc>
                        <a:spcBef>
                          <a:spcPts val="0"/>
                        </a:spcBef>
                        <a:spcAft>
                          <a:spcPts val="0"/>
                        </a:spcAft>
                        <a:buNone/>
                      </a:pPr>
                      <a:r>
                        <a:rPr lang="en" sz="1000"/>
                        <a:t>KNN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80.47%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276"/>
                    </a:solidFill>
                  </a:tcPr>
                </a:tc>
                <a:tc>
                  <a:txBody>
                    <a:bodyPr/>
                    <a:lstStyle/>
                    <a:p>
                      <a:pPr indent="0" lvl="0" marL="0" rtl="0" algn="r">
                        <a:lnSpc>
                          <a:spcPct val="115000"/>
                        </a:lnSpc>
                        <a:spcBef>
                          <a:spcPts val="0"/>
                        </a:spcBef>
                        <a:spcAft>
                          <a:spcPts val="0"/>
                        </a:spcAft>
                        <a:buNone/>
                      </a:pPr>
                      <a:r>
                        <a:rPr lang="en" sz="1000"/>
                        <a:t>66.05%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0.23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B84"/>
                    </a:solidFill>
                  </a:tcPr>
                </a:tc>
                <a:tc>
                  <a:txBody>
                    <a:bodyPr/>
                    <a:lstStyle/>
                    <a:p>
                      <a:pPr indent="0" lvl="0" marL="0" rtl="0" algn="r">
                        <a:lnSpc>
                          <a:spcPct val="115000"/>
                        </a:lnSpc>
                        <a:spcBef>
                          <a:spcPts val="0"/>
                        </a:spcBef>
                        <a:spcAft>
                          <a:spcPts val="0"/>
                        </a:spcAft>
                        <a:buNone/>
                      </a:pPr>
                      <a:r>
                        <a:rPr lang="en" sz="1000"/>
                        <a:t>0.32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59.04%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0.233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0.267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45.08%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r>
              <a:tr h="219850">
                <a:tc>
                  <a:txBody>
                    <a:bodyPr/>
                    <a:lstStyle/>
                    <a:p>
                      <a:pPr indent="0" lvl="0" marL="0" rtl="0" algn="l">
                        <a:lnSpc>
                          <a:spcPct val="115000"/>
                        </a:lnSpc>
                        <a:spcBef>
                          <a:spcPts val="0"/>
                        </a:spcBef>
                        <a:spcAft>
                          <a:spcPts val="0"/>
                        </a:spcAft>
                        <a:buNone/>
                      </a:pPr>
                      <a:r>
                        <a:rPr lang="en" sz="1000"/>
                        <a:t>Bagged Decision Tree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80.17%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71.32%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07E"/>
                    </a:solidFill>
                  </a:tcPr>
                </a:tc>
                <a:tc>
                  <a:txBody>
                    <a:bodyPr/>
                    <a:lstStyle/>
                    <a:p>
                      <a:pPr indent="0" lvl="0" marL="0" rtl="0" algn="r">
                        <a:lnSpc>
                          <a:spcPct val="115000"/>
                        </a:lnSpc>
                        <a:spcBef>
                          <a:spcPts val="0"/>
                        </a:spcBef>
                        <a:spcAft>
                          <a:spcPts val="0"/>
                        </a:spcAft>
                        <a:buNone/>
                      </a:pPr>
                      <a:r>
                        <a:rPr lang="en" sz="1000"/>
                        <a:t>0.33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DF81"/>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8370"/>
                    </a:solidFill>
                  </a:tcPr>
                </a:tc>
                <a:tc>
                  <a:txBody>
                    <a:bodyPr/>
                    <a:lstStyle/>
                    <a:p>
                      <a:pPr indent="0" lvl="0" marL="0" rtl="0" algn="r">
                        <a:lnSpc>
                          <a:spcPct val="115000"/>
                        </a:lnSpc>
                        <a:spcBef>
                          <a:spcPts val="0"/>
                        </a:spcBef>
                        <a:spcAft>
                          <a:spcPts val="0"/>
                        </a:spcAft>
                        <a:buNone/>
                      </a:pPr>
                      <a:r>
                        <a:rPr lang="en" sz="1000"/>
                        <a:t>0.4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C7B"/>
                    </a:solidFill>
                  </a:tcPr>
                </a:tc>
                <a:tc>
                  <a:txBody>
                    <a:bodyPr/>
                    <a:lstStyle/>
                    <a:p>
                      <a:pPr indent="0" lvl="0" marL="0" rtl="0" algn="r">
                        <a:lnSpc>
                          <a:spcPct val="115000"/>
                        </a:lnSpc>
                        <a:spcBef>
                          <a:spcPts val="0"/>
                        </a:spcBef>
                        <a:spcAft>
                          <a:spcPts val="0"/>
                        </a:spcAft>
                        <a:buNone/>
                      </a:pPr>
                      <a:r>
                        <a:rPr lang="en" sz="1100">
                          <a:solidFill>
                            <a:srgbClr val="212121"/>
                          </a:solidFill>
                        </a:rPr>
                        <a:t>62.61%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D7B"/>
                    </a:solidFill>
                  </a:tcPr>
                </a:tc>
                <a:tc>
                  <a:txBody>
                    <a:bodyPr/>
                    <a:lstStyle/>
                    <a:p>
                      <a:pPr indent="0" lvl="0" marL="0" rtl="0" algn="r">
                        <a:lnSpc>
                          <a:spcPct val="115000"/>
                        </a:lnSpc>
                        <a:spcBef>
                          <a:spcPts val="0"/>
                        </a:spcBef>
                        <a:spcAft>
                          <a:spcPts val="0"/>
                        </a:spcAft>
                        <a:buNone/>
                      </a:pPr>
                      <a:r>
                        <a:rPr lang="en" sz="1100">
                          <a:solidFill>
                            <a:srgbClr val="212121"/>
                          </a:solidFill>
                        </a:rPr>
                        <a:t>0.294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C77"/>
                    </a:solidFill>
                  </a:tcPr>
                </a:tc>
                <a:tc>
                  <a:txBody>
                    <a:bodyPr/>
                    <a:lstStyle/>
                    <a:p>
                      <a:pPr indent="0" lvl="0" marL="0" rtl="0" algn="r">
                        <a:lnSpc>
                          <a:spcPct val="115000"/>
                        </a:lnSpc>
                        <a:spcBef>
                          <a:spcPts val="0"/>
                        </a:spcBef>
                        <a:spcAft>
                          <a:spcPts val="0"/>
                        </a:spcAft>
                        <a:buNone/>
                      </a:pPr>
                      <a:r>
                        <a:rPr lang="en" sz="1100">
                          <a:solidFill>
                            <a:srgbClr val="212121"/>
                          </a:solidFill>
                        </a:rPr>
                        <a:t>0.307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A9E75"/>
                    </a:solidFill>
                  </a:tcPr>
                </a:tc>
                <a:tc>
                  <a:txBody>
                    <a:bodyPr/>
                    <a:lstStyle/>
                    <a:p>
                      <a:pPr indent="0" lvl="0" marL="0" rtl="0" algn="r">
                        <a:lnSpc>
                          <a:spcPct val="115000"/>
                        </a:lnSpc>
                        <a:spcBef>
                          <a:spcPts val="0"/>
                        </a:spcBef>
                        <a:spcAft>
                          <a:spcPts val="0"/>
                        </a:spcAft>
                        <a:buNone/>
                      </a:pPr>
                      <a:r>
                        <a:rPr lang="en" sz="1000"/>
                        <a:t>45.35%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706C"/>
                    </a:solidFill>
                  </a:tcPr>
                </a:tc>
              </a:tr>
            </a:tbl>
          </a:graphicData>
        </a:graphic>
      </p:graphicFrame>
      <p:graphicFrame>
        <p:nvGraphicFramePr>
          <p:cNvPr id="1471" name="Google Shape;1471;p54"/>
          <p:cNvGraphicFramePr/>
          <p:nvPr/>
        </p:nvGraphicFramePr>
        <p:xfrm>
          <a:off x="221550" y="2830450"/>
          <a:ext cx="3000000" cy="3000000"/>
        </p:xfrm>
        <a:graphic>
          <a:graphicData uri="http://schemas.openxmlformats.org/drawingml/2006/table">
            <a:tbl>
              <a:tblPr>
                <a:noFill/>
                <a:tableStyleId>{5F93758C-EC05-4D92-9689-7787033917A6}</a:tableStyleId>
              </a:tblPr>
              <a:tblGrid>
                <a:gridCol w="1410825"/>
                <a:gridCol w="749900"/>
                <a:gridCol w="730375"/>
                <a:gridCol w="678275"/>
                <a:gridCol w="762925"/>
                <a:gridCol w="762925"/>
                <a:gridCol w="989975"/>
                <a:gridCol w="799225"/>
                <a:gridCol w="1008150"/>
                <a:gridCol w="808325"/>
              </a:tblGrid>
              <a:tr h="210350">
                <a:tc gridSpan="10">
                  <a:txBody>
                    <a:bodyPr/>
                    <a:lstStyle/>
                    <a:p>
                      <a:pPr indent="0" lvl="0" marL="0" rtl="0" algn="ctr">
                        <a:lnSpc>
                          <a:spcPct val="115000"/>
                        </a:lnSpc>
                        <a:spcBef>
                          <a:spcPts val="0"/>
                        </a:spcBef>
                        <a:spcAft>
                          <a:spcPts val="0"/>
                        </a:spcAft>
                        <a:buNone/>
                      </a:pPr>
                      <a:r>
                        <a:rPr b="1" lang="en" sz="1000"/>
                        <a:t>Tuned with no Balancing (Raw Models tuned)</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c hMerge="1"/>
                <a:tc hMerge="1"/>
                <a:tc hMerge="1"/>
                <a:tc hMerge="1"/>
                <a:tc hMerge="1"/>
              </a:tr>
              <a:tr h="420725">
                <a:tc>
                  <a:txBody>
                    <a:bodyPr/>
                    <a:lstStyle/>
                    <a:p>
                      <a:pPr indent="0" lvl="0" marL="0" rtl="0" algn="l">
                        <a:lnSpc>
                          <a:spcPct val="115000"/>
                        </a:lnSpc>
                        <a:spcBef>
                          <a:spcPts val="0"/>
                        </a:spcBef>
                        <a:spcAft>
                          <a:spcPts val="0"/>
                        </a:spcAft>
                        <a:buNone/>
                      </a:pPr>
                      <a:r>
                        <a:rPr b="1" lang="en" sz="1000"/>
                        <a:t>ML Algorithms</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AUC - ROC</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Recall</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Precision</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F1 Score</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Balanced 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Cohen’s Kappa</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Matthews corr_coef</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t>AUC PR curve</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9475">
                <a:tc>
                  <a:txBody>
                    <a:bodyPr/>
                    <a:lstStyle/>
                    <a:p>
                      <a:pPr indent="0" lvl="0" marL="0" rtl="0" algn="l">
                        <a:lnSpc>
                          <a:spcPct val="115000"/>
                        </a:lnSpc>
                        <a:spcBef>
                          <a:spcPts val="0"/>
                        </a:spcBef>
                        <a:spcAft>
                          <a:spcPts val="0"/>
                        </a:spcAft>
                        <a:buNone/>
                      </a:pPr>
                      <a:r>
                        <a:rPr lang="en" sz="1000"/>
                        <a:t>Logistic Regression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80.49%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27F"/>
                    </a:solidFill>
                  </a:tcPr>
                </a:tc>
                <a:tc>
                  <a:txBody>
                    <a:bodyPr/>
                    <a:lstStyle/>
                    <a:p>
                      <a:pPr indent="0" lvl="0" marL="0" rtl="0" algn="r">
                        <a:lnSpc>
                          <a:spcPct val="115000"/>
                        </a:lnSpc>
                        <a:spcBef>
                          <a:spcPts val="0"/>
                        </a:spcBef>
                        <a:spcAft>
                          <a:spcPts val="0"/>
                        </a:spcAft>
                        <a:buNone/>
                      </a:pPr>
                      <a:r>
                        <a:rPr lang="en" sz="1100">
                          <a:solidFill>
                            <a:srgbClr val="212121"/>
                          </a:solidFill>
                        </a:rPr>
                        <a:t>78.22%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2CC7E"/>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F7B"/>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70.07%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FC67D"/>
                    </a:solidFill>
                  </a:tcPr>
                </a:tc>
                <a:tc>
                  <a:txBody>
                    <a:bodyPr/>
                    <a:lstStyle/>
                    <a:p>
                      <a:pPr indent="0" lvl="0" marL="0" rtl="0" algn="r">
                        <a:lnSpc>
                          <a:spcPct val="115000"/>
                        </a:lnSpc>
                        <a:spcBef>
                          <a:spcPts val="0"/>
                        </a:spcBef>
                        <a:spcAft>
                          <a:spcPts val="0"/>
                        </a:spcAft>
                        <a:buNone/>
                      </a:pPr>
                      <a:r>
                        <a:rPr lang="en" sz="1100">
                          <a:solidFill>
                            <a:srgbClr val="212121"/>
                          </a:solidFill>
                        </a:rPr>
                        <a:t>0.403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0.403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54.72%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r>
              <a:tr h="229475">
                <a:tc>
                  <a:txBody>
                    <a:bodyPr/>
                    <a:lstStyle/>
                    <a:p>
                      <a:pPr indent="0" lvl="0" marL="0" rtl="0" algn="l">
                        <a:lnSpc>
                          <a:spcPct val="115000"/>
                        </a:lnSpc>
                        <a:spcBef>
                          <a:spcPts val="0"/>
                        </a:spcBef>
                        <a:spcAft>
                          <a:spcPts val="0"/>
                        </a:spcAft>
                        <a:buNone/>
                      </a:pPr>
                      <a:r>
                        <a:rPr lang="en" sz="1000"/>
                        <a:t>Random Forest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81.49%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5DB81"/>
                    </a:solidFill>
                  </a:tcPr>
                </a:tc>
                <a:tc>
                  <a:txBody>
                    <a:bodyPr/>
                    <a:lstStyle/>
                    <a:p>
                      <a:pPr indent="0" lvl="0" marL="0" rtl="0" algn="r">
                        <a:lnSpc>
                          <a:spcPct val="115000"/>
                        </a:lnSpc>
                        <a:spcBef>
                          <a:spcPts val="0"/>
                        </a:spcBef>
                        <a:spcAft>
                          <a:spcPts val="0"/>
                        </a:spcAft>
                        <a:buNone/>
                      </a:pPr>
                      <a:r>
                        <a:rPr lang="en" sz="1100">
                          <a:solidFill>
                            <a:srgbClr val="212121"/>
                          </a:solidFill>
                        </a:rPr>
                        <a:t>74.10%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A9273"/>
                    </a:solidFill>
                  </a:tcPr>
                </a:tc>
                <a:tc>
                  <a:txBody>
                    <a:bodyPr/>
                    <a:lstStyle/>
                    <a:p>
                      <a:pPr indent="0" lvl="0" marL="0" rtl="0" algn="r">
                        <a:lnSpc>
                          <a:spcPct val="115000"/>
                        </a:lnSpc>
                        <a:spcBef>
                          <a:spcPts val="0"/>
                        </a:spcBef>
                        <a:spcAft>
                          <a:spcPts val="0"/>
                        </a:spcAft>
                        <a:buNone/>
                      </a:pPr>
                      <a:r>
                        <a:rPr lang="en" sz="1000"/>
                        <a:t>0.36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DD881"/>
                    </a:solidFill>
                  </a:tcPr>
                </a:tc>
                <a:tc>
                  <a:txBody>
                    <a:bodyPr/>
                    <a:lstStyle/>
                    <a:p>
                      <a:pPr indent="0" lvl="0" marL="0" rtl="0" algn="r">
                        <a:lnSpc>
                          <a:spcPct val="115000"/>
                        </a:lnSpc>
                        <a:spcBef>
                          <a:spcPts val="0"/>
                        </a:spcBef>
                        <a:spcAft>
                          <a:spcPts val="0"/>
                        </a:spcAft>
                        <a:buNone/>
                      </a:pPr>
                      <a:r>
                        <a:rPr lang="en" sz="1000"/>
                        <a:t>0.44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64.49%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F6C"/>
                    </a:solidFill>
                  </a:tcPr>
                </a:tc>
                <a:tc>
                  <a:txBody>
                    <a:bodyPr/>
                    <a:lstStyle/>
                    <a:p>
                      <a:pPr indent="0" lvl="0" marL="0" rtl="0" algn="r">
                        <a:lnSpc>
                          <a:spcPct val="115000"/>
                        </a:lnSpc>
                        <a:spcBef>
                          <a:spcPts val="0"/>
                        </a:spcBef>
                        <a:spcAft>
                          <a:spcPts val="0"/>
                        </a:spcAft>
                        <a:buNone/>
                      </a:pPr>
                      <a:r>
                        <a:rPr lang="en" sz="1100">
                          <a:solidFill>
                            <a:srgbClr val="212121"/>
                          </a:solidFill>
                        </a:rPr>
                        <a:t>0.339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7F6F"/>
                    </a:solidFill>
                  </a:tcPr>
                </a:tc>
                <a:tc>
                  <a:txBody>
                    <a:bodyPr/>
                    <a:lstStyle/>
                    <a:p>
                      <a:pPr indent="0" lvl="0" marL="0" rtl="0" algn="r">
                        <a:lnSpc>
                          <a:spcPct val="115000"/>
                        </a:lnSpc>
                        <a:spcBef>
                          <a:spcPts val="0"/>
                        </a:spcBef>
                        <a:spcAft>
                          <a:spcPts val="0"/>
                        </a:spcAft>
                        <a:buNone/>
                      </a:pPr>
                      <a:r>
                        <a:rPr lang="en" sz="1100">
                          <a:solidFill>
                            <a:srgbClr val="212121"/>
                          </a:solidFill>
                        </a:rPr>
                        <a:t>0.354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8971"/>
                    </a:solidFill>
                  </a:tcPr>
                </a:tc>
                <a:tc>
                  <a:txBody>
                    <a:bodyPr/>
                    <a:lstStyle/>
                    <a:p>
                      <a:pPr indent="0" lvl="0" marL="0" rtl="0" algn="r">
                        <a:lnSpc>
                          <a:spcPct val="115000"/>
                        </a:lnSpc>
                        <a:spcBef>
                          <a:spcPts val="0"/>
                        </a:spcBef>
                        <a:spcAft>
                          <a:spcPts val="0"/>
                        </a:spcAft>
                        <a:buNone/>
                      </a:pPr>
                      <a:r>
                        <a:rPr lang="en" sz="1000"/>
                        <a:t>49.26%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C78"/>
                    </a:solidFill>
                  </a:tcPr>
                </a:tc>
              </a:tr>
              <a:tr h="382475">
                <a:tc>
                  <a:txBody>
                    <a:bodyPr/>
                    <a:lstStyle/>
                    <a:p>
                      <a:pPr indent="0" lvl="0" marL="0" rtl="0" algn="l">
                        <a:lnSpc>
                          <a:spcPct val="115000"/>
                        </a:lnSpc>
                        <a:spcBef>
                          <a:spcPts val="0"/>
                        </a:spcBef>
                        <a:spcAft>
                          <a:spcPts val="0"/>
                        </a:spcAft>
                        <a:buNone/>
                      </a:pPr>
                      <a:r>
                        <a:rPr lang="en" sz="1000"/>
                        <a:t>Gaussian Naive Bayes</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80.24%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A7A"/>
                    </a:solidFill>
                  </a:tcPr>
                </a:tc>
                <a:tc>
                  <a:txBody>
                    <a:bodyPr/>
                    <a:lstStyle/>
                    <a:p>
                      <a:pPr indent="0" lvl="0" marL="0" rtl="0" algn="r">
                        <a:lnSpc>
                          <a:spcPct val="115000"/>
                        </a:lnSpc>
                        <a:spcBef>
                          <a:spcPts val="0"/>
                        </a:spcBef>
                        <a:spcAft>
                          <a:spcPts val="0"/>
                        </a:spcAft>
                        <a:buNone/>
                      </a:pPr>
                      <a:r>
                        <a:rPr lang="en" sz="1000"/>
                        <a:t>77.42%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BCF7F"/>
                    </a:solidFill>
                  </a:tcPr>
                </a:tc>
                <a:tc>
                  <a:txBody>
                    <a:bodyPr/>
                    <a:lstStyle/>
                    <a:p>
                      <a:pPr indent="0" lvl="0" marL="0" rtl="0" algn="r">
                        <a:lnSpc>
                          <a:spcPct val="115000"/>
                        </a:lnSpc>
                        <a:spcBef>
                          <a:spcPts val="0"/>
                        </a:spcBef>
                        <a:spcAft>
                          <a:spcPts val="0"/>
                        </a:spcAft>
                        <a:buNone/>
                      </a:pPr>
                      <a:r>
                        <a:rPr lang="en" sz="1000"/>
                        <a:t>0.49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4D680"/>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276"/>
                    </a:solidFill>
                  </a:tcPr>
                </a:tc>
                <a:tc>
                  <a:txBody>
                    <a:bodyPr/>
                    <a:lstStyle/>
                    <a:p>
                      <a:pPr indent="0" lvl="0" marL="0" rtl="0" algn="r">
                        <a:lnSpc>
                          <a:spcPct val="115000"/>
                        </a:lnSpc>
                        <a:spcBef>
                          <a:spcPts val="0"/>
                        </a:spcBef>
                        <a:spcAft>
                          <a:spcPts val="0"/>
                        </a:spcAft>
                        <a:buNone/>
                      </a:pPr>
                      <a:r>
                        <a:rPr lang="en" sz="1000"/>
                        <a:t>0.51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9D27F"/>
                    </a:solidFill>
                  </a:tcPr>
                </a:tc>
                <a:tc>
                  <a:txBody>
                    <a:bodyPr/>
                    <a:lstStyle/>
                    <a:p>
                      <a:pPr indent="0" lvl="0" marL="0" rtl="0" algn="r">
                        <a:lnSpc>
                          <a:spcPct val="115000"/>
                        </a:lnSpc>
                        <a:spcBef>
                          <a:spcPts val="0"/>
                        </a:spcBef>
                        <a:spcAft>
                          <a:spcPts val="0"/>
                        </a:spcAft>
                        <a:buNone/>
                      </a:pPr>
                      <a:r>
                        <a:rPr lang="en" sz="1100">
                          <a:solidFill>
                            <a:srgbClr val="212121"/>
                          </a:solidFill>
                        </a:rPr>
                        <a:t>68.79%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D780"/>
                    </a:solidFill>
                  </a:tcPr>
                </a:tc>
                <a:tc>
                  <a:txBody>
                    <a:bodyPr/>
                    <a:lstStyle/>
                    <a:p>
                      <a:pPr indent="0" lvl="0" marL="0" rtl="0" algn="r">
                        <a:lnSpc>
                          <a:spcPct val="115000"/>
                        </a:lnSpc>
                        <a:spcBef>
                          <a:spcPts val="0"/>
                        </a:spcBef>
                        <a:spcAft>
                          <a:spcPts val="0"/>
                        </a:spcAft>
                        <a:buNone/>
                      </a:pPr>
                      <a:r>
                        <a:rPr lang="en" sz="1100">
                          <a:solidFill>
                            <a:srgbClr val="212121"/>
                          </a:solidFill>
                        </a:rPr>
                        <a:t>0.384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6E082"/>
                    </a:solidFill>
                  </a:tcPr>
                </a:tc>
                <a:tc>
                  <a:txBody>
                    <a:bodyPr/>
                    <a:lstStyle/>
                    <a:p>
                      <a:pPr indent="0" lvl="0" marL="0" rtl="0" algn="r">
                        <a:lnSpc>
                          <a:spcPct val="115000"/>
                        </a:lnSpc>
                        <a:spcBef>
                          <a:spcPts val="0"/>
                        </a:spcBef>
                        <a:spcAft>
                          <a:spcPts val="0"/>
                        </a:spcAft>
                        <a:buNone/>
                      </a:pPr>
                      <a:r>
                        <a:rPr lang="en" sz="1000"/>
                        <a:t>0.384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DE81"/>
                    </a:solidFill>
                  </a:tcPr>
                </a:tc>
                <a:tc>
                  <a:txBody>
                    <a:bodyPr/>
                    <a:lstStyle/>
                    <a:p>
                      <a:pPr indent="0" lvl="0" marL="0" rtl="0" algn="r">
                        <a:lnSpc>
                          <a:spcPct val="115000"/>
                        </a:lnSpc>
                        <a:spcBef>
                          <a:spcPts val="0"/>
                        </a:spcBef>
                        <a:spcAft>
                          <a:spcPts val="0"/>
                        </a:spcAft>
                        <a:buNone/>
                      </a:pPr>
                      <a:r>
                        <a:rPr lang="en" sz="1100">
                          <a:solidFill>
                            <a:srgbClr val="212121"/>
                          </a:solidFill>
                        </a:rPr>
                        <a:t>52.52%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8D780"/>
                    </a:solidFill>
                  </a:tcPr>
                </a:tc>
              </a:tr>
              <a:tr h="229475">
                <a:tc>
                  <a:txBody>
                    <a:bodyPr/>
                    <a:lstStyle/>
                    <a:p>
                      <a:pPr indent="0" lvl="0" marL="0" rtl="0" algn="l">
                        <a:lnSpc>
                          <a:spcPct val="115000"/>
                        </a:lnSpc>
                        <a:spcBef>
                          <a:spcPts val="0"/>
                        </a:spcBef>
                        <a:spcAft>
                          <a:spcPts val="0"/>
                        </a:spcAft>
                        <a:buNone/>
                      </a:pPr>
                      <a:r>
                        <a:rPr lang="en" sz="1000"/>
                        <a:t>SVC</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79.40%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76.92%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ED981"/>
                    </a:solidFill>
                  </a:tcPr>
                </a:tc>
                <a:tc>
                  <a:txBody>
                    <a:bodyPr/>
                    <a:lstStyle/>
                    <a:p>
                      <a:pPr indent="0" lvl="0" marL="0" rtl="0" algn="r">
                        <a:lnSpc>
                          <a:spcPct val="115000"/>
                        </a:lnSpc>
                        <a:spcBef>
                          <a:spcPts val="0"/>
                        </a:spcBef>
                        <a:spcAft>
                          <a:spcPts val="0"/>
                        </a:spcAft>
                        <a:buNone/>
                      </a:pPr>
                      <a:r>
                        <a:rPr lang="en" sz="1000"/>
                        <a:t>0.56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70.70%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0.397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6C97E"/>
                    </a:solidFill>
                  </a:tcPr>
                </a:tc>
                <a:tc>
                  <a:txBody>
                    <a:bodyPr/>
                    <a:lstStyle/>
                    <a:p>
                      <a:pPr indent="0" lvl="0" marL="0" rtl="0" algn="r">
                        <a:lnSpc>
                          <a:spcPct val="115000"/>
                        </a:lnSpc>
                        <a:spcBef>
                          <a:spcPts val="0"/>
                        </a:spcBef>
                        <a:spcAft>
                          <a:spcPts val="0"/>
                        </a:spcAft>
                        <a:buNone/>
                      </a:pPr>
                      <a:r>
                        <a:rPr lang="en" sz="1100">
                          <a:solidFill>
                            <a:srgbClr val="212121"/>
                          </a:solidFill>
                        </a:rPr>
                        <a:t>0.398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98CE7F"/>
                    </a:solidFill>
                  </a:tcPr>
                </a:tc>
                <a:tc>
                  <a:txBody>
                    <a:bodyPr/>
                    <a:lstStyle/>
                    <a:p>
                      <a:pPr indent="0" lvl="0" marL="0" rtl="0" algn="r">
                        <a:lnSpc>
                          <a:spcPct val="115000"/>
                        </a:lnSpc>
                        <a:spcBef>
                          <a:spcPts val="0"/>
                        </a:spcBef>
                        <a:spcAft>
                          <a:spcPts val="0"/>
                        </a:spcAft>
                        <a:buNone/>
                      </a:pPr>
                      <a:r>
                        <a:rPr lang="en" sz="1000"/>
                        <a:t>49.26%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D78"/>
                    </a:solidFill>
                  </a:tcPr>
                </a:tc>
              </a:tr>
              <a:tr h="190400">
                <a:tc>
                  <a:txBody>
                    <a:bodyPr/>
                    <a:lstStyle/>
                    <a:p>
                      <a:pPr indent="0" lvl="0" marL="0" rtl="0" algn="l">
                        <a:lnSpc>
                          <a:spcPct val="115000"/>
                        </a:lnSpc>
                        <a:spcBef>
                          <a:spcPts val="0"/>
                        </a:spcBef>
                        <a:spcAft>
                          <a:spcPts val="0"/>
                        </a:spcAft>
                        <a:buNone/>
                      </a:pPr>
                      <a:r>
                        <a:rPr lang="en" sz="1000"/>
                        <a:t>KNN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82.75%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75.07%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F7B"/>
                    </a:solidFill>
                  </a:tcPr>
                </a:tc>
                <a:tc>
                  <a:txBody>
                    <a:bodyPr/>
                    <a:lstStyle/>
                    <a:p>
                      <a:pPr indent="0" lvl="0" marL="0" rtl="0" algn="r">
                        <a:lnSpc>
                          <a:spcPct val="115000"/>
                        </a:lnSpc>
                        <a:spcBef>
                          <a:spcPts val="0"/>
                        </a:spcBef>
                        <a:spcAft>
                          <a:spcPts val="0"/>
                        </a:spcAft>
                        <a:buNone/>
                      </a:pPr>
                      <a:r>
                        <a:rPr lang="en" sz="1000"/>
                        <a:t>0.36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0.65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0.46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276"/>
                    </a:solidFill>
                  </a:tcPr>
                </a:tc>
                <a:tc>
                  <a:txBody>
                    <a:bodyPr/>
                    <a:lstStyle/>
                    <a:p>
                      <a:pPr indent="0" lvl="0" marL="0" rtl="0" algn="r">
                        <a:lnSpc>
                          <a:spcPct val="115000"/>
                        </a:lnSpc>
                        <a:spcBef>
                          <a:spcPts val="0"/>
                        </a:spcBef>
                        <a:spcAft>
                          <a:spcPts val="0"/>
                        </a:spcAft>
                        <a:buNone/>
                      </a:pPr>
                      <a:r>
                        <a:rPr lang="en" sz="1100">
                          <a:solidFill>
                            <a:srgbClr val="212121"/>
                          </a:solidFill>
                        </a:rPr>
                        <a:t>65.49%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A9E75"/>
                    </a:solidFill>
                  </a:tcPr>
                </a:tc>
                <a:tc>
                  <a:txBody>
                    <a:bodyPr/>
                    <a:lstStyle/>
                    <a:p>
                      <a:pPr indent="0" lvl="0" marL="0" rtl="0" algn="r">
                        <a:lnSpc>
                          <a:spcPct val="115000"/>
                        </a:lnSpc>
                        <a:spcBef>
                          <a:spcPts val="0"/>
                        </a:spcBef>
                        <a:spcAft>
                          <a:spcPts val="0"/>
                        </a:spcAft>
                        <a:buNone/>
                      </a:pPr>
                      <a:r>
                        <a:rPr lang="en" sz="1100">
                          <a:solidFill>
                            <a:srgbClr val="212121"/>
                          </a:solidFill>
                        </a:rPr>
                        <a:t>0.37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880"/>
                    </a:solidFill>
                  </a:tcPr>
                </a:tc>
                <a:tc>
                  <a:txBody>
                    <a:bodyPr/>
                    <a:lstStyle/>
                    <a:p>
                      <a:pPr indent="0" lvl="0" marL="0" rtl="0" algn="r">
                        <a:lnSpc>
                          <a:spcPct val="115000"/>
                        </a:lnSpc>
                        <a:spcBef>
                          <a:spcPts val="0"/>
                        </a:spcBef>
                        <a:spcAft>
                          <a:spcPts val="0"/>
                        </a:spcAft>
                        <a:buNone/>
                      </a:pPr>
                      <a:r>
                        <a:rPr lang="en" sz="1000"/>
                        <a:t>0.393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0DE82"/>
                    </a:solidFill>
                  </a:tcPr>
                </a:tc>
                <a:tc>
                  <a:txBody>
                    <a:bodyPr/>
                    <a:lstStyle/>
                    <a:p>
                      <a:pPr indent="0" lvl="0" marL="0" rtl="0" algn="r">
                        <a:lnSpc>
                          <a:spcPct val="115000"/>
                        </a:lnSpc>
                        <a:spcBef>
                          <a:spcPts val="0"/>
                        </a:spcBef>
                        <a:spcAft>
                          <a:spcPts val="0"/>
                        </a:spcAft>
                        <a:buNone/>
                      </a:pPr>
                      <a:r>
                        <a:rPr lang="en" sz="1100">
                          <a:solidFill>
                            <a:srgbClr val="212121"/>
                          </a:solidFill>
                        </a:rPr>
                        <a:t>52.09%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9DC81"/>
                    </a:solidFill>
                  </a:tcPr>
                </a:tc>
              </a:tr>
              <a:tr h="200175">
                <a:tc>
                  <a:txBody>
                    <a:bodyPr/>
                    <a:lstStyle/>
                    <a:p>
                      <a:pPr indent="0" lvl="0" marL="0" rtl="0" algn="l">
                        <a:lnSpc>
                          <a:spcPct val="115000"/>
                        </a:lnSpc>
                        <a:spcBef>
                          <a:spcPts val="0"/>
                        </a:spcBef>
                        <a:spcAft>
                          <a:spcPts val="0"/>
                        </a:spcAft>
                        <a:buNone/>
                      </a:pPr>
                      <a:r>
                        <a:rPr lang="en" sz="1000"/>
                        <a:t>Bagged Decision Tree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81.00%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CE683"/>
                    </a:solidFill>
                  </a:tcPr>
                </a:tc>
                <a:tc>
                  <a:txBody>
                    <a:bodyPr/>
                    <a:lstStyle/>
                    <a:p>
                      <a:pPr indent="0" lvl="0" marL="0" rtl="0" algn="r">
                        <a:lnSpc>
                          <a:spcPct val="115000"/>
                        </a:lnSpc>
                        <a:spcBef>
                          <a:spcPts val="0"/>
                        </a:spcBef>
                        <a:spcAft>
                          <a:spcPts val="0"/>
                        </a:spcAft>
                        <a:buNone/>
                      </a:pPr>
                      <a:r>
                        <a:rPr lang="en" sz="1100">
                          <a:solidFill>
                            <a:srgbClr val="212121"/>
                          </a:solidFill>
                        </a:rPr>
                        <a:t>73.20%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0.36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9E583"/>
                    </a:solidFill>
                  </a:tcPr>
                </a:tc>
                <a:tc>
                  <a:txBody>
                    <a:bodyPr/>
                    <a:lstStyle/>
                    <a:p>
                      <a:pPr indent="0" lvl="0" marL="0" rtl="0" algn="r">
                        <a:lnSpc>
                          <a:spcPct val="115000"/>
                        </a:lnSpc>
                        <a:spcBef>
                          <a:spcPts val="0"/>
                        </a:spcBef>
                        <a:spcAft>
                          <a:spcPts val="0"/>
                        </a:spcAft>
                        <a:buNone/>
                      </a:pPr>
                      <a:r>
                        <a:rPr lang="en" sz="1000"/>
                        <a:t>0.44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64.35%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0.331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0.343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47.71%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r>
            </a:tbl>
          </a:graphicData>
        </a:graphic>
      </p:graphicFrame>
      <p:sp>
        <p:nvSpPr>
          <p:cNvPr id="1472" name="Google Shape;1472;p54"/>
          <p:cNvSpPr txBox="1"/>
          <p:nvPr/>
        </p:nvSpPr>
        <p:spPr>
          <a:xfrm>
            <a:off x="221550" y="2090650"/>
            <a:ext cx="8700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u="sng"/>
              <a:t>Result 2:</a:t>
            </a:r>
            <a:r>
              <a:rPr b="1" lang="en"/>
              <a:t> Using </a:t>
            </a:r>
            <a:r>
              <a:rPr b="1" lang="en"/>
              <a:t>undersampling </a:t>
            </a:r>
            <a:r>
              <a:rPr b="1" lang="en"/>
              <a:t>and oversampling reduces test set accuracy and precision for most of the algorithms but it improves all the classification metrics by only a small extent. Recall has improved a lot. </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graphicFrame>
        <p:nvGraphicFramePr>
          <p:cNvPr id="1477" name="Google Shape;1477;p55"/>
          <p:cNvGraphicFramePr/>
          <p:nvPr/>
        </p:nvGraphicFramePr>
        <p:xfrm>
          <a:off x="209975" y="3032575"/>
          <a:ext cx="3000000" cy="3000000"/>
        </p:xfrm>
        <a:graphic>
          <a:graphicData uri="http://schemas.openxmlformats.org/drawingml/2006/table">
            <a:tbl>
              <a:tblPr>
                <a:noFill/>
                <a:tableStyleId>{5F93758C-EC05-4D92-9689-7787033917A6}</a:tableStyleId>
              </a:tblPr>
              <a:tblGrid>
                <a:gridCol w="1469500"/>
                <a:gridCol w="627575"/>
                <a:gridCol w="835950"/>
                <a:gridCol w="581975"/>
                <a:gridCol w="751300"/>
                <a:gridCol w="751300"/>
                <a:gridCol w="974900"/>
                <a:gridCol w="787050"/>
                <a:gridCol w="992775"/>
                <a:gridCol w="796000"/>
              </a:tblGrid>
              <a:tr h="212225">
                <a:tc gridSpan="10">
                  <a:txBody>
                    <a:bodyPr/>
                    <a:lstStyle/>
                    <a:p>
                      <a:pPr indent="0" lvl="0" marL="0" rtl="0" algn="ctr">
                        <a:lnSpc>
                          <a:spcPct val="115000"/>
                        </a:lnSpc>
                        <a:spcBef>
                          <a:spcPts val="0"/>
                        </a:spcBef>
                        <a:spcAft>
                          <a:spcPts val="0"/>
                        </a:spcAft>
                        <a:buNone/>
                      </a:pPr>
                      <a:r>
                        <a:rPr b="1" lang="en" sz="1000"/>
                        <a:t>TUNED and Balanced (Final Models)</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c hMerge="1"/>
                <a:tc hMerge="1"/>
                <a:tc hMerge="1"/>
                <a:tc hMerge="1"/>
                <a:tc hMerge="1"/>
              </a:tr>
              <a:tr h="424425">
                <a:tc>
                  <a:txBody>
                    <a:bodyPr/>
                    <a:lstStyle/>
                    <a:p>
                      <a:pPr indent="0" lvl="0" marL="0" rtl="0" algn="l">
                        <a:lnSpc>
                          <a:spcPct val="115000"/>
                        </a:lnSpc>
                        <a:spcBef>
                          <a:spcPts val="0"/>
                        </a:spcBef>
                        <a:spcAft>
                          <a:spcPts val="0"/>
                        </a:spcAft>
                        <a:buNone/>
                      </a:pPr>
                      <a:r>
                        <a:rPr b="1" lang="en" sz="1000"/>
                        <a:t>ML Algorithms</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AUC - ROC</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Recall</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Precision</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F1 Score</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Balanced 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Cohen’s Kappa</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Matthews corr_coef</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t>AUC PR curve</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1500">
                <a:tc>
                  <a:txBody>
                    <a:bodyPr/>
                    <a:lstStyle/>
                    <a:p>
                      <a:pPr indent="0" lvl="0" marL="0" rtl="0" algn="l">
                        <a:lnSpc>
                          <a:spcPct val="115000"/>
                        </a:lnSpc>
                        <a:spcBef>
                          <a:spcPts val="0"/>
                        </a:spcBef>
                        <a:spcAft>
                          <a:spcPts val="0"/>
                        </a:spcAft>
                        <a:buNone/>
                      </a:pPr>
                      <a:r>
                        <a:rPr lang="en" sz="1000"/>
                        <a:t>Logistic Regression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80.52%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CCA7E"/>
                    </a:solidFill>
                  </a:tcPr>
                </a:tc>
                <a:tc>
                  <a:txBody>
                    <a:bodyPr/>
                    <a:lstStyle/>
                    <a:p>
                      <a:pPr indent="0" lvl="0" marL="0" rtl="0" algn="r">
                        <a:lnSpc>
                          <a:spcPct val="115000"/>
                        </a:lnSpc>
                        <a:spcBef>
                          <a:spcPts val="0"/>
                        </a:spcBef>
                        <a:spcAft>
                          <a:spcPts val="0"/>
                        </a:spcAft>
                        <a:buNone/>
                      </a:pPr>
                      <a:r>
                        <a:rPr lang="en" sz="1100">
                          <a:solidFill>
                            <a:srgbClr val="212121"/>
                          </a:solidFill>
                        </a:rPr>
                        <a:t>78.16%</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0C77D"/>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70.09%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5C47D"/>
                    </a:solidFill>
                  </a:tcPr>
                </a:tc>
                <a:tc>
                  <a:txBody>
                    <a:bodyPr/>
                    <a:lstStyle/>
                    <a:p>
                      <a:pPr indent="0" lvl="0" marL="0" rtl="0" algn="r">
                        <a:lnSpc>
                          <a:spcPct val="115000"/>
                        </a:lnSpc>
                        <a:spcBef>
                          <a:spcPts val="0"/>
                        </a:spcBef>
                        <a:spcAft>
                          <a:spcPts val="0"/>
                        </a:spcAft>
                        <a:buNone/>
                      </a:pPr>
                      <a:r>
                        <a:rPr lang="en" sz="1100">
                          <a:solidFill>
                            <a:srgbClr val="212121"/>
                          </a:solidFill>
                        </a:rPr>
                        <a:t>0.403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6C87D"/>
                    </a:solidFill>
                  </a:tcPr>
                </a:tc>
                <a:tc>
                  <a:txBody>
                    <a:bodyPr/>
                    <a:lstStyle/>
                    <a:p>
                      <a:pPr indent="0" lvl="0" marL="0" rtl="0" algn="r">
                        <a:lnSpc>
                          <a:spcPct val="115000"/>
                        </a:lnSpc>
                        <a:spcBef>
                          <a:spcPts val="0"/>
                        </a:spcBef>
                        <a:spcAft>
                          <a:spcPts val="0"/>
                        </a:spcAft>
                        <a:buNone/>
                      </a:pPr>
                      <a:r>
                        <a:rPr lang="en" sz="1000"/>
                        <a:t>0.403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7C97E"/>
                    </a:solidFill>
                  </a:tcPr>
                </a:tc>
                <a:tc>
                  <a:txBody>
                    <a:bodyPr/>
                    <a:lstStyle/>
                    <a:p>
                      <a:pPr indent="0" lvl="0" marL="0" rtl="0" algn="r">
                        <a:lnSpc>
                          <a:spcPct val="115000"/>
                        </a:lnSpc>
                        <a:spcBef>
                          <a:spcPts val="0"/>
                        </a:spcBef>
                        <a:spcAft>
                          <a:spcPts val="0"/>
                        </a:spcAft>
                        <a:buNone/>
                      </a:pPr>
                      <a:r>
                        <a:rPr lang="en" sz="1100">
                          <a:solidFill>
                            <a:srgbClr val="212121"/>
                          </a:solidFill>
                        </a:rPr>
                        <a:t>54.68%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r>
              <a:tr h="231500">
                <a:tc>
                  <a:txBody>
                    <a:bodyPr/>
                    <a:lstStyle/>
                    <a:p>
                      <a:pPr indent="0" lvl="0" marL="0" rtl="0" algn="l">
                        <a:lnSpc>
                          <a:spcPct val="115000"/>
                        </a:lnSpc>
                        <a:spcBef>
                          <a:spcPts val="0"/>
                        </a:spcBef>
                        <a:spcAft>
                          <a:spcPts val="0"/>
                        </a:spcAft>
                        <a:buNone/>
                      </a:pPr>
                      <a:r>
                        <a:rPr lang="en" sz="1000"/>
                        <a:t>Random Forest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78.21%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57F"/>
                    </a:solidFill>
                  </a:tcPr>
                </a:tc>
                <a:tc>
                  <a:txBody>
                    <a:bodyPr/>
                    <a:lstStyle/>
                    <a:p>
                      <a:pPr indent="0" lvl="0" marL="0" rtl="0" algn="r">
                        <a:lnSpc>
                          <a:spcPct val="115000"/>
                        </a:lnSpc>
                        <a:spcBef>
                          <a:spcPts val="0"/>
                        </a:spcBef>
                        <a:spcAft>
                          <a:spcPts val="0"/>
                        </a:spcAft>
                        <a:buNone/>
                      </a:pPr>
                      <a:r>
                        <a:rPr lang="en" sz="1100">
                          <a:solidFill>
                            <a:srgbClr val="212121"/>
                          </a:solidFill>
                        </a:rPr>
                        <a:t>74.38%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C7E"/>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0.47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C7E"/>
                    </a:solidFill>
                  </a:tcPr>
                </a:tc>
                <a:tc>
                  <a:txBody>
                    <a:bodyPr/>
                    <a:lstStyle/>
                    <a:p>
                      <a:pPr indent="0" lvl="0" marL="0" rtl="0" algn="r">
                        <a:lnSpc>
                          <a:spcPct val="115000"/>
                        </a:lnSpc>
                        <a:spcBef>
                          <a:spcPts val="0"/>
                        </a:spcBef>
                        <a:spcAft>
                          <a:spcPts val="0"/>
                        </a:spcAft>
                        <a:buNone/>
                      </a:pPr>
                      <a:r>
                        <a:rPr lang="en" sz="1000"/>
                        <a:t>0.5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A7D"/>
                    </a:solidFill>
                  </a:tcPr>
                </a:tc>
                <a:tc>
                  <a:txBody>
                    <a:bodyPr/>
                    <a:lstStyle/>
                    <a:p>
                      <a:pPr indent="0" lvl="0" marL="0" rtl="0" algn="r">
                        <a:lnSpc>
                          <a:spcPct val="115000"/>
                        </a:lnSpc>
                        <a:spcBef>
                          <a:spcPts val="0"/>
                        </a:spcBef>
                        <a:spcAft>
                          <a:spcPts val="0"/>
                        </a:spcAft>
                        <a:buNone/>
                      </a:pPr>
                      <a:r>
                        <a:rPr lang="en" sz="1100">
                          <a:solidFill>
                            <a:srgbClr val="212121"/>
                          </a:solidFill>
                        </a:rPr>
                        <a:t>68.44%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B7A"/>
                    </a:solidFill>
                  </a:tcPr>
                </a:tc>
                <a:tc>
                  <a:txBody>
                    <a:bodyPr/>
                    <a:lstStyle/>
                    <a:p>
                      <a:pPr indent="0" lvl="0" marL="0" rtl="0" algn="r">
                        <a:lnSpc>
                          <a:spcPct val="115000"/>
                        </a:lnSpc>
                        <a:spcBef>
                          <a:spcPts val="0"/>
                        </a:spcBef>
                        <a:spcAft>
                          <a:spcPts val="0"/>
                        </a:spcAft>
                        <a:buNone/>
                      </a:pPr>
                      <a:r>
                        <a:rPr lang="en" sz="1100">
                          <a:solidFill>
                            <a:srgbClr val="212121"/>
                          </a:solidFill>
                        </a:rPr>
                        <a:t>0.357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A7D"/>
                    </a:solidFill>
                  </a:tcPr>
                </a:tc>
                <a:tc>
                  <a:txBody>
                    <a:bodyPr/>
                    <a:lstStyle/>
                    <a:p>
                      <a:pPr indent="0" lvl="0" marL="0" rtl="0" algn="r">
                        <a:lnSpc>
                          <a:spcPct val="115000"/>
                        </a:lnSpc>
                        <a:spcBef>
                          <a:spcPts val="0"/>
                        </a:spcBef>
                        <a:spcAft>
                          <a:spcPts val="0"/>
                        </a:spcAft>
                        <a:buNone/>
                      </a:pPr>
                      <a:r>
                        <a:rPr lang="en" sz="1100">
                          <a:solidFill>
                            <a:srgbClr val="212121"/>
                          </a:solidFill>
                        </a:rPr>
                        <a:t>0.357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87D"/>
                    </a:solidFill>
                  </a:tcPr>
                </a:tc>
                <a:tc>
                  <a:txBody>
                    <a:bodyPr/>
                    <a:lstStyle/>
                    <a:p>
                      <a:pPr indent="0" lvl="0" marL="0" rtl="0" algn="r">
                        <a:lnSpc>
                          <a:spcPct val="115000"/>
                        </a:lnSpc>
                        <a:spcBef>
                          <a:spcPts val="0"/>
                        </a:spcBef>
                        <a:spcAft>
                          <a:spcPts val="0"/>
                        </a:spcAft>
                        <a:buNone/>
                      </a:pPr>
                      <a:r>
                        <a:rPr lang="en" sz="1100">
                          <a:solidFill>
                            <a:srgbClr val="212121"/>
                          </a:solidFill>
                        </a:rPr>
                        <a:t>49.23%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A7D"/>
                    </a:solidFill>
                  </a:tcPr>
                </a:tc>
              </a:tr>
              <a:tr h="184000">
                <a:tc>
                  <a:txBody>
                    <a:bodyPr/>
                    <a:lstStyle/>
                    <a:p>
                      <a:pPr indent="0" lvl="0" marL="0" rtl="0" algn="l">
                        <a:lnSpc>
                          <a:spcPct val="115000"/>
                        </a:lnSpc>
                        <a:spcBef>
                          <a:spcPts val="0"/>
                        </a:spcBef>
                        <a:spcAft>
                          <a:spcPts val="0"/>
                        </a:spcAft>
                        <a:buNone/>
                      </a:pPr>
                      <a:r>
                        <a:rPr lang="en" sz="1000"/>
                        <a:t>Gaussian Naive Bayes</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79.53%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1DE82"/>
                    </a:solidFill>
                  </a:tcPr>
                </a:tc>
                <a:tc>
                  <a:txBody>
                    <a:bodyPr/>
                    <a:lstStyle/>
                    <a:p>
                      <a:pPr indent="0" lvl="0" marL="0" rtl="0" algn="r">
                        <a:lnSpc>
                          <a:spcPct val="115000"/>
                        </a:lnSpc>
                        <a:spcBef>
                          <a:spcPts val="0"/>
                        </a:spcBef>
                        <a:spcAft>
                          <a:spcPts val="0"/>
                        </a:spcAft>
                        <a:buNone/>
                      </a:pPr>
                      <a:r>
                        <a:rPr lang="en" sz="1100">
                          <a:solidFill>
                            <a:srgbClr val="212121"/>
                          </a:solidFill>
                        </a:rPr>
                        <a:t>77.41%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FCB7E"/>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1D580"/>
                    </a:solidFill>
                  </a:tcPr>
                </a:tc>
                <a:tc>
                  <a:txBody>
                    <a:bodyPr/>
                    <a:lstStyle/>
                    <a:p>
                      <a:pPr indent="0" lvl="0" marL="0" rtl="0" algn="r">
                        <a:lnSpc>
                          <a:spcPct val="115000"/>
                        </a:lnSpc>
                        <a:spcBef>
                          <a:spcPts val="0"/>
                        </a:spcBef>
                        <a:spcAft>
                          <a:spcPts val="0"/>
                        </a:spcAft>
                        <a:buNone/>
                      </a:pPr>
                      <a:r>
                        <a:rPr lang="en" sz="1000"/>
                        <a:t>0.5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5DF82"/>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1D580"/>
                    </a:solidFill>
                  </a:tcPr>
                </a:tc>
                <a:tc>
                  <a:txBody>
                    <a:bodyPr/>
                    <a:lstStyle/>
                    <a:p>
                      <a:pPr indent="0" lvl="0" marL="0" rtl="0" algn="r">
                        <a:lnSpc>
                          <a:spcPct val="115000"/>
                        </a:lnSpc>
                        <a:spcBef>
                          <a:spcPts val="0"/>
                        </a:spcBef>
                        <a:spcAft>
                          <a:spcPts val="0"/>
                        </a:spcAft>
                        <a:buNone/>
                      </a:pPr>
                      <a:r>
                        <a:rPr lang="en" sz="1100">
                          <a:solidFill>
                            <a:srgbClr val="212121"/>
                          </a:solidFill>
                        </a:rPr>
                        <a:t>69.78%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1D07F"/>
                    </a:solidFill>
                  </a:tcPr>
                </a:tc>
                <a:tc>
                  <a:txBody>
                    <a:bodyPr/>
                    <a:lstStyle/>
                    <a:p>
                      <a:pPr indent="0" lvl="0" marL="0" rtl="0" algn="r">
                        <a:lnSpc>
                          <a:spcPct val="115000"/>
                        </a:lnSpc>
                        <a:spcBef>
                          <a:spcPts val="0"/>
                        </a:spcBef>
                        <a:spcAft>
                          <a:spcPts val="0"/>
                        </a:spcAft>
                        <a:buNone/>
                      </a:pPr>
                      <a:r>
                        <a:rPr lang="en" sz="1000"/>
                        <a:t>0.388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3DA81"/>
                    </a:solidFill>
                  </a:tcPr>
                </a:tc>
                <a:tc>
                  <a:txBody>
                    <a:bodyPr/>
                    <a:lstStyle/>
                    <a:p>
                      <a:pPr indent="0" lvl="0" marL="0" rtl="0" algn="r">
                        <a:lnSpc>
                          <a:spcPct val="115000"/>
                        </a:lnSpc>
                        <a:spcBef>
                          <a:spcPts val="0"/>
                        </a:spcBef>
                        <a:spcAft>
                          <a:spcPts val="0"/>
                        </a:spcAft>
                        <a:buNone/>
                      </a:pPr>
                      <a:r>
                        <a:rPr lang="en" sz="1000"/>
                        <a:t>0.388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3DA81"/>
                    </a:solidFill>
                  </a:tcPr>
                </a:tc>
                <a:tc>
                  <a:txBody>
                    <a:bodyPr/>
                    <a:lstStyle/>
                    <a:p>
                      <a:pPr indent="0" lvl="0" marL="0" rtl="0" algn="r">
                        <a:lnSpc>
                          <a:spcPct val="115000"/>
                        </a:lnSpc>
                        <a:spcBef>
                          <a:spcPts val="0"/>
                        </a:spcBef>
                        <a:spcAft>
                          <a:spcPts val="0"/>
                        </a:spcAft>
                        <a:buNone/>
                      </a:pPr>
                      <a:r>
                        <a:rPr lang="en" sz="1100">
                          <a:solidFill>
                            <a:srgbClr val="212121"/>
                          </a:solidFill>
                        </a:rPr>
                        <a:t>52.51%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8D27F"/>
                    </a:solidFill>
                  </a:tcPr>
                </a:tc>
              </a:tr>
              <a:tr h="231500">
                <a:tc>
                  <a:txBody>
                    <a:bodyPr/>
                    <a:lstStyle/>
                    <a:p>
                      <a:pPr indent="0" lvl="0" marL="0" rtl="0" algn="l">
                        <a:lnSpc>
                          <a:spcPct val="115000"/>
                        </a:lnSpc>
                        <a:spcBef>
                          <a:spcPts val="0"/>
                        </a:spcBef>
                        <a:spcAft>
                          <a:spcPts val="0"/>
                        </a:spcAft>
                        <a:buNone/>
                      </a:pPr>
                      <a:r>
                        <a:rPr lang="en" sz="1000"/>
                        <a:t>SVC</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81.09%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76.54%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DA81"/>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70.21%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0.412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0.412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50.28%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784"/>
                    </a:solidFill>
                  </a:tcPr>
                </a:tc>
              </a:tr>
              <a:tr h="231500">
                <a:tc>
                  <a:txBody>
                    <a:bodyPr/>
                    <a:lstStyle/>
                    <a:p>
                      <a:pPr indent="0" lvl="0" marL="0" rtl="0" algn="l">
                        <a:lnSpc>
                          <a:spcPct val="115000"/>
                        </a:lnSpc>
                        <a:spcBef>
                          <a:spcPts val="0"/>
                        </a:spcBef>
                        <a:spcAft>
                          <a:spcPts val="0"/>
                        </a:spcAft>
                        <a:buNone/>
                      </a:pPr>
                      <a:r>
                        <a:rPr lang="en" sz="1000"/>
                        <a:t>KNN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74.84%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70.91%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0.42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0.47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67.30%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0.311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0.315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47.94%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7B6E"/>
                    </a:solidFill>
                  </a:tcPr>
                </a:tc>
              </a:tr>
              <a:tr h="184000">
                <a:tc>
                  <a:txBody>
                    <a:bodyPr/>
                    <a:lstStyle/>
                    <a:p>
                      <a:pPr indent="0" lvl="0" marL="0" rtl="0" algn="l">
                        <a:lnSpc>
                          <a:spcPct val="115000"/>
                        </a:lnSpc>
                        <a:spcBef>
                          <a:spcPts val="0"/>
                        </a:spcBef>
                        <a:spcAft>
                          <a:spcPts val="0"/>
                        </a:spcAft>
                        <a:buNone/>
                      </a:pPr>
                      <a:r>
                        <a:rPr lang="en" sz="1000"/>
                        <a:t>Bagged Decision Tree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77.05%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B078"/>
                    </a:solidFill>
                  </a:tcPr>
                </a:tc>
                <a:tc>
                  <a:txBody>
                    <a:bodyPr/>
                    <a:lstStyle/>
                    <a:p>
                      <a:pPr indent="0" lvl="0" marL="0" rtl="0" algn="r">
                        <a:lnSpc>
                          <a:spcPct val="115000"/>
                        </a:lnSpc>
                        <a:spcBef>
                          <a:spcPts val="0"/>
                        </a:spcBef>
                        <a:spcAft>
                          <a:spcPts val="0"/>
                        </a:spcAft>
                        <a:buNone/>
                      </a:pPr>
                      <a:r>
                        <a:rPr lang="en" sz="1100">
                          <a:solidFill>
                            <a:srgbClr val="212121"/>
                          </a:solidFill>
                        </a:rPr>
                        <a:t>73.52%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379"/>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0.45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576"/>
                    </a:solidFill>
                  </a:tcPr>
                </a:tc>
                <a:tc>
                  <a:txBody>
                    <a:bodyPr/>
                    <a:lstStyle/>
                    <a:p>
                      <a:pPr indent="0" lvl="0" marL="0" rtl="0" algn="r">
                        <a:lnSpc>
                          <a:spcPct val="115000"/>
                        </a:lnSpc>
                        <a:spcBef>
                          <a:spcPts val="0"/>
                        </a:spcBef>
                        <a:spcAft>
                          <a:spcPts val="0"/>
                        </a:spcAft>
                        <a:buNone/>
                      </a:pPr>
                      <a:r>
                        <a:rPr lang="en" sz="1000"/>
                        <a:t>0.48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8971"/>
                    </a:solidFill>
                  </a:tcPr>
                </a:tc>
                <a:tc>
                  <a:txBody>
                    <a:bodyPr/>
                    <a:lstStyle/>
                    <a:p>
                      <a:pPr indent="0" lvl="0" marL="0" rtl="0" algn="r">
                        <a:lnSpc>
                          <a:spcPct val="115000"/>
                        </a:lnSpc>
                        <a:spcBef>
                          <a:spcPts val="0"/>
                        </a:spcBef>
                        <a:spcAft>
                          <a:spcPts val="0"/>
                        </a:spcAft>
                        <a:buNone/>
                      </a:pPr>
                      <a:r>
                        <a:rPr lang="en" sz="1000"/>
                        <a:t>67.69%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8570"/>
                    </a:solidFill>
                  </a:tcPr>
                </a:tc>
                <a:tc>
                  <a:txBody>
                    <a:bodyPr/>
                    <a:lstStyle/>
                    <a:p>
                      <a:pPr indent="0" lvl="0" marL="0" rtl="0" algn="r">
                        <a:lnSpc>
                          <a:spcPct val="115000"/>
                        </a:lnSpc>
                        <a:spcBef>
                          <a:spcPts val="0"/>
                        </a:spcBef>
                        <a:spcAft>
                          <a:spcPts val="0"/>
                        </a:spcAft>
                        <a:buNone/>
                      </a:pPr>
                      <a:r>
                        <a:rPr lang="en" sz="1100">
                          <a:solidFill>
                            <a:srgbClr val="212121"/>
                          </a:solidFill>
                        </a:rPr>
                        <a:t>0.336</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A9D75"/>
                    </a:solidFill>
                  </a:tcPr>
                </a:tc>
                <a:tc>
                  <a:txBody>
                    <a:bodyPr/>
                    <a:lstStyle/>
                    <a:p>
                      <a:pPr indent="0" lvl="0" marL="0" rtl="0" algn="r">
                        <a:lnSpc>
                          <a:spcPct val="115000"/>
                        </a:lnSpc>
                        <a:spcBef>
                          <a:spcPts val="0"/>
                        </a:spcBef>
                        <a:spcAft>
                          <a:spcPts val="0"/>
                        </a:spcAft>
                        <a:buNone/>
                      </a:pPr>
                      <a:r>
                        <a:rPr lang="en" sz="1100">
                          <a:solidFill>
                            <a:srgbClr val="212121"/>
                          </a:solidFill>
                        </a:rPr>
                        <a:t>0.337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A9974"/>
                    </a:solidFill>
                  </a:tcPr>
                </a:tc>
                <a:tc>
                  <a:txBody>
                    <a:bodyPr/>
                    <a:lstStyle/>
                    <a:p>
                      <a:pPr indent="0" lvl="0" marL="0" rtl="0" algn="r">
                        <a:lnSpc>
                          <a:spcPct val="115000"/>
                        </a:lnSpc>
                        <a:spcBef>
                          <a:spcPts val="0"/>
                        </a:spcBef>
                        <a:spcAft>
                          <a:spcPts val="0"/>
                        </a:spcAft>
                        <a:buNone/>
                      </a:pPr>
                      <a:r>
                        <a:rPr lang="en" sz="1000"/>
                        <a:t>47.64%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r>
            </a:tbl>
          </a:graphicData>
        </a:graphic>
      </p:graphicFrame>
      <p:graphicFrame>
        <p:nvGraphicFramePr>
          <p:cNvPr id="1478" name="Google Shape;1478;p55"/>
          <p:cNvGraphicFramePr/>
          <p:nvPr/>
        </p:nvGraphicFramePr>
        <p:xfrm>
          <a:off x="152400" y="110150"/>
          <a:ext cx="3000000" cy="3000000"/>
        </p:xfrm>
        <a:graphic>
          <a:graphicData uri="http://schemas.openxmlformats.org/drawingml/2006/table">
            <a:tbl>
              <a:tblPr>
                <a:noFill/>
                <a:tableStyleId>{5F93758C-EC05-4D92-9689-7787033917A6}</a:tableStyleId>
              </a:tblPr>
              <a:tblGrid>
                <a:gridCol w="1469450"/>
                <a:gridCol w="627575"/>
                <a:gridCol w="835950"/>
                <a:gridCol w="582025"/>
                <a:gridCol w="751300"/>
                <a:gridCol w="751300"/>
                <a:gridCol w="974875"/>
                <a:gridCol w="787075"/>
                <a:gridCol w="992775"/>
                <a:gridCol w="796000"/>
              </a:tblGrid>
              <a:tr h="213975">
                <a:tc gridSpan="10">
                  <a:txBody>
                    <a:bodyPr/>
                    <a:lstStyle/>
                    <a:p>
                      <a:pPr indent="0" lvl="0" marL="0" rtl="0" algn="ctr">
                        <a:lnSpc>
                          <a:spcPct val="115000"/>
                        </a:lnSpc>
                        <a:spcBef>
                          <a:spcPts val="0"/>
                        </a:spcBef>
                        <a:spcAft>
                          <a:spcPts val="0"/>
                        </a:spcAft>
                        <a:buNone/>
                      </a:pPr>
                      <a:r>
                        <a:rPr b="1" lang="en" sz="1000"/>
                        <a:t>No Tuning but with Balancing (Balanced models)</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c hMerge="1"/>
                <a:tc hMerge="1"/>
                <a:tc hMerge="1"/>
                <a:tc hMerge="1"/>
                <a:tc hMerge="1"/>
              </a:tr>
              <a:tr h="427975">
                <a:tc>
                  <a:txBody>
                    <a:bodyPr/>
                    <a:lstStyle/>
                    <a:p>
                      <a:pPr indent="0" lvl="0" marL="0" rtl="0" algn="l">
                        <a:lnSpc>
                          <a:spcPct val="115000"/>
                        </a:lnSpc>
                        <a:spcBef>
                          <a:spcPts val="0"/>
                        </a:spcBef>
                        <a:spcAft>
                          <a:spcPts val="0"/>
                        </a:spcAft>
                        <a:buNone/>
                      </a:pPr>
                      <a:r>
                        <a:rPr b="1" lang="en" sz="1000"/>
                        <a:t>ML Algorithms</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AUC - ROC</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Recall</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Precision</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F1 Score</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Balanced 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Cohen’s Kappa</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Matthews corr_coef</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t>AUC PR curve</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33425">
                <a:tc>
                  <a:txBody>
                    <a:bodyPr/>
                    <a:lstStyle/>
                    <a:p>
                      <a:pPr indent="0" lvl="0" marL="0" rtl="0" algn="l">
                        <a:lnSpc>
                          <a:spcPct val="115000"/>
                        </a:lnSpc>
                        <a:spcBef>
                          <a:spcPts val="0"/>
                        </a:spcBef>
                        <a:spcAft>
                          <a:spcPts val="0"/>
                        </a:spcAft>
                        <a:buNone/>
                      </a:pPr>
                      <a:r>
                        <a:rPr lang="en" sz="1000"/>
                        <a:t>Logistic Regression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83.45%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77.82%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0.33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0.71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0.45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A7A"/>
                    </a:solidFill>
                  </a:tcPr>
                </a:tc>
                <a:tc>
                  <a:txBody>
                    <a:bodyPr/>
                    <a:lstStyle/>
                    <a:p>
                      <a:pPr indent="0" lvl="0" marL="0" rtl="0" algn="r">
                        <a:lnSpc>
                          <a:spcPct val="115000"/>
                        </a:lnSpc>
                        <a:spcBef>
                          <a:spcPts val="0"/>
                        </a:spcBef>
                        <a:spcAft>
                          <a:spcPts val="0"/>
                        </a:spcAft>
                        <a:buNone/>
                      </a:pPr>
                      <a:r>
                        <a:rPr lang="en" sz="1100">
                          <a:solidFill>
                            <a:srgbClr val="212121"/>
                          </a:solidFill>
                        </a:rPr>
                        <a:t>64.82%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977"/>
                    </a:solidFill>
                  </a:tcPr>
                </a:tc>
                <a:tc>
                  <a:txBody>
                    <a:bodyPr/>
                    <a:lstStyle/>
                    <a:p>
                      <a:pPr indent="0" lvl="0" marL="0" rtl="0" algn="r">
                        <a:lnSpc>
                          <a:spcPct val="115000"/>
                        </a:lnSpc>
                        <a:spcBef>
                          <a:spcPts val="0"/>
                        </a:spcBef>
                        <a:spcAft>
                          <a:spcPts val="0"/>
                        </a:spcAft>
                        <a:buNone/>
                      </a:pPr>
                      <a:r>
                        <a:rPr lang="en" sz="1100">
                          <a:solidFill>
                            <a:srgbClr val="212121"/>
                          </a:solidFill>
                        </a:rPr>
                        <a:t>0.37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0E784"/>
                    </a:solidFill>
                  </a:tcPr>
                </a:tc>
                <a:tc>
                  <a:txBody>
                    <a:bodyPr/>
                    <a:lstStyle/>
                    <a:p>
                      <a:pPr indent="0" lvl="0" marL="0" rtl="0" algn="r">
                        <a:lnSpc>
                          <a:spcPct val="115000"/>
                        </a:lnSpc>
                        <a:spcBef>
                          <a:spcPts val="0"/>
                        </a:spcBef>
                        <a:spcAft>
                          <a:spcPts val="0"/>
                        </a:spcAft>
                        <a:buNone/>
                      </a:pPr>
                      <a:r>
                        <a:rPr lang="en" sz="1100">
                          <a:solidFill>
                            <a:srgbClr val="212121"/>
                          </a:solidFill>
                        </a:rPr>
                        <a:t>0.408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54.73%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r>
              <a:tr h="233425">
                <a:tc>
                  <a:txBody>
                    <a:bodyPr/>
                    <a:lstStyle/>
                    <a:p>
                      <a:pPr indent="0" lvl="0" marL="0" rtl="0" algn="l">
                        <a:lnSpc>
                          <a:spcPct val="115000"/>
                        </a:lnSpc>
                        <a:spcBef>
                          <a:spcPts val="0"/>
                        </a:spcBef>
                        <a:spcAft>
                          <a:spcPts val="0"/>
                        </a:spcAft>
                        <a:buNone/>
                      </a:pPr>
                      <a:r>
                        <a:rPr lang="en" sz="1000"/>
                        <a:t>Random Forest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78.37%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F7E"/>
                    </a:solidFill>
                  </a:tcPr>
                </a:tc>
                <a:tc>
                  <a:txBody>
                    <a:bodyPr/>
                    <a:lstStyle/>
                    <a:p>
                      <a:pPr indent="0" lvl="0" marL="0" rtl="0" algn="r">
                        <a:lnSpc>
                          <a:spcPct val="115000"/>
                        </a:lnSpc>
                        <a:spcBef>
                          <a:spcPts val="0"/>
                        </a:spcBef>
                        <a:spcAft>
                          <a:spcPts val="0"/>
                        </a:spcAft>
                        <a:buNone/>
                      </a:pPr>
                      <a:r>
                        <a:rPr lang="en" sz="1100">
                          <a:solidFill>
                            <a:srgbClr val="212121"/>
                          </a:solidFill>
                        </a:rPr>
                        <a:t>74.50%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DD81"/>
                    </a:solidFill>
                  </a:tcPr>
                </a:tc>
                <a:tc>
                  <a:txBody>
                    <a:bodyPr/>
                    <a:lstStyle/>
                    <a:p>
                      <a:pPr indent="0" lvl="0" marL="0" rtl="0" algn="r">
                        <a:lnSpc>
                          <a:spcPct val="115000"/>
                        </a:lnSpc>
                        <a:spcBef>
                          <a:spcPts val="0"/>
                        </a:spcBef>
                        <a:spcAft>
                          <a:spcPts val="0"/>
                        </a:spcAft>
                        <a:buNone/>
                      </a:pPr>
                      <a:r>
                        <a:rPr lang="en" sz="1000"/>
                        <a:t>0.5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EE683"/>
                    </a:solidFill>
                  </a:tcPr>
                </a:tc>
                <a:tc>
                  <a:txBody>
                    <a:bodyPr/>
                    <a:lstStyle/>
                    <a:p>
                      <a:pPr indent="0" lvl="0" marL="0" rtl="0" algn="r">
                        <a:lnSpc>
                          <a:spcPct val="115000"/>
                        </a:lnSpc>
                        <a:spcBef>
                          <a:spcPts val="0"/>
                        </a:spcBef>
                        <a:spcAft>
                          <a:spcPts val="0"/>
                        </a:spcAft>
                        <a:buNone/>
                      </a:pPr>
                      <a:r>
                        <a:rPr lang="en" sz="1000"/>
                        <a:t>0.48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57F"/>
                    </a:solidFill>
                  </a:tcPr>
                </a:tc>
                <a:tc>
                  <a:txBody>
                    <a:bodyPr/>
                    <a:lstStyle/>
                    <a:p>
                      <a:pPr indent="0" lvl="0" marL="0" rtl="0" algn="r">
                        <a:lnSpc>
                          <a:spcPct val="115000"/>
                        </a:lnSpc>
                        <a:spcBef>
                          <a:spcPts val="0"/>
                        </a:spcBef>
                        <a:spcAft>
                          <a:spcPts val="0"/>
                        </a:spcAft>
                        <a:buNone/>
                      </a:pPr>
                      <a:r>
                        <a:rPr lang="en" sz="1000"/>
                        <a:t>0.5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DA81"/>
                    </a:solidFill>
                  </a:tcPr>
                </a:tc>
                <a:tc>
                  <a:txBody>
                    <a:bodyPr/>
                    <a:lstStyle/>
                    <a:p>
                      <a:pPr indent="0" lvl="0" marL="0" rtl="0" algn="r">
                        <a:lnSpc>
                          <a:spcPct val="115000"/>
                        </a:lnSpc>
                        <a:spcBef>
                          <a:spcPts val="0"/>
                        </a:spcBef>
                        <a:spcAft>
                          <a:spcPts val="0"/>
                        </a:spcAft>
                        <a:buNone/>
                      </a:pPr>
                      <a:r>
                        <a:rPr lang="en" sz="1100">
                          <a:solidFill>
                            <a:srgbClr val="212121"/>
                          </a:solidFill>
                        </a:rPr>
                        <a:t>68.74%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DD881"/>
                    </a:solidFill>
                  </a:tcPr>
                </a:tc>
                <a:tc>
                  <a:txBody>
                    <a:bodyPr/>
                    <a:lstStyle/>
                    <a:p>
                      <a:pPr indent="0" lvl="0" marL="0" rtl="0" algn="r">
                        <a:lnSpc>
                          <a:spcPct val="115000"/>
                        </a:lnSpc>
                        <a:spcBef>
                          <a:spcPts val="0"/>
                        </a:spcBef>
                        <a:spcAft>
                          <a:spcPts val="0"/>
                        </a:spcAft>
                        <a:buNone/>
                      </a:pPr>
                      <a:r>
                        <a:rPr lang="en" sz="1100">
                          <a:solidFill>
                            <a:srgbClr val="212121"/>
                          </a:solidFill>
                        </a:rPr>
                        <a:t>0.362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E683"/>
                    </a:solidFill>
                  </a:tcPr>
                </a:tc>
                <a:tc>
                  <a:txBody>
                    <a:bodyPr/>
                    <a:lstStyle/>
                    <a:p>
                      <a:pPr indent="0" lvl="0" marL="0" rtl="0" algn="r">
                        <a:lnSpc>
                          <a:spcPct val="115000"/>
                        </a:lnSpc>
                        <a:spcBef>
                          <a:spcPts val="0"/>
                        </a:spcBef>
                        <a:spcAft>
                          <a:spcPts val="0"/>
                        </a:spcAft>
                        <a:buNone/>
                      </a:pPr>
                      <a:r>
                        <a:rPr lang="en" sz="1100">
                          <a:solidFill>
                            <a:srgbClr val="212121"/>
                          </a:solidFill>
                        </a:rPr>
                        <a:t>0.363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DC81"/>
                    </a:solidFill>
                  </a:tcPr>
                </a:tc>
                <a:tc>
                  <a:txBody>
                    <a:bodyPr/>
                    <a:lstStyle/>
                    <a:p>
                      <a:pPr indent="0" lvl="0" marL="0" rtl="0" algn="r">
                        <a:lnSpc>
                          <a:spcPct val="115000"/>
                        </a:lnSpc>
                        <a:spcBef>
                          <a:spcPts val="0"/>
                        </a:spcBef>
                        <a:spcAft>
                          <a:spcPts val="0"/>
                        </a:spcAft>
                        <a:buNone/>
                      </a:pPr>
                      <a:r>
                        <a:rPr lang="en" sz="1100">
                          <a:solidFill>
                            <a:srgbClr val="212121"/>
                          </a:solidFill>
                        </a:rPr>
                        <a:t>49.35%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EB84"/>
                    </a:solidFill>
                  </a:tcPr>
                </a:tc>
              </a:tr>
              <a:tr h="233425">
                <a:tc>
                  <a:txBody>
                    <a:bodyPr/>
                    <a:lstStyle/>
                    <a:p>
                      <a:pPr indent="0" lvl="0" marL="0" rtl="0" algn="l">
                        <a:lnSpc>
                          <a:spcPct val="115000"/>
                        </a:lnSpc>
                        <a:spcBef>
                          <a:spcPts val="0"/>
                        </a:spcBef>
                        <a:spcAft>
                          <a:spcPts val="0"/>
                        </a:spcAft>
                        <a:buNone/>
                      </a:pPr>
                      <a:r>
                        <a:rPr lang="en" sz="1000"/>
                        <a:t>Gaussian Naive Bayes</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79.53%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E683"/>
                    </a:solidFill>
                  </a:tcPr>
                </a:tc>
                <a:tc>
                  <a:txBody>
                    <a:bodyPr/>
                    <a:lstStyle/>
                    <a:p>
                      <a:pPr indent="0" lvl="0" marL="0" rtl="0" algn="r">
                        <a:lnSpc>
                          <a:spcPct val="115000"/>
                        </a:lnSpc>
                        <a:spcBef>
                          <a:spcPts val="0"/>
                        </a:spcBef>
                        <a:spcAft>
                          <a:spcPts val="0"/>
                        </a:spcAft>
                        <a:buNone/>
                      </a:pPr>
                      <a:r>
                        <a:rPr lang="en" sz="1100">
                          <a:solidFill>
                            <a:srgbClr val="212121"/>
                          </a:solidFill>
                        </a:rPr>
                        <a:t>77.41%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EC67D"/>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6C97E"/>
                    </a:solidFill>
                  </a:tcPr>
                </a:tc>
                <a:tc>
                  <a:txBody>
                    <a:bodyPr/>
                    <a:lstStyle/>
                    <a:p>
                      <a:pPr indent="0" lvl="0" marL="0" rtl="0" algn="r">
                        <a:lnSpc>
                          <a:spcPct val="115000"/>
                        </a:lnSpc>
                        <a:spcBef>
                          <a:spcPts val="0"/>
                        </a:spcBef>
                        <a:spcAft>
                          <a:spcPts val="0"/>
                        </a:spcAft>
                        <a:buNone/>
                      </a:pPr>
                      <a:r>
                        <a:rPr lang="en" sz="1000"/>
                        <a:t>0.5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E984"/>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3C77D"/>
                    </a:solidFill>
                  </a:tcPr>
                </a:tc>
                <a:tc>
                  <a:txBody>
                    <a:bodyPr/>
                    <a:lstStyle/>
                    <a:p>
                      <a:pPr indent="0" lvl="0" marL="0" rtl="0" algn="r">
                        <a:lnSpc>
                          <a:spcPct val="115000"/>
                        </a:lnSpc>
                        <a:spcBef>
                          <a:spcPts val="0"/>
                        </a:spcBef>
                        <a:spcAft>
                          <a:spcPts val="0"/>
                        </a:spcAft>
                        <a:buNone/>
                      </a:pPr>
                      <a:r>
                        <a:rPr lang="en" sz="1100">
                          <a:solidFill>
                            <a:srgbClr val="212121"/>
                          </a:solidFill>
                        </a:rPr>
                        <a:t>69.78%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7C97E"/>
                    </a:solidFill>
                  </a:tcPr>
                </a:tc>
                <a:tc>
                  <a:txBody>
                    <a:bodyPr/>
                    <a:lstStyle/>
                    <a:p>
                      <a:pPr indent="0" lvl="0" marL="0" rtl="0" algn="r">
                        <a:lnSpc>
                          <a:spcPct val="115000"/>
                        </a:lnSpc>
                        <a:spcBef>
                          <a:spcPts val="0"/>
                        </a:spcBef>
                        <a:spcAft>
                          <a:spcPts val="0"/>
                        </a:spcAft>
                        <a:buNone/>
                      </a:pPr>
                      <a:r>
                        <a:rPr lang="en" sz="1000"/>
                        <a:t>0.388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D27F"/>
                    </a:solidFill>
                  </a:tcPr>
                </a:tc>
                <a:tc>
                  <a:txBody>
                    <a:bodyPr/>
                    <a:lstStyle/>
                    <a:p>
                      <a:pPr indent="0" lvl="0" marL="0" rtl="0" algn="r">
                        <a:lnSpc>
                          <a:spcPct val="115000"/>
                        </a:lnSpc>
                        <a:spcBef>
                          <a:spcPts val="0"/>
                        </a:spcBef>
                        <a:spcAft>
                          <a:spcPts val="0"/>
                        </a:spcAft>
                        <a:buNone/>
                      </a:pPr>
                      <a:r>
                        <a:rPr lang="en" sz="1100">
                          <a:solidFill>
                            <a:srgbClr val="212121"/>
                          </a:solidFill>
                        </a:rPr>
                        <a:t>0.388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3DA81"/>
                    </a:solidFill>
                  </a:tcPr>
                </a:tc>
                <a:tc>
                  <a:txBody>
                    <a:bodyPr/>
                    <a:lstStyle/>
                    <a:p>
                      <a:pPr indent="0" lvl="0" marL="0" rtl="0" algn="r">
                        <a:lnSpc>
                          <a:spcPct val="115000"/>
                        </a:lnSpc>
                        <a:spcBef>
                          <a:spcPts val="0"/>
                        </a:spcBef>
                        <a:spcAft>
                          <a:spcPts val="0"/>
                        </a:spcAft>
                        <a:buNone/>
                      </a:pPr>
                      <a:r>
                        <a:rPr lang="en" sz="1100">
                          <a:solidFill>
                            <a:srgbClr val="212121"/>
                          </a:solidFill>
                        </a:rPr>
                        <a:t>52.51%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3D17F"/>
                    </a:solidFill>
                  </a:tcPr>
                </a:tc>
              </a:tr>
              <a:tr h="233425">
                <a:tc>
                  <a:txBody>
                    <a:bodyPr/>
                    <a:lstStyle/>
                    <a:p>
                      <a:pPr indent="0" lvl="0" marL="0" rtl="0" algn="l">
                        <a:lnSpc>
                          <a:spcPct val="115000"/>
                        </a:lnSpc>
                        <a:spcBef>
                          <a:spcPts val="0"/>
                        </a:spcBef>
                        <a:spcAft>
                          <a:spcPts val="0"/>
                        </a:spcAft>
                        <a:buNone/>
                      </a:pPr>
                      <a:r>
                        <a:rPr lang="en" sz="1000"/>
                        <a:t>SVC</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80.21%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4DF82"/>
                    </a:solidFill>
                  </a:tcPr>
                </a:tc>
                <a:tc>
                  <a:txBody>
                    <a:bodyPr/>
                    <a:lstStyle/>
                    <a:p>
                      <a:pPr indent="0" lvl="0" marL="0" rtl="0" algn="r">
                        <a:lnSpc>
                          <a:spcPct val="115000"/>
                        </a:lnSpc>
                        <a:spcBef>
                          <a:spcPts val="0"/>
                        </a:spcBef>
                        <a:spcAft>
                          <a:spcPts val="0"/>
                        </a:spcAft>
                        <a:buNone/>
                      </a:pPr>
                      <a:r>
                        <a:rPr lang="en" sz="1100">
                          <a:solidFill>
                            <a:srgbClr val="212121"/>
                          </a:solidFill>
                        </a:rPr>
                        <a:t>76.25%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8DB81"/>
                    </a:solidFill>
                  </a:tcPr>
                </a:tc>
                <a:tc>
                  <a:txBody>
                    <a:bodyPr/>
                    <a:lstStyle/>
                    <a:p>
                      <a:pPr indent="0" lvl="0" marL="0" rtl="0" algn="r">
                        <a:lnSpc>
                          <a:spcPct val="115000"/>
                        </a:lnSpc>
                        <a:spcBef>
                          <a:spcPts val="0"/>
                        </a:spcBef>
                        <a:spcAft>
                          <a:spcPts val="0"/>
                        </a:spcAft>
                        <a:buNone/>
                      </a:pPr>
                      <a:r>
                        <a:rPr lang="en" sz="1000"/>
                        <a:t>0.54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AE583"/>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70.47%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0.404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0.404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5C47D"/>
                    </a:solidFill>
                  </a:tcPr>
                </a:tc>
                <a:tc>
                  <a:txBody>
                    <a:bodyPr/>
                    <a:lstStyle/>
                    <a:p>
                      <a:pPr indent="0" lvl="0" marL="0" rtl="0" algn="r">
                        <a:lnSpc>
                          <a:spcPct val="115000"/>
                        </a:lnSpc>
                        <a:spcBef>
                          <a:spcPts val="0"/>
                        </a:spcBef>
                        <a:spcAft>
                          <a:spcPts val="0"/>
                        </a:spcAft>
                        <a:buNone/>
                      </a:pPr>
                      <a:r>
                        <a:rPr lang="en" sz="1100">
                          <a:solidFill>
                            <a:srgbClr val="212121"/>
                          </a:solidFill>
                        </a:rPr>
                        <a:t>49.23%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E883"/>
                    </a:solidFill>
                  </a:tcPr>
                </a:tc>
              </a:tr>
              <a:tr h="233425">
                <a:tc>
                  <a:txBody>
                    <a:bodyPr/>
                    <a:lstStyle/>
                    <a:p>
                      <a:pPr indent="0" lvl="0" marL="0" rtl="0" algn="l">
                        <a:lnSpc>
                          <a:spcPct val="115000"/>
                        </a:lnSpc>
                        <a:spcBef>
                          <a:spcPts val="0"/>
                        </a:spcBef>
                        <a:spcAft>
                          <a:spcPts val="0"/>
                        </a:spcAft>
                        <a:buNone/>
                      </a:pPr>
                      <a:r>
                        <a:rPr lang="en" sz="1000"/>
                        <a:t>KNN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77.43%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376"/>
                    </a:solidFill>
                  </a:tcPr>
                </a:tc>
                <a:tc>
                  <a:txBody>
                    <a:bodyPr/>
                    <a:lstStyle/>
                    <a:p>
                      <a:pPr indent="0" lvl="0" marL="0" rtl="0" algn="r">
                        <a:lnSpc>
                          <a:spcPct val="115000"/>
                        </a:lnSpc>
                        <a:spcBef>
                          <a:spcPts val="0"/>
                        </a:spcBef>
                        <a:spcAft>
                          <a:spcPts val="0"/>
                        </a:spcAft>
                        <a:buNone/>
                      </a:pPr>
                      <a:r>
                        <a:rPr lang="en" sz="1100">
                          <a:solidFill>
                            <a:srgbClr val="212121"/>
                          </a:solidFill>
                        </a:rPr>
                        <a:t>66.81%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0.36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806F"/>
                    </a:solidFill>
                  </a:tcPr>
                </a:tc>
                <a:tc>
                  <a:txBody>
                    <a:bodyPr/>
                    <a:lstStyle/>
                    <a:p>
                      <a:pPr indent="0" lvl="0" marL="0" rtl="0" algn="r">
                        <a:lnSpc>
                          <a:spcPct val="115000"/>
                        </a:lnSpc>
                        <a:spcBef>
                          <a:spcPts val="0"/>
                        </a:spcBef>
                        <a:spcAft>
                          <a:spcPts val="0"/>
                        </a:spcAft>
                        <a:buNone/>
                      </a:pPr>
                      <a:r>
                        <a:rPr lang="en" sz="1000"/>
                        <a:t>0.44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7E6F"/>
                    </a:solidFill>
                  </a:tcPr>
                </a:tc>
                <a:tc>
                  <a:txBody>
                    <a:bodyPr/>
                    <a:lstStyle/>
                    <a:p>
                      <a:pPr indent="0" lvl="0" marL="0" rtl="0" algn="r">
                        <a:lnSpc>
                          <a:spcPct val="115000"/>
                        </a:lnSpc>
                        <a:spcBef>
                          <a:spcPts val="0"/>
                        </a:spcBef>
                        <a:spcAft>
                          <a:spcPts val="0"/>
                        </a:spcAft>
                        <a:buNone/>
                      </a:pPr>
                      <a:r>
                        <a:rPr lang="en" sz="1000"/>
                        <a:t>0.4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62.26%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0.262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0.264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46.15%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776D"/>
                    </a:solidFill>
                  </a:tcPr>
                </a:tc>
              </a:tr>
              <a:tr h="233425">
                <a:tc>
                  <a:txBody>
                    <a:bodyPr/>
                    <a:lstStyle/>
                    <a:p>
                      <a:pPr indent="0" lvl="0" marL="0" rtl="0" algn="l">
                        <a:lnSpc>
                          <a:spcPct val="115000"/>
                        </a:lnSpc>
                        <a:spcBef>
                          <a:spcPts val="0"/>
                        </a:spcBef>
                        <a:spcAft>
                          <a:spcPts val="0"/>
                        </a:spcAft>
                        <a:buNone/>
                      </a:pPr>
                      <a:r>
                        <a:rPr lang="en" sz="1000"/>
                        <a:t>Bagged Decision Tree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76.19%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71.84%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579"/>
                    </a:solidFill>
                  </a:tcPr>
                </a:tc>
                <a:tc>
                  <a:txBody>
                    <a:bodyPr/>
                    <a:lstStyle/>
                    <a:p>
                      <a:pPr indent="0" lvl="0" marL="0" rtl="0" algn="r">
                        <a:lnSpc>
                          <a:spcPct val="115000"/>
                        </a:lnSpc>
                        <a:spcBef>
                          <a:spcPts val="0"/>
                        </a:spcBef>
                        <a:spcAft>
                          <a:spcPts val="0"/>
                        </a:spcAft>
                        <a:buNone/>
                      </a:pPr>
                      <a:r>
                        <a:rPr lang="en" sz="1000"/>
                        <a:t>0.49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E783"/>
                    </a:solidFill>
                  </a:tcPr>
                </a:tc>
                <a:tc>
                  <a:txBody>
                    <a:bodyPr/>
                    <a:lstStyle/>
                    <a:p>
                      <a:pPr indent="0" lvl="0" marL="0" rtl="0" algn="r">
                        <a:lnSpc>
                          <a:spcPct val="115000"/>
                        </a:lnSpc>
                        <a:spcBef>
                          <a:spcPts val="0"/>
                        </a:spcBef>
                        <a:spcAft>
                          <a:spcPts val="0"/>
                        </a:spcAft>
                        <a:buNone/>
                      </a:pPr>
                      <a:r>
                        <a:rPr lang="en" sz="1000"/>
                        <a:t>0.43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0.46</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A7D"/>
                    </a:solidFill>
                  </a:tcPr>
                </a:tc>
                <a:tc>
                  <a:txBody>
                    <a:bodyPr/>
                    <a:lstStyle/>
                    <a:p>
                      <a:pPr indent="0" lvl="0" marL="0" rtl="0" algn="r">
                        <a:lnSpc>
                          <a:spcPct val="115000"/>
                        </a:lnSpc>
                        <a:spcBef>
                          <a:spcPts val="0"/>
                        </a:spcBef>
                        <a:spcAft>
                          <a:spcPts val="0"/>
                        </a:spcAft>
                        <a:buNone/>
                      </a:pPr>
                      <a:r>
                        <a:rPr lang="en" sz="1100">
                          <a:solidFill>
                            <a:srgbClr val="212121"/>
                          </a:solidFill>
                        </a:rPr>
                        <a:t>66.14%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A7D"/>
                    </a:solidFill>
                  </a:tcPr>
                </a:tc>
                <a:tc>
                  <a:txBody>
                    <a:bodyPr/>
                    <a:lstStyle/>
                    <a:p>
                      <a:pPr indent="0" lvl="0" marL="0" rtl="0" algn="r">
                        <a:lnSpc>
                          <a:spcPct val="115000"/>
                        </a:lnSpc>
                        <a:spcBef>
                          <a:spcPts val="0"/>
                        </a:spcBef>
                        <a:spcAft>
                          <a:spcPts val="0"/>
                        </a:spcAft>
                        <a:buNone/>
                      </a:pPr>
                      <a:r>
                        <a:rPr lang="en" sz="1100">
                          <a:solidFill>
                            <a:srgbClr val="212121"/>
                          </a:solidFill>
                        </a:rPr>
                        <a:t>0.308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175"/>
                    </a:solidFill>
                  </a:tcPr>
                </a:tc>
                <a:tc>
                  <a:txBody>
                    <a:bodyPr/>
                    <a:lstStyle/>
                    <a:p>
                      <a:pPr indent="0" lvl="0" marL="0" rtl="0" algn="r">
                        <a:lnSpc>
                          <a:spcPct val="115000"/>
                        </a:lnSpc>
                        <a:spcBef>
                          <a:spcPts val="0"/>
                        </a:spcBef>
                        <a:spcAft>
                          <a:spcPts val="0"/>
                        </a:spcAft>
                        <a:buNone/>
                      </a:pPr>
                      <a:r>
                        <a:rPr lang="en" sz="1100">
                          <a:solidFill>
                            <a:srgbClr val="212121"/>
                          </a:solidFill>
                        </a:rPr>
                        <a:t>0.309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A9C74"/>
                    </a:solidFill>
                  </a:tcPr>
                </a:tc>
                <a:tc>
                  <a:txBody>
                    <a:bodyPr/>
                    <a:lstStyle/>
                    <a:p>
                      <a:pPr indent="0" lvl="0" marL="0" rtl="0" algn="r">
                        <a:lnSpc>
                          <a:spcPct val="115000"/>
                        </a:lnSpc>
                        <a:spcBef>
                          <a:spcPts val="0"/>
                        </a:spcBef>
                        <a:spcAft>
                          <a:spcPts val="0"/>
                        </a:spcAft>
                        <a:buNone/>
                      </a:pPr>
                      <a:r>
                        <a:rPr lang="en" sz="1100">
                          <a:solidFill>
                            <a:srgbClr val="212121"/>
                          </a:solidFill>
                        </a:rPr>
                        <a:t>45.76%</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r>
            </a:tbl>
          </a:graphicData>
        </a:graphic>
      </p:graphicFrame>
      <p:sp>
        <p:nvSpPr>
          <p:cNvPr id="1479" name="Google Shape;1479;p55"/>
          <p:cNvSpPr txBox="1"/>
          <p:nvPr/>
        </p:nvSpPr>
        <p:spPr>
          <a:xfrm>
            <a:off x="152400" y="2263950"/>
            <a:ext cx="8991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u="sng"/>
              <a:t>Result 3:</a:t>
            </a:r>
            <a:r>
              <a:rPr b="1" lang="en"/>
              <a:t> With </a:t>
            </a:r>
            <a:r>
              <a:rPr b="1" lang="en"/>
              <a:t>tuning </a:t>
            </a:r>
            <a:r>
              <a:rPr b="1" lang="en"/>
              <a:t>the balanced models, recall and F1 score improves a lot. While other classification metrics like Balanced Accuracy and Cohen’s Kappa has also seen tremendous improvement. </a:t>
            </a:r>
            <a:endParaRPr b="1"/>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
        <p:nvSpPr>
          <p:cNvPr id="1484" name="Google Shape;1484;p56"/>
          <p:cNvSpPr txBox="1"/>
          <p:nvPr/>
        </p:nvSpPr>
        <p:spPr>
          <a:xfrm>
            <a:off x="268350" y="9115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000000"/>
                </a:solidFill>
                <a:latin typeface="Viga"/>
                <a:ea typeface="Viga"/>
                <a:cs typeface="Viga"/>
                <a:sym typeface="Viga"/>
              </a:rPr>
              <a:t>Result 4: </a:t>
            </a:r>
            <a:r>
              <a:rPr lang="en" sz="3600">
                <a:solidFill>
                  <a:srgbClr val="000000"/>
                </a:solidFill>
                <a:latin typeface="Viga"/>
                <a:ea typeface="Viga"/>
                <a:cs typeface="Viga"/>
                <a:sym typeface="Viga"/>
              </a:rPr>
              <a:t>Most </a:t>
            </a:r>
            <a:r>
              <a:rPr lang="en" sz="3600">
                <a:solidFill>
                  <a:srgbClr val="000000"/>
                </a:solidFill>
                <a:latin typeface="Viga"/>
                <a:ea typeface="Viga"/>
                <a:cs typeface="Viga"/>
                <a:sym typeface="Viga"/>
              </a:rPr>
              <a:t>important !!!!</a:t>
            </a:r>
            <a:endParaRPr sz="3600">
              <a:solidFill>
                <a:srgbClr val="000000"/>
              </a:solidFill>
              <a:latin typeface="Viga"/>
              <a:ea typeface="Viga"/>
              <a:cs typeface="Viga"/>
              <a:sym typeface="Viga"/>
            </a:endParaRPr>
          </a:p>
        </p:txBody>
      </p:sp>
      <p:sp>
        <p:nvSpPr>
          <p:cNvPr id="1485" name="Google Shape;1485;p56"/>
          <p:cNvSpPr txBox="1"/>
          <p:nvPr/>
        </p:nvSpPr>
        <p:spPr>
          <a:xfrm>
            <a:off x="387600" y="3921300"/>
            <a:ext cx="8368800" cy="6156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DM Sans Medium"/>
                <a:ea typeface="DM Sans Medium"/>
                <a:cs typeface="DM Sans Medium"/>
                <a:sym typeface="DM Sans Medium"/>
              </a:rPr>
              <a:t>It is evident from the above table that Logistic regression works the best in almost every performance metric category. Thus, we choose Logistic Regression for scorecard construction. </a:t>
            </a:r>
            <a:endParaRPr>
              <a:latin typeface="DM Sans Medium"/>
              <a:ea typeface="DM Sans Medium"/>
              <a:cs typeface="DM Sans Medium"/>
              <a:sym typeface="DM Sans Medium"/>
            </a:endParaRPr>
          </a:p>
        </p:txBody>
      </p:sp>
      <p:graphicFrame>
        <p:nvGraphicFramePr>
          <p:cNvPr id="1486" name="Google Shape;1486;p56"/>
          <p:cNvGraphicFramePr/>
          <p:nvPr/>
        </p:nvGraphicFramePr>
        <p:xfrm>
          <a:off x="204450" y="988463"/>
          <a:ext cx="3000000" cy="3000000"/>
        </p:xfrm>
        <a:graphic>
          <a:graphicData uri="http://schemas.openxmlformats.org/drawingml/2006/table">
            <a:tbl>
              <a:tblPr>
                <a:noFill/>
                <a:tableStyleId>{5F93758C-EC05-4D92-9689-7787033917A6}</a:tableStyleId>
              </a:tblPr>
              <a:tblGrid>
                <a:gridCol w="1386300"/>
                <a:gridCol w="665250"/>
                <a:gridCol w="765925"/>
                <a:gridCol w="765925"/>
                <a:gridCol w="765925"/>
                <a:gridCol w="765925"/>
                <a:gridCol w="993875"/>
                <a:gridCol w="802375"/>
                <a:gridCol w="1012100"/>
                <a:gridCol w="811500"/>
              </a:tblGrid>
              <a:tr h="267450">
                <a:tc gridSpan="10">
                  <a:txBody>
                    <a:bodyPr/>
                    <a:lstStyle/>
                    <a:p>
                      <a:pPr indent="0" lvl="0" marL="0" rtl="0" algn="ctr">
                        <a:lnSpc>
                          <a:spcPct val="115000"/>
                        </a:lnSpc>
                        <a:spcBef>
                          <a:spcPts val="0"/>
                        </a:spcBef>
                        <a:spcAft>
                          <a:spcPts val="0"/>
                        </a:spcAft>
                        <a:buNone/>
                      </a:pPr>
                      <a:r>
                        <a:rPr b="1" lang="en" sz="1000"/>
                        <a:t>TUNED and Balanced</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c hMerge="1"/>
                <a:tc hMerge="1"/>
                <a:tc hMerge="1"/>
                <a:tc hMerge="1"/>
                <a:tc hMerge="1"/>
                <a:tc hMerge="1"/>
                <a:tc hMerge="1"/>
                <a:tc hMerge="1"/>
              </a:tr>
              <a:tr h="534900">
                <a:tc>
                  <a:txBody>
                    <a:bodyPr/>
                    <a:lstStyle/>
                    <a:p>
                      <a:pPr indent="0" lvl="0" marL="0" rtl="0" algn="l">
                        <a:lnSpc>
                          <a:spcPct val="115000"/>
                        </a:lnSpc>
                        <a:spcBef>
                          <a:spcPts val="0"/>
                        </a:spcBef>
                        <a:spcAft>
                          <a:spcPts val="0"/>
                        </a:spcAft>
                        <a:buNone/>
                      </a:pPr>
                      <a:r>
                        <a:rPr b="1" lang="en" sz="1000"/>
                        <a:t>ML Algorithms</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AUC - ROC</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Recall</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Precision</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F1 Score</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Balanced Accuracy</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Cohen’s Kappa</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000"/>
                        <a:t>Matthews corr_coef</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t>AUC PR curve</a:t>
                      </a:r>
                      <a:endParaRPr b="1" sz="11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91750">
                <a:tc>
                  <a:txBody>
                    <a:bodyPr/>
                    <a:lstStyle/>
                    <a:p>
                      <a:pPr indent="0" lvl="0" marL="0" rtl="0" algn="l">
                        <a:lnSpc>
                          <a:spcPct val="115000"/>
                        </a:lnSpc>
                        <a:spcBef>
                          <a:spcPts val="0"/>
                        </a:spcBef>
                        <a:spcAft>
                          <a:spcPts val="0"/>
                        </a:spcAft>
                        <a:buNone/>
                      </a:pPr>
                      <a:r>
                        <a:rPr lang="en" sz="1000"/>
                        <a:t>Logistic Regression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80.52%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CCA7E"/>
                    </a:solidFill>
                  </a:tcPr>
                </a:tc>
                <a:tc>
                  <a:txBody>
                    <a:bodyPr/>
                    <a:lstStyle/>
                    <a:p>
                      <a:pPr indent="0" lvl="0" marL="0" rtl="0" algn="r">
                        <a:lnSpc>
                          <a:spcPct val="115000"/>
                        </a:lnSpc>
                        <a:spcBef>
                          <a:spcPts val="0"/>
                        </a:spcBef>
                        <a:spcAft>
                          <a:spcPts val="0"/>
                        </a:spcAft>
                        <a:buNone/>
                      </a:pPr>
                      <a:r>
                        <a:rPr lang="en" sz="1100">
                          <a:solidFill>
                            <a:srgbClr val="212121"/>
                          </a:solidFill>
                        </a:rPr>
                        <a:t>78.16%</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0C77D"/>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70.09%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75C47D"/>
                    </a:solidFill>
                  </a:tcPr>
                </a:tc>
                <a:tc>
                  <a:txBody>
                    <a:bodyPr/>
                    <a:lstStyle/>
                    <a:p>
                      <a:pPr indent="0" lvl="0" marL="0" rtl="0" algn="r">
                        <a:lnSpc>
                          <a:spcPct val="115000"/>
                        </a:lnSpc>
                        <a:spcBef>
                          <a:spcPts val="0"/>
                        </a:spcBef>
                        <a:spcAft>
                          <a:spcPts val="0"/>
                        </a:spcAft>
                        <a:buNone/>
                      </a:pPr>
                      <a:r>
                        <a:rPr lang="en" sz="1100">
                          <a:solidFill>
                            <a:srgbClr val="212121"/>
                          </a:solidFill>
                        </a:rPr>
                        <a:t>0.403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6C87D"/>
                    </a:solidFill>
                  </a:tcPr>
                </a:tc>
                <a:tc>
                  <a:txBody>
                    <a:bodyPr/>
                    <a:lstStyle/>
                    <a:p>
                      <a:pPr indent="0" lvl="0" marL="0" rtl="0" algn="r">
                        <a:lnSpc>
                          <a:spcPct val="115000"/>
                        </a:lnSpc>
                        <a:spcBef>
                          <a:spcPts val="0"/>
                        </a:spcBef>
                        <a:spcAft>
                          <a:spcPts val="0"/>
                        </a:spcAft>
                        <a:buNone/>
                      </a:pPr>
                      <a:r>
                        <a:rPr lang="en" sz="1000"/>
                        <a:t>0.403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7C97E"/>
                    </a:solidFill>
                  </a:tcPr>
                </a:tc>
                <a:tc>
                  <a:txBody>
                    <a:bodyPr/>
                    <a:lstStyle/>
                    <a:p>
                      <a:pPr indent="0" lvl="0" marL="0" rtl="0" algn="r">
                        <a:lnSpc>
                          <a:spcPct val="115000"/>
                        </a:lnSpc>
                        <a:spcBef>
                          <a:spcPts val="0"/>
                        </a:spcBef>
                        <a:spcAft>
                          <a:spcPts val="0"/>
                        </a:spcAft>
                        <a:buNone/>
                      </a:pPr>
                      <a:r>
                        <a:rPr lang="en" sz="1100">
                          <a:solidFill>
                            <a:srgbClr val="212121"/>
                          </a:solidFill>
                        </a:rPr>
                        <a:t>54.68%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r>
              <a:tr h="291750">
                <a:tc>
                  <a:txBody>
                    <a:bodyPr/>
                    <a:lstStyle/>
                    <a:p>
                      <a:pPr indent="0" lvl="0" marL="0" rtl="0" algn="l">
                        <a:lnSpc>
                          <a:spcPct val="115000"/>
                        </a:lnSpc>
                        <a:spcBef>
                          <a:spcPts val="0"/>
                        </a:spcBef>
                        <a:spcAft>
                          <a:spcPts val="0"/>
                        </a:spcAft>
                        <a:buNone/>
                      </a:pPr>
                      <a:r>
                        <a:rPr lang="en" sz="1000"/>
                        <a:t>Random Forest</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78.21%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D57F"/>
                    </a:solidFill>
                  </a:tcPr>
                </a:tc>
                <a:tc>
                  <a:txBody>
                    <a:bodyPr/>
                    <a:lstStyle/>
                    <a:p>
                      <a:pPr indent="0" lvl="0" marL="0" rtl="0" algn="r">
                        <a:lnSpc>
                          <a:spcPct val="115000"/>
                        </a:lnSpc>
                        <a:spcBef>
                          <a:spcPts val="0"/>
                        </a:spcBef>
                        <a:spcAft>
                          <a:spcPts val="0"/>
                        </a:spcAft>
                        <a:buNone/>
                      </a:pPr>
                      <a:r>
                        <a:rPr lang="en" sz="1100">
                          <a:solidFill>
                            <a:srgbClr val="212121"/>
                          </a:solidFill>
                        </a:rPr>
                        <a:t>74.38%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C7E"/>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0.47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C7E"/>
                    </a:solidFill>
                  </a:tcPr>
                </a:tc>
                <a:tc>
                  <a:txBody>
                    <a:bodyPr/>
                    <a:lstStyle/>
                    <a:p>
                      <a:pPr indent="0" lvl="0" marL="0" rtl="0" algn="r">
                        <a:lnSpc>
                          <a:spcPct val="115000"/>
                        </a:lnSpc>
                        <a:spcBef>
                          <a:spcPts val="0"/>
                        </a:spcBef>
                        <a:spcAft>
                          <a:spcPts val="0"/>
                        </a:spcAft>
                        <a:buNone/>
                      </a:pPr>
                      <a:r>
                        <a:rPr lang="en" sz="1000"/>
                        <a:t>0.5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A7D"/>
                    </a:solidFill>
                  </a:tcPr>
                </a:tc>
                <a:tc>
                  <a:txBody>
                    <a:bodyPr/>
                    <a:lstStyle/>
                    <a:p>
                      <a:pPr indent="0" lvl="0" marL="0" rtl="0" algn="r">
                        <a:lnSpc>
                          <a:spcPct val="115000"/>
                        </a:lnSpc>
                        <a:spcBef>
                          <a:spcPts val="0"/>
                        </a:spcBef>
                        <a:spcAft>
                          <a:spcPts val="0"/>
                        </a:spcAft>
                        <a:buNone/>
                      </a:pPr>
                      <a:r>
                        <a:rPr lang="en" sz="1100">
                          <a:solidFill>
                            <a:srgbClr val="212121"/>
                          </a:solidFill>
                        </a:rPr>
                        <a:t>68.44%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B7A"/>
                    </a:solidFill>
                  </a:tcPr>
                </a:tc>
                <a:tc>
                  <a:txBody>
                    <a:bodyPr/>
                    <a:lstStyle/>
                    <a:p>
                      <a:pPr indent="0" lvl="0" marL="0" rtl="0" algn="r">
                        <a:lnSpc>
                          <a:spcPct val="115000"/>
                        </a:lnSpc>
                        <a:spcBef>
                          <a:spcPts val="0"/>
                        </a:spcBef>
                        <a:spcAft>
                          <a:spcPts val="0"/>
                        </a:spcAft>
                        <a:buNone/>
                      </a:pPr>
                      <a:r>
                        <a:rPr lang="en" sz="1100">
                          <a:solidFill>
                            <a:srgbClr val="212121"/>
                          </a:solidFill>
                        </a:rPr>
                        <a:t>0.357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A7D"/>
                    </a:solidFill>
                  </a:tcPr>
                </a:tc>
                <a:tc>
                  <a:txBody>
                    <a:bodyPr/>
                    <a:lstStyle/>
                    <a:p>
                      <a:pPr indent="0" lvl="0" marL="0" rtl="0" algn="r">
                        <a:lnSpc>
                          <a:spcPct val="115000"/>
                        </a:lnSpc>
                        <a:spcBef>
                          <a:spcPts val="0"/>
                        </a:spcBef>
                        <a:spcAft>
                          <a:spcPts val="0"/>
                        </a:spcAft>
                        <a:buNone/>
                      </a:pPr>
                      <a:r>
                        <a:rPr lang="en" sz="1100">
                          <a:solidFill>
                            <a:srgbClr val="212121"/>
                          </a:solidFill>
                        </a:rPr>
                        <a:t>0.357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87D"/>
                    </a:solidFill>
                  </a:tcPr>
                </a:tc>
                <a:tc>
                  <a:txBody>
                    <a:bodyPr/>
                    <a:lstStyle/>
                    <a:p>
                      <a:pPr indent="0" lvl="0" marL="0" rtl="0" algn="r">
                        <a:lnSpc>
                          <a:spcPct val="115000"/>
                        </a:lnSpc>
                        <a:spcBef>
                          <a:spcPts val="0"/>
                        </a:spcBef>
                        <a:spcAft>
                          <a:spcPts val="0"/>
                        </a:spcAft>
                        <a:buNone/>
                      </a:pPr>
                      <a:r>
                        <a:rPr lang="en" sz="1100">
                          <a:solidFill>
                            <a:srgbClr val="212121"/>
                          </a:solidFill>
                        </a:rPr>
                        <a:t>49.23%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DCA7D"/>
                    </a:solidFill>
                  </a:tcPr>
                </a:tc>
              </a:tr>
              <a:tr h="291750">
                <a:tc>
                  <a:txBody>
                    <a:bodyPr/>
                    <a:lstStyle/>
                    <a:p>
                      <a:pPr indent="0" lvl="0" marL="0" rtl="0" algn="l">
                        <a:lnSpc>
                          <a:spcPct val="115000"/>
                        </a:lnSpc>
                        <a:spcBef>
                          <a:spcPts val="0"/>
                        </a:spcBef>
                        <a:spcAft>
                          <a:spcPts val="0"/>
                        </a:spcAft>
                        <a:buNone/>
                      </a:pPr>
                      <a:r>
                        <a:rPr lang="en" sz="1000"/>
                        <a:t>Gaussian Naive Bayes</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79.53%</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1DE82"/>
                    </a:solidFill>
                  </a:tcPr>
                </a:tc>
                <a:tc>
                  <a:txBody>
                    <a:bodyPr/>
                    <a:lstStyle/>
                    <a:p>
                      <a:pPr indent="0" lvl="0" marL="0" rtl="0" algn="r">
                        <a:lnSpc>
                          <a:spcPct val="115000"/>
                        </a:lnSpc>
                        <a:spcBef>
                          <a:spcPts val="0"/>
                        </a:spcBef>
                        <a:spcAft>
                          <a:spcPts val="0"/>
                        </a:spcAft>
                        <a:buNone/>
                      </a:pPr>
                      <a:r>
                        <a:rPr lang="en" sz="1100">
                          <a:solidFill>
                            <a:srgbClr val="212121"/>
                          </a:solidFill>
                        </a:rPr>
                        <a:t>77.41%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8FCB7E"/>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1D580"/>
                    </a:solidFill>
                  </a:tcPr>
                </a:tc>
                <a:tc>
                  <a:txBody>
                    <a:bodyPr/>
                    <a:lstStyle/>
                    <a:p>
                      <a:pPr indent="0" lvl="0" marL="0" rtl="0" algn="r">
                        <a:lnSpc>
                          <a:spcPct val="115000"/>
                        </a:lnSpc>
                        <a:spcBef>
                          <a:spcPts val="0"/>
                        </a:spcBef>
                        <a:spcAft>
                          <a:spcPts val="0"/>
                        </a:spcAft>
                        <a:buNone/>
                      </a:pPr>
                      <a:r>
                        <a:rPr lang="en" sz="1000"/>
                        <a:t>0.5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5DF82"/>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1D580"/>
                    </a:solidFill>
                  </a:tcPr>
                </a:tc>
                <a:tc>
                  <a:txBody>
                    <a:bodyPr/>
                    <a:lstStyle/>
                    <a:p>
                      <a:pPr indent="0" lvl="0" marL="0" rtl="0" algn="r">
                        <a:lnSpc>
                          <a:spcPct val="115000"/>
                        </a:lnSpc>
                        <a:spcBef>
                          <a:spcPts val="0"/>
                        </a:spcBef>
                        <a:spcAft>
                          <a:spcPts val="0"/>
                        </a:spcAft>
                        <a:buNone/>
                      </a:pPr>
                      <a:r>
                        <a:rPr lang="en" sz="1100">
                          <a:solidFill>
                            <a:srgbClr val="212121"/>
                          </a:solidFill>
                        </a:rPr>
                        <a:t>69.78%</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1D07F"/>
                    </a:solidFill>
                  </a:tcPr>
                </a:tc>
                <a:tc>
                  <a:txBody>
                    <a:bodyPr/>
                    <a:lstStyle/>
                    <a:p>
                      <a:pPr indent="0" lvl="0" marL="0" rtl="0" algn="r">
                        <a:lnSpc>
                          <a:spcPct val="115000"/>
                        </a:lnSpc>
                        <a:spcBef>
                          <a:spcPts val="0"/>
                        </a:spcBef>
                        <a:spcAft>
                          <a:spcPts val="0"/>
                        </a:spcAft>
                        <a:buNone/>
                      </a:pPr>
                      <a:r>
                        <a:rPr lang="en" sz="1000"/>
                        <a:t>0.388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3DA81"/>
                    </a:solidFill>
                  </a:tcPr>
                </a:tc>
                <a:tc>
                  <a:txBody>
                    <a:bodyPr/>
                    <a:lstStyle/>
                    <a:p>
                      <a:pPr indent="0" lvl="0" marL="0" rtl="0" algn="r">
                        <a:lnSpc>
                          <a:spcPct val="115000"/>
                        </a:lnSpc>
                        <a:spcBef>
                          <a:spcPts val="0"/>
                        </a:spcBef>
                        <a:spcAft>
                          <a:spcPts val="0"/>
                        </a:spcAft>
                        <a:buNone/>
                      </a:pPr>
                      <a:r>
                        <a:rPr lang="en" sz="1000"/>
                        <a:t>0.388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3DA81"/>
                    </a:solidFill>
                  </a:tcPr>
                </a:tc>
                <a:tc>
                  <a:txBody>
                    <a:bodyPr/>
                    <a:lstStyle/>
                    <a:p>
                      <a:pPr indent="0" lvl="0" marL="0" rtl="0" algn="r">
                        <a:lnSpc>
                          <a:spcPct val="115000"/>
                        </a:lnSpc>
                        <a:spcBef>
                          <a:spcPts val="0"/>
                        </a:spcBef>
                        <a:spcAft>
                          <a:spcPts val="0"/>
                        </a:spcAft>
                        <a:buNone/>
                      </a:pPr>
                      <a:r>
                        <a:rPr lang="en" sz="1100">
                          <a:solidFill>
                            <a:srgbClr val="212121"/>
                          </a:solidFill>
                        </a:rPr>
                        <a:t>52.51%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8D27F"/>
                    </a:solidFill>
                  </a:tcPr>
                </a:tc>
              </a:tr>
              <a:tr h="291750">
                <a:tc>
                  <a:txBody>
                    <a:bodyPr/>
                    <a:lstStyle/>
                    <a:p>
                      <a:pPr indent="0" lvl="0" marL="0" rtl="0" algn="l">
                        <a:lnSpc>
                          <a:spcPct val="115000"/>
                        </a:lnSpc>
                        <a:spcBef>
                          <a:spcPts val="0"/>
                        </a:spcBef>
                        <a:spcAft>
                          <a:spcPts val="0"/>
                        </a:spcAft>
                        <a:buNone/>
                      </a:pPr>
                      <a:r>
                        <a:rPr lang="en" sz="1000"/>
                        <a:t>SVC</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81.09%</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76.54%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DA81"/>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0.53</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70.21%</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100">
                          <a:solidFill>
                            <a:srgbClr val="212121"/>
                          </a:solidFill>
                        </a:rPr>
                        <a:t>0.412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0.412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50.28%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784"/>
                    </a:solidFill>
                  </a:tcPr>
                </a:tc>
              </a:tr>
              <a:tr h="291750">
                <a:tc>
                  <a:txBody>
                    <a:bodyPr/>
                    <a:lstStyle/>
                    <a:p>
                      <a:pPr indent="0" lvl="0" marL="0" rtl="0" algn="l">
                        <a:lnSpc>
                          <a:spcPct val="115000"/>
                        </a:lnSpc>
                        <a:spcBef>
                          <a:spcPts val="0"/>
                        </a:spcBef>
                        <a:spcAft>
                          <a:spcPts val="0"/>
                        </a:spcAft>
                        <a:buNone/>
                      </a:pPr>
                      <a:r>
                        <a:rPr lang="en" sz="1000"/>
                        <a:t>KNN</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74.84%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70.91%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0.54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3BE7B"/>
                    </a:solidFill>
                  </a:tcPr>
                </a:tc>
                <a:tc>
                  <a:txBody>
                    <a:bodyPr/>
                    <a:lstStyle/>
                    <a:p>
                      <a:pPr indent="0" lvl="0" marL="0" rtl="0" algn="r">
                        <a:lnSpc>
                          <a:spcPct val="115000"/>
                        </a:lnSpc>
                        <a:spcBef>
                          <a:spcPts val="0"/>
                        </a:spcBef>
                        <a:spcAft>
                          <a:spcPts val="0"/>
                        </a:spcAft>
                        <a:buNone/>
                      </a:pPr>
                      <a:r>
                        <a:rPr lang="en" sz="1000"/>
                        <a:t>0.42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0.47</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67.30%</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0.311</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0.315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100">
                          <a:solidFill>
                            <a:srgbClr val="212121"/>
                          </a:solidFill>
                        </a:rPr>
                        <a:t>47.94%</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7B6E"/>
                    </a:solidFill>
                  </a:tcPr>
                </a:tc>
              </a:tr>
              <a:tr h="291750">
                <a:tc>
                  <a:txBody>
                    <a:bodyPr/>
                    <a:lstStyle/>
                    <a:p>
                      <a:pPr indent="0" lvl="0" marL="0" rtl="0" algn="l">
                        <a:lnSpc>
                          <a:spcPct val="115000"/>
                        </a:lnSpc>
                        <a:spcBef>
                          <a:spcPts val="0"/>
                        </a:spcBef>
                        <a:spcAft>
                          <a:spcPts val="0"/>
                        </a:spcAft>
                        <a:buNone/>
                      </a:pPr>
                      <a:r>
                        <a:rPr lang="en" sz="1000"/>
                        <a:t>Bagged Decision Tree</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 sz="1100">
                          <a:solidFill>
                            <a:srgbClr val="212121"/>
                          </a:solidFill>
                        </a:rPr>
                        <a:t>77.05%</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B078"/>
                    </a:solidFill>
                  </a:tcPr>
                </a:tc>
                <a:tc>
                  <a:txBody>
                    <a:bodyPr/>
                    <a:lstStyle/>
                    <a:p>
                      <a:pPr indent="0" lvl="0" marL="0" rtl="0" algn="r">
                        <a:lnSpc>
                          <a:spcPct val="115000"/>
                        </a:lnSpc>
                        <a:spcBef>
                          <a:spcPts val="0"/>
                        </a:spcBef>
                        <a:spcAft>
                          <a:spcPts val="0"/>
                        </a:spcAft>
                        <a:buNone/>
                      </a:pPr>
                      <a:r>
                        <a:rPr lang="en" sz="1100">
                          <a:solidFill>
                            <a:srgbClr val="212121"/>
                          </a:solidFill>
                        </a:rPr>
                        <a:t>73.52%</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B379"/>
                    </a:solidFill>
                  </a:tcPr>
                </a:tc>
                <a:tc>
                  <a:txBody>
                    <a:bodyPr/>
                    <a:lstStyle/>
                    <a:p>
                      <a:pPr indent="0" lvl="0" marL="0" rtl="0" algn="r">
                        <a:lnSpc>
                          <a:spcPct val="115000"/>
                        </a:lnSpc>
                        <a:spcBef>
                          <a:spcPts val="0"/>
                        </a:spcBef>
                        <a:spcAft>
                          <a:spcPts val="0"/>
                        </a:spcAft>
                        <a:buNone/>
                      </a:pPr>
                      <a:r>
                        <a:rPr lang="en" sz="1000"/>
                        <a:t>0.52</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c>
                  <a:txBody>
                    <a:bodyPr/>
                    <a:lstStyle/>
                    <a:p>
                      <a:pPr indent="0" lvl="0" marL="0" rtl="0" algn="r">
                        <a:lnSpc>
                          <a:spcPct val="115000"/>
                        </a:lnSpc>
                        <a:spcBef>
                          <a:spcPts val="0"/>
                        </a:spcBef>
                        <a:spcAft>
                          <a:spcPts val="0"/>
                        </a:spcAft>
                        <a:buNone/>
                      </a:pPr>
                      <a:r>
                        <a:rPr lang="en" sz="1000"/>
                        <a:t>0.45</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BA576"/>
                    </a:solidFill>
                  </a:tcPr>
                </a:tc>
                <a:tc>
                  <a:txBody>
                    <a:bodyPr/>
                    <a:lstStyle/>
                    <a:p>
                      <a:pPr indent="0" lvl="0" marL="0" rtl="0" algn="r">
                        <a:lnSpc>
                          <a:spcPct val="115000"/>
                        </a:lnSpc>
                        <a:spcBef>
                          <a:spcPts val="0"/>
                        </a:spcBef>
                        <a:spcAft>
                          <a:spcPts val="0"/>
                        </a:spcAft>
                        <a:buNone/>
                      </a:pPr>
                      <a:r>
                        <a:rPr lang="en" sz="1000"/>
                        <a:t>0.48</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8971"/>
                    </a:solidFill>
                  </a:tcPr>
                </a:tc>
                <a:tc>
                  <a:txBody>
                    <a:bodyPr/>
                    <a:lstStyle/>
                    <a:p>
                      <a:pPr indent="0" lvl="0" marL="0" rtl="0" algn="r">
                        <a:lnSpc>
                          <a:spcPct val="115000"/>
                        </a:lnSpc>
                        <a:spcBef>
                          <a:spcPts val="0"/>
                        </a:spcBef>
                        <a:spcAft>
                          <a:spcPts val="0"/>
                        </a:spcAft>
                        <a:buNone/>
                      </a:pPr>
                      <a:r>
                        <a:rPr lang="en" sz="1000"/>
                        <a:t>67.69%</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98570"/>
                    </a:solidFill>
                  </a:tcPr>
                </a:tc>
                <a:tc>
                  <a:txBody>
                    <a:bodyPr/>
                    <a:lstStyle/>
                    <a:p>
                      <a:pPr indent="0" lvl="0" marL="0" rtl="0" algn="r">
                        <a:lnSpc>
                          <a:spcPct val="115000"/>
                        </a:lnSpc>
                        <a:spcBef>
                          <a:spcPts val="0"/>
                        </a:spcBef>
                        <a:spcAft>
                          <a:spcPts val="0"/>
                        </a:spcAft>
                        <a:buNone/>
                      </a:pPr>
                      <a:r>
                        <a:rPr lang="en" sz="1100">
                          <a:solidFill>
                            <a:srgbClr val="212121"/>
                          </a:solidFill>
                        </a:rPr>
                        <a:t>0.336</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A9D75"/>
                    </a:solidFill>
                  </a:tcPr>
                </a:tc>
                <a:tc>
                  <a:txBody>
                    <a:bodyPr/>
                    <a:lstStyle/>
                    <a:p>
                      <a:pPr indent="0" lvl="0" marL="0" rtl="0" algn="r">
                        <a:lnSpc>
                          <a:spcPct val="115000"/>
                        </a:lnSpc>
                        <a:spcBef>
                          <a:spcPts val="0"/>
                        </a:spcBef>
                        <a:spcAft>
                          <a:spcPts val="0"/>
                        </a:spcAft>
                        <a:buNone/>
                      </a:pPr>
                      <a:r>
                        <a:rPr lang="en" sz="1100">
                          <a:solidFill>
                            <a:srgbClr val="212121"/>
                          </a:solidFill>
                        </a:rPr>
                        <a:t>0.337</a:t>
                      </a:r>
                      <a:endParaRPr sz="1100">
                        <a:solidFill>
                          <a:srgbClr val="212121"/>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A9974"/>
                    </a:solidFill>
                  </a:tcPr>
                </a:tc>
                <a:tc>
                  <a:txBody>
                    <a:bodyPr/>
                    <a:lstStyle/>
                    <a:p>
                      <a:pPr indent="0" lvl="0" marL="0" rtl="0" algn="r">
                        <a:lnSpc>
                          <a:spcPct val="115000"/>
                        </a:lnSpc>
                        <a:spcBef>
                          <a:spcPts val="0"/>
                        </a:spcBef>
                        <a:spcAft>
                          <a:spcPts val="0"/>
                        </a:spcAft>
                        <a:buNone/>
                      </a:pPr>
                      <a:r>
                        <a:rPr lang="en" sz="1000"/>
                        <a:t>47.64%</a:t>
                      </a:r>
                      <a:endParaRPr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8696B"/>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0" name="Shape 1490"/>
        <p:cNvGrpSpPr/>
        <p:nvPr/>
      </p:nvGrpSpPr>
      <p:grpSpPr>
        <a:xfrm>
          <a:off x="0" y="0"/>
          <a:ext cx="0" cy="0"/>
          <a:chOff x="0" y="0"/>
          <a:chExt cx="0" cy="0"/>
        </a:xfrm>
      </p:grpSpPr>
      <p:sp>
        <p:nvSpPr>
          <p:cNvPr id="1491" name="Google Shape;1491;p57"/>
          <p:cNvSpPr txBox="1"/>
          <p:nvPr/>
        </p:nvSpPr>
        <p:spPr>
          <a:xfrm>
            <a:off x="311700" y="288750"/>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rgbClr val="000000"/>
                </a:solidFill>
                <a:latin typeface="Viga"/>
                <a:ea typeface="Viga"/>
                <a:cs typeface="Viga"/>
                <a:sym typeface="Viga"/>
              </a:rPr>
              <a:t>V</a:t>
            </a:r>
            <a:r>
              <a:rPr lang="en" sz="3600">
                <a:solidFill>
                  <a:srgbClr val="000000"/>
                </a:solidFill>
                <a:latin typeface="Viga"/>
                <a:ea typeface="Viga"/>
                <a:cs typeface="Viga"/>
                <a:sym typeface="Viga"/>
              </a:rPr>
              <a:t>erdict in favor </a:t>
            </a:r>
            <a:r>
              <a:rPr lang="en" sz="3600">
                <a:latin typeface="Viga"/>
                <a:ea typeface="Viga"/>
                <a:cs typeface="Viga"/>
                <a:sym typeface="Viga"/>
              </a:rPr>
              <a:t>of</a:t>
            </a:r>
            <a:r>
              <a:rPr lang="en" sz="3600">
                <a:solidFill>
                  <a:srgbClr val="000000"/>
                </a:solidFill>
                <a:latin typeface="Viga"/>
                <a:ea typeface="Viga"/>
                <a:cs typeface="Viga"/>
                <a:sym typeface="Viga"/>
              </a:rPr>
              <a:t> Logistic Regression</a:t>
            </a:r>
            <a:endParaRPr sz="3600">
              <a:solidFill>
                <a:srgbClr val="000000"/>
              </a:solidFill>
              <a:latin typeface="Viga"/>
              <a:ea typeface="Viga"/>
              <a:cs typeface="Viga"/>
              <a:sym typeface="Viga"/>
            </a:endParaRPr>
          </a:p>
        </p:txBody>
      </p:sp>
      <p:sp>
        <p:nvSpPr>
          <p:cNvPr id="1492" name="Google Shape;1492;p57"/>
          <p:cNvSpPr txBox="1"/>
          <p:nvPr/>
        </p:nvSpPr>
        <p:spPr>
          <a:xfrm>
            <a:off x="152800" y="957700"/>
            <a:ext cx="5443800" cy="4082400"/>
          </a:xfrm>
          <a:prstGeom prst="rect">
            <a:avLst/>
          </a:prstGeom>
          <a:noFill/>
          <a:ln cap="flat" cmpd="sng" w="9525">
            <a:solidFill>
              <a:srgbClr val="F8766D"/>
            </a:solidFill>
            <a:prstDash val="solid"/>
            <a:round/>
            <a:headEnd len="sm" w="sm" type="none"/>
            <a:tailEnd len="sm" w="sm" type="none"/>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DM Sans Medium"/>
              <a:buAutoNum type="arabicPeriod"/>
            </a:pPr>
            <a:r>
              <a:rPr lang="en" sz="1200">
                <a:solidFill>
                  <a:schemeClr val="dk1"/>
                </a:solidFill>
                <a:latin typeface="DM Sans Medium"/>
                <a:ea typeface="DM Sans Medium"/>
                <a:cs typeface="DM Sans Medium"/>
                <a:sym typeface="DM Sans Medium"/>
              </a:rPr>
              <a:t>Accuracy, Precision and AUC-ROC for Logistic regression is higher than most of the other ML algorithms. </a:t>
            </a:r>
            <a:r>
              <a:rPr lang="en" sz="1200">
                <a:solidFill>
                  <a:schemeClr val="dk1"/>
                </a:solidFill>
                <a:latin typeface="DM Sans Medium"/>
                <a:ea typeface="DM Sans Medium"/>
                <a:cs typeface="DM Sans Medium"/>
                <a:sym typeface="DM Sans Medium"/>
              </a:rPr>
              <a:t>Special statistics like Cohen’s Kappa, Matthews Correlation Coefficient, AUC-PR also show good results. </a:t>
            </a:r>
            <a:r>
              <a:rPr lang="en" sz="1200">
                <a:solidFill>
                  <a:schemeClr val="accent1"/>
                </a:solidFill>
                <a:latin typeface="DM Sans Medium"/>
                <a:ea typeface="DM Sans Medium"/>
                <a:cs typeface="DM Sans Medium"/>
                <a:sym typeface="DM Sans Medium"/>
              </a:rPr>
              <a:t>Again, F1 score is highest for Logistic but KNN gives a higher recall rate. </a:t>
            </a:r>
            <a:endParaRPr sz="1200">
              <a:solidFill>
                <a:schemeClr val="accent1"/>
              </a:solidFill>
              <a:latin typeface="DM Sans Medium"/>
              <a:ea typeface="DM Sans Medium"/>
              <a:cs typeface="DM Sans Medium"/>
              <a:sym typeface="DM Sans Medium"/>
            </a:endParaRPr>
          </a:p>
          <a:p>
            <a:pPr indent="-304800" lvl="0" marL="457200" rtl="0" algn="l">
              <a:lnSpc>
                <a:spcPct val="115000"/>
              </a:lnSpc>
              <a:spcBef>
                <a:spcPts val="0"/>
              </a:spcBef>
              <a:spcAft>
                <a:spcPts val="0"/>
              </a:spcAft>
              <a:buClr>
                <a:schemeClr val="accent1"/>
              </a:buClr>
              <a:buSzPts val="1200"/>
              <a:buFont typeface="DM Sans Medium"/>
              <a:buAutoNum type="arabicPeriod"/>
            </a:pPr>
            <a:r>
              <a:rPr lang="en" sz="1200">
                <a:solidFill>
                  <a:schemeClr val="accent1"/>
                </a:solidFill>
                <a:latin typeface="DM Sans Medium"/>
                <a:ea typeface="DM Sans Medium"/>
                <a:cs typeface="DM Sans Medium"/>
                <a:sym typeface="DM Sans Medium"/>
              </a:rPr>
              <a:t>The coefficients of the LR equation represent the log-odds or logit of the target variable probability. These coefficients can be easily transformed into odds ratios, which provide insights into the impact of different predictor variables on the probability of the target event. This interpretability is crucial in scorecard construction to understand and communicate the factors influencing the creditworthiness or risk of an individual.</a:t>
            </a:r>
            <a:endParaRPr sz="1200">
              <a:solidFill>
                <a:schemeClr val="accent1"/>
              </a:solidFill>
              <a:latin typeface="DM Sans Medium"/>
              <a:ea typeface="DM Sans Medium"/>
              <a:cs typeface="DM Sans Medium"/>
              <a:sym typeface="DM Sans Medium"/>
            </a:endParaRPr>
          </a:p>
          <a:p>
            <a:pPr indent="-304800" lvl="0" marL="457200" rtl="0" algn="l">
              <a:lnSpc>
                <a:spcPct val="115000"/>
              </a:lnSpc>
              <a:spcBef>
                <a:spcPts val="0"/>
              </a:spcBef>
              <a:spcAft>
                <a:spcPts val="0"/>
              </a:spcAft>
              <a:buClr>
                <a:schemeClr val="dk1"/>
              </a:buClr>
              <a:buSzPts val="1200"/>
              <a:buFont typeface="DM Sans Medium"/>
              <a:buAutoNum type="arabicPeriod"/>
            </a:pPr>
            <a:r>
              <a:rPr lang="en" sz="1200">
                <a:solidFill>
                  <a:schemeClr val="dk1"/>
                </a:solidFill>
                <a:latin typeface="DM Sans Medium"/>
                <a:ea typeface="DM Sans Medium"/>
                <a:cs typeface="DM Sans Medium"/>
                <a:sym typeface="DM Sans Medium"/>
              </a:rPr>
              <a:t>LR provides a well-established and interpretable framework for scorecard construction in credit scoring. Its ability to estimate probabilities, interpret coefficients, handle variable selection, and facilitate model evaluation makes it a popular choice in the field. </a:t>
            </a:r>
            <a:r>
              <a:rPr lang="en" sz="1200">
                <a:solidFill>
                  <a:schemeClr val="dk1"/>
                </a:solidFill>
                <a:latin typeface="DM Sans Medium"/>
                <a:ea typeface="DM Sans Medium"/>
                <a:cs typeface="DM Sans Medium"/>
                <a:sym typeface="DM Sans Medium"/>
              </a:rPr>
              <a:t>Hence, LR becomes the model of choice. </a:t>
            </a:r>
            <a:endParaRPr sz="1200">
              <a:solidFill>
                <a:schemeClr val="dk1"/>
              </a:solidFill>
              <a:latin typeface="DM Sans Medium"/>
              <a:ea typeface="DM Sans Medium"/>
              <a:cs typeface="DM Sans Medium"/>
              <a:sym typeface="DM Sans Medium"/>
            </a:endParaRPr>
          </a:p>
          <a:p>
            <a:pPr indent="-304800" lvl="0" marL="457200" rtl="0" algn="l">
              <a:lnSpc>
                <a:spcPct val="115000"/>
              </a:lnSpc>
              <a:spcBef>
                <a:spcPts val="0"/>
              </a:spcBef>
              <a:spcAft>
                <a:spcPts val="0"/>
              </a:spcAft>
              <a:buClr>
                <a:schemeClr val="dk1"/>
              </a:buClr>
              <a:buSzPts val="1200"/>
              <a:buFont typeface="DM Sans Medium"/>
              <a:buAutoNum type="arabicPeriod"/>
            </a:pPr>
            <a:r>
              <a:rPr lang="en" sz="1200">
                <a:solidFill>
                  <a:schemeClr val="dk1"/>
                </a:solidFill>
                <a:latin typeface="DM Sans Medium"/>
                <a:ea typeface="DM Sans Medium"/>
                <a:cs typeface="DM Sans Medium"/>
                <a:sym typeface="DM Sans Medium"/>
              </a:rPr>
              <a:t>Gaussian Naive and SVC are also giving good results. So, they are the runner-up models on which scorecard can be constructed.</a:t>
            </a:r>
            <a:endParaRPr sz="1200">
              <a:solidFill>
                <a:schemeClr val="dk1"/>
              </a:solidFill>
              <a:latin typeface="DM Sans Medium"/>
              <a:ea typeface="DM Sans Medium"/>
              <a:cs typeface="DM Sans Medium"/>
              <a:sym typeface="DM Sans Medium"/>
            </a:endParaRPr>
          </a:p>
        </p:txBody>
      </p:sp>
      <p:pic>
        <p:nvPicPr>
          <p:cNvPr id="1493" name="Google Shape;1493;p57"/>
          <p:cNvPicPr preferRelativeResize="0"/>
          <p:nvPr/>
        </p:nvPicPr>
        <p:blipFill>
          <a:blip r:embed="rId3">
            <a:alphaModFix/>
          </a:blip>
          <a:stretch>
            <a:fillRect/>
          </a:stretch>
        </p:blipFill>
        <p:spPr>
          <a:xfrm>
            <a:off x="5670775" y="1061200"/>
            <a:ext cx="3376750" cy="33767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sp>
        <p:nvSpPr>
          <p:cNvPr id="1498" name="Google Shape;1498;p58"/>
          <p:cNvSpPr/>
          <p:nvPr/>
        </p:nvSpPr>
        <p:spPr>
          <a:xfrm>
            <a:off x="8231048" y="1086346"/>
            <a:ext cx="72392" cy="69685"/>
          </a:xfrm>
          <a:custGeom>
            <a:rect b="b" l="l" r="r" t="t"/>
            <a:pathLst>
              <a:path extrusionOk="0" h="2858" w="2969">
                <a:moveTo>
                  <a:pt x="1541" y="521"/>
                </a:moveTo>
                <a:cubicBezTo>
                  <a:pt x="2041" y="522"/>
                  <a:pt x="2447" y="928"/>
                  <a:pt x="2448" y="1428"/>
                </a:cubicBezTo>
                <a:cubicBezTo>
                  <a:pt x="2448" y="1795"/>
                  <a:pt x="2226" y="2127"/>
                  <a:pt x="1887" y="2267"/>
                </a:cubicBezTo>
                <a:cubicBezTo>
                  <a:pt x="1775" y="2314"/>
                  <a:pt x="1658" y="2336"/>
                  <a:pt x="1541" y="2336"/>
                </a:cubicBezTo>
                <a:cubicBezTo>
                  <a:pt x="1305" y="2336"/>
                  <a:pt x="1073" y="2244"/>
                  <a:pt x="899" y="2070"/>
                </a:cubicBezTo>
                <a:cubicBezTo>
                  <a:pt x="640" y="1811"/>
                  <a:pt x="562" y="1421"/>
                  <a:pt x="703" y="1082"/>
                </a:cubicBezTo>
                <a:cubicBezTo>
                  <a:pt x="842" y="743"/>
                  <a:pt x="1174" y="521"/>
                  <a:pt x="1541" y="521"/>
                </a:cubicBezTo>
                <a:close/>
                <a:moveTo>
                  <a:pt x="1540" y="1"/>
                </a:moveTo>
                <a:cubicBezTo>
                  <a:pt x="1169" y="1"/>
                  <a:pt x="804" y="146"/>
                  <a:pt x="531" y="419"/>
                </a:cubicBezTo>
                <a:cubicBezTo>
                  <a:pt x="123" y="828"/>
                  <a:pt x="1" y="1441"/>
                  <a:pt x="221" y="1976"/>
                </a:cubicBezTo>
                <a:cubicBezTo>
                  <a:pt x="442" y="2508"/>
                  <a:pt x="963" y="2857"/>
                  <a:pt x="1541" y="2857"/>
                </a:cubicBezTo>
                <a:cubicBezTo>
                  <a:pt x="2328" y="2856"/>
                  <a:pt x="2967" y="2216"/>
                  <a:pt x="2968" y="1428"/>
                </a:cubicBezTo>
                <a:cubicBezTo>
                  <a:pt x="2968" y="851"/>
                  <a:pt x="2620" y="330"/>
                  <a:pt x="2087" y="110"/>
                </a:cubicBezTo>
                <a:cubicBezTo>
                  <a:pt x="1910" y="37"/>
                  <a:pt x="1724" y="1"/>
                  <a:pt x="154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58"/>
          <p:cNvSpPr/>
          <p:nvPr/>
        </p:nvSpPr>
        <p:spPr>
          <a:xfrm>
            <a:off x="-25" y="-48425"/>
            <a:ext cx="9144049" cy="5240361"/>
          </a:xfrm>
          <a:custGeom>
            <a:rect b="b" l="l" r="r" t="t"/>
            <a:pathLst>
              <a:path extrusionOk="0" h="134016" w="59766">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58"/>
          <p:cNvSpPr txBox="1"/>
          <p:nvPr/>
        </p:nvSpPr>
        <p:spPr>
          <a:xfrm>
            <a:off x="-91075" y="-48425"/>
            <a:ext cx="92352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2800">
                <a:solidFill>
                  <a:schemeClr val="dk1"/>
                </a:solidFill>
                <a:latin typeface="Viga"/>
                <a:ea typeface="Viga"/>
                <a:cs typeface="Viga"/>
                <a:sym typeface="Viga"/>
              </a:rPr>
              <a:t>Feature Importance</a:t>
            </a:r>
            <a:endParaRPr b="1" sz="4600">
              <a:solidFill>
                <a:schemeClr val="dk1"/>
              </a:solidFill>
              <a:latin typeface="Viga"/>
              <a:ea typeface="Viga"/>
              <a:cs typeface="Viga"/>
              <a:sym typeface="Viga"/>
            </a:endParaRPr>
          </a:p>
          <a:p>
            <a:pPr indent="0" lvl="0" marL="0" rtl="0" algn="ctr">
              <a:spcBef>
                <a:spcPts val="0"/>
              </a:spcBef>
              <a:spcAft>
                <a:spcPts val="0"/>
              </a:spcAft>
              <a:buNone/>
            </a:pPr>
            <a:r>
              <a:t/>
            </a:r>
            <a:endParaRPr b="1" sz="2400">
              <a:latin typeface="Viga"/>
              <a:ea typeface="Viga"/>
              <a:cs typeface="Viga"/>
              <a:sym typeface="Viga"/>
            </a:endParaRPr>
          </a:p>
        </p:txBody>
      </p:sp>
      <p:grpSp>
        <p:nvGrpSpPr>
          <p:cNvPr id="1501" name="Google Shape;1501;p58"/>
          <p:cNvGrpSpPr/>
          <p:nvPr/>
        </p:nvGrpSpPr>
        <p:grpSpPr>
          <a:xfrm>
            <a:off x="81604" y="1045479"/>
            <a:ext cx="4303936" cy="3697903"/>
            <a:chOff x="999004" y="1048525"/>
            <a:chExt cx="3013116" cy="2212061"/>
          </a:xfrm>
        </p:grpSpPr>
        <p:sp>
          <p:nvSpPr>
            <p:cNvPr id="1502" name="Google Shape;1502;p58"/>
            <p:cNvSpPr/>
            <p:nvPr/>
          </p:nvSpPr>
          <p:spPr>
            <a:xfrm>
              <a:off x="3778000" y="1055743"/>
              <a:ext cx="227152" cy="225698"/>
            </a:xfrm>
            <a:custGeom>
              <a:rect b="b" l="l" r="r" t="t"/>
              <a:pathLst>
                <a:path extrusionOk="0" h="2336" w="2428">
                  <a:moveTo>
                    <a:pt x="1260" y="1"/>
                  </a:moveTo>
                  <a:cubicBezTo>
                    <a:pt x="788" y="1"/>
                    <a:pt x="361" y="285"/>
                    <a:pt x="181" y="723"/>
                  </a:cubicBezTo>
                  <a:cubicBezTo>
                    <a:pt x="0" y="1158"/>
                    <a:pt x="100" y="1661"/>
                    <a:pt x="434" y="1994"/>
                  </a:cubicBezTo>
                  <a:cubicBezTo>
                    <a:pt x="657" y="2217"/>
                    <a:pt x="956" y="2336"/>
                    <a:pt x="1259" y="2336"/>
                  </a:cubicBezTo>
                  <a:cubicBezTo>
                    <a:pt x="1410" y="2336"/>
                    <a:pt x="1562" y="2307"/>
                    <a:pt x="1707" y="2247"/>
                  </a:cubicBezTo>
                  <a:cubicBezTo>
                    <a:pt x="2143" y="2067"/>
                    <a:pt x="2427" y="1640"/>
                    <a:pt x="2427" y="1168"/>
                  </a:cubicBezTo>
                  <a:cubicBezTo>
                    <a:pt x="2427" y="524"/>
                    <a:pt x="1904" y="1"/>
                    <a:pt x="126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03" name="Google Shape;1503;p58"/>
            <p:cNvGrpSpPr/>
            <p:nvPr/>
          </p:nvGrpSpPr>
          <p:grpSpPr>
            <a:xfrm>
              <a:off x="999004" y="1048525"/>
              <a:ext cx="3013116" cy="2212061"/>
              <a:chOff x="-5882175" y="336425"/>
              <a:chExt cx="3089425" cy="2268083"/>
            </a:xfrm>
          </p:grpSpPr>
          <p:sp>
            <p:nvSpPr>
              <p:cNvPr id="1504" name="Google Shape;1504;p58"/>
              <p:cNvSpPr/>
              <p:nvPr/>
            </p:nvSpPr>
            <p:spPr>
              <a:xfrm>
                <a:off x="-5862000" y="350858"/>
                <a:ext cx="3069250" cy="2253650"/>
              </a:xfrm>
              <a:custGeom>
                <a:rect b="b" l="l" r="r" t="t"/>
                <a:pathLst>
                  <a:path extrusionOk="0" h="90146" w="122770">
                    <a:moveTo>
                      <a:pt x="4815" y="0"/>
                    </a:moveTo>
                    <a:cubicBezTo>
                      <a:pt x="2156" y="0"/>
                      <a:pt x="0" y="2155"/>
                      <a:pt x="0" y="4815"/>
                    </a:cubicBezTo>
                    <a:lnTo>
                      <a:pt x="0" y="86110"/>
                    </a:lnTo>
                    <a:cubicBezTo>
                      <a:pt x="0" y="88339"/>
                      <a:pt x="1808" y="90146"/>
                      <a:pt x="4037" y="90146"/>
                    </a:cubicBezTo>
                    <a:lnTo>
                      <a:pt x="118369" y="90146"/>
                    </a:lnTo>
                    <a:cubicBezTo>
                      <a:pt x="120800" y="90146"/>
                      <a:pt x="122770" y="88177"/>
                      <a:pt x="122770" y="85746"/>
                    </a:cubicBezTo>
                    <a:lnTo>
                      <a:pt x="122770" y="5831"/>
                    </a:lnTo>
                    <a:cubicBezTo>
                      <a:pt x="122770" y="4284"/>
                      <a:pt x="122155" y="2801"/>
                      <a:pt x="121061" y="1707"/>
                    </a:cubicBezTo>
                    <a:cubicBezTo>
                      <a:pt x="119968" y="614"/>
                      <a:pt x="118486" y="0"/>
                      <a:pt x="116939"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58"/>
              <p:cNvSpPr/>
              <p:nvPr/>
            </p:nvSpPr>
            <p:spPr>
              <a:xfrm>
                <a:off x="-5882175" y="336425"/>
                <a:ext cx="3082275" cy="2266675"/>
              </a:xfrm>
              <a:custGeom>
                <a:rect b="b" l="l" r="r" t="t"/>
                <a:pathLst>
                  <a:path extrusionOk="0" h="90667" w="123291">
                    <a:moveTo>
                      <a:pt x="118612" y="521"/>
                    </a:moveTo>
                    <a:cubicBezTo>
                      <a:pt x="120905" y="521"/>
                      <a:pt x="122770" y="2386"/>
                      <a:pt x="122770" y="4678"/>
                    </a:cubicBezTo>
                    <a:lnTo>
                      <a:pt x="122770" y="85990"/>
                    </a:lnTo>
                    <a:cubicBezTo>
                      <a:pt x="122770" y="88283"/>
                      <a:pt x="120905" y="90147"/>
                      <a:pt x="118612" y="90147"/>
                    </a:cubicBezTo>
                    <a:lnTo>
                      <a:pt x="4678" y="90147"/>
                    </a:lnTo>
                    <a:cubicBezTo>
                      <a:pt x="2385" y="90147"/>
                      <a:pt x="521" y="88283"/>
                      <a:pt x="521" y="85990"/>
                    </a:cubicBezTo>
                    <a:lnTo>
                      <a:pt x="521" y="4678"/>
                    </a:lnTo>
                    <a:cubicBezTo>
                      <a:pt x="521" y="2386"/>
                      <a:pt x="2385" y="521"/>
                      <a:pt x="4678" y="521"/>
                    </a:cubicBezTo>
                    <a:close/>
                    <a:moveTo>
                      <a:pt x="4678" y="1"/>
                    </a:moveTo>
                    <a:cubicBezTo>
                      <a:pt x="2098" y="1"/>
                      <a:pt x="0" y="2099"/>
                      <a:pt x="0" y="4678"/>
                    </a:cubicBezTo>
                    <a:lnTo>
                      <a:pt x="0" y="85990"/>
                    </a:lnTo>
                    <a:cubicBezTo>
                      <a:pt x="0" y="88570"/>
                      <a:pt x="2098" y="90667"/>
                      <a:pt x="4678" y="90667"/>
                    </a:cubicBezTo>
                    <a:lnTo>
                      <a:pt x="118612" y="90667"/>
                    </a:lnTo>
                    <a:cubicBezTo>
                      <a:pt x="121192" y="90667"/>
                      <a:pt x="123290" y="88570"/>
                      <a:pt x="123290" y="85990"/>
                    </a:cubicBezTo>
                    <a:lnTo>
                      <a:pt x="123290" y="4678"/>
                    </a:lnTo>
                    <a:cubicBezTo>
                      <a:pt x="123290" y="2099"/>
                      <a:pt x="121192" y="1"/>
                      <a:pt x="118612"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58"/>
              <p:cNvSpPr/>
              <p:nvPr/>
            </p:nvSpPr>
            <p:spPr>
              <a:xfrm>
                <a:off x="-5882175" y="2239775"/>
                <a:ext cx="3082275" cy="363325"/>
              </a:xfrm>
              <a:custGeom>
                <a:rect b="b" l="l" r="r" t="t"/>
                <a:pathLst>
                  <a:path extrusionOk="0" h="14533" w="123291">
                    <a:moveTo>
                      <a:pt x="122770" y="522"/>
                    </a:moveTo>
                    <a:lnTo>
                      <a:pt x="122770" y="9856"/>
                    </a:lnTo>
                    <a:cubicBezTo>
                      <a:pt x="122770" y="12151"/>
                      <a:pt x="120908" y="14012"/>
                      <a:pt x="118614" y="14012"/>
                    </a:cubicBezTo>
                    <a:lnTo>
                      <a:pt x="4678" y="14012"/>
                    </a:lnTo>
                    <a:cubicBezTo>
                      <a:pt x="2385" y="14012"/>
                      <a:pt x="522" y="12147"/>
                      <a:pt x="522" y="9856"/>
                    </a:cubicBezTo>
                    <a:lnTo>
                      <a:pt x="522" y="522"/>
                    </a:lnTo>
                    <a:close/>
                    <a:moveTo>
                      <a:pt x="260" y="1"/>
                    </a:moveTo>
                    <a:cubicBezTo>
                      <a:pt x="117" y="1"/>
                      <a:pt x="0" y="117"/>
                      <a:pt x="0" y="261"/>
                    </a:cubicBezTo>
                    <a:lnTo>
                      <a:pt x="0" y="9856"/>
                    </a:lnTo>
                    <a:cubicBezTo>
                      <a:pt x="0" y="12439"/>
                      <a:pt x="2094" y="14533"/>
                      <a:pt x="4678" y="14533"/>
                    </a:cubicBezTo>
                    <a:lnTo>
                      <a:pt x="118612" y="14533"/>
                    </a:lnTo>
                    <a:cubicBezTo>
                      <a:pt x="121195" y="14533"/>
                      <a:pt x="123290" y="12439"/>
                      <a:pt x="123290" y="9856"/>
                    </a:cubicBezTo>
                    <a:lnTo>
                      <a:pt x="123290" y="261"/>
                    </a:lnTo>
                    <a:cubicBezTo>
                      <a:pt x="123290" y="117"/>
                      <a:pt x="123173" y="1"/>
                      <a:pt x="12303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58"/>
              <p:cNvSpPr/>
              <p:nvPr/>
            </p:nvSpPr>
            <p:spPr>
              <a:xfrm>
                <a:off x="-4397650" y="2421425"/>
                <a:ext cx="113200" cy="110875"/>
              </a:xfrm>
              <a:custGeom>
                <a:rect b="b" l="l" r="r" t="t"/>
                <a:pathLst>
                  <a:path extrusionOk="0" h="4435" w="4528">
                    <a:moveTo>
                      <a:pt x="2263" y="0"/>
                    </a:moveTo>
                    <a:cubicBezTo>
                      <a:pt x="1014" y="0"/>
                      <a:pt x="0" y="993"/>
                      <a:pt x="0" y="2217"/>
                    </a:cubicBezTo>
                    <a:cubicBezTo>
                      <a:pt x="0" y="3442"/>
                      <a:pt x="1014" y="4435"/>
                      <a:pt x="2263" y="4435"/>
                    </a:cubicBezTo>
                    <a:cubicBezTo>
                      <a:pt x="3514" y="4435"/>
                      <a:pt x="4528" y="3442"/>
                      <a:pt x="4528" y="2217"/>
                    </a:cubicBezTo>
                    <a:cubicBezTo>
                      <a:pt x="4528" y="993"/>
                      <a:pt x="3514" y="0"/>
                      <a:pt x="2263"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58"/>
              <p:cNvSpPr/>
              <p:nvPr/>
            </p:nvSpPr>
            <p:spPr>
              <a:xfrm>
                <a:off x="-4404175" y="2414950"/>
                <a:ext cx="126250" cy="123850"/>
              </a:xfrm>
              <a:custGeom>
                <a:rect b="b" l="l" r="r" t="t"/>
                <a:pathLst>
                  <a:path extrusionOk="0" h="4954" w="5050">
                    <a:moveTo>
                      <a:pt x="2524" y="520"/>
                    </a:moveTo>
                    <a:cubicBezTo>
                      <a:pt x="3630" y="520"/>
                      <a:pt x="4529" y="1398"/>
                      <a:pt x="4529" y="2476"/>
                    </a:cubicBezTo>
                    <a:cubicBezTo>
                      <a:pt x="4529" y="3555"/>
                      <a:pt x="3630" y="4433"/>
                      <a:pt x="2524" y="4433"/>
                    </a:cubicBezTo>
                    <a:cubicBezTo>
                      <a:pt x="1420" y="4433"/>
                      <a:pt x="520" y="3554"/>
                      <a:pt x="520" y="2476"/>
                    </a:cubicBezTo>
                    <a:cubicBezTo>
                      <a:pt x="520" y="1398"/>
                      <a:pt x="1420" y="520"/>
                      <a:pt x="2524" y="520"/>
                    </a:cubicBezTo>
                    <a:close/>
                    <a:moveTo>
                      <a:pt x="2524" y="0"/>
                    </a:moveTo>
                    <a:cubicBezTo>
                      <a:pt x="1133" y="0"/>
                      <a:pt x="1" y="1111"/>
                      <a:pt x="1" y="2476"/>
                    </a:cubicBezTo>
                    <a:cubicBezTo>
                      <a:pt x="1" y="3842"/>
                      <a:pt x="1132" y="4954"/>
                      <a:pt x="2524" y="4954"/>
                    </a:cubicBezTo>
                    <a:cubicBezTo>
                      <a:pt x="3917" y="4954"/>
                      <a:pt x="5049" y="3842"/>
                      <a:pt x="5049" y="2476"/>
                    </a:cubicBezTo>
                    <a:cubicBezTo>
                      <a:pt x="5049" y="1111"/>
                      <a:pt x="3917" y="0"/>
                      <a:pt x="2524"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509" name="Google Shape;1509;p58"/>
          <p:cNvPicPr preferRelativeResize="0"/>
          <p:nvPr/>
        </p:nvPicPr>
        <p:blipFill>
          <a:blip r:embed="rId3">
            <a:alphaModFix/>
          </a:blip>
          <a:stretch>
            <a:fillRect/>
          </a:stretch>
        </p:blipFill>
        <p:spPr>
          <a:xfrm>
            <a:off x="236850" y="1158225"/>
            <a:ext cx="4049649" cy="3378775"/>
          </a:xfrm>
          <a:prstGeom prst="rect">
            <a:avLst/>
          </a:prstGeom>
          <a:noFill/>
          <a:ln>
            <a:noFill/>
          </a:ln>
        </p:spPr>
      </p:pic>
      <p:sp>
        <p:nvSpPr>
          <p:cNvPr id="1510" name="Google Shape;1510;p58"/>
          <p:cNvSpPr txBox="1"/>
          <p:nvPr/>
        </p:nvSpPr>
        <p:spPr>
          <a:xfrm>
            <a:off x="4385550" y="581275"/>
            <a:ext cx="4723500" cy="4626300"/>
          </a:xfrm>
          <a:prstGeom prst="rect">
            <a:avLst/>
          </a:prstGeom>
          <a:noFill/>
          <a:ln cap="flat" cmpd="sng" w="9525">
            <a:solidFill>
              <a:srgbClr val="FDCA7D"/>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DM Sans"/>
                <a:ea typeface="DM Sans"/>
                <a:cs typeface="DM Sans"/>
                <a:sym typeface="DM Sans"/>
              </a:rPr>
              <a:t>We will use the Logistic regression as our base estimator as the performance is equivalent to other ML algorithms and plus it is easy to deploy considering that all libraries have inbuilt function for this particular estimator. </a:t>
            </a:r>
            <a:endParaRPr sz="1000">
              <a:solidFill>
                <a:schemeClr val="dk1"/>
              </a:solidFill>
              <a:latin typeface="DM Sans"/>
              <a:ea typeface="DM Sans"/>
              <a:cs typeface="DM Sans"/>
              <a:sym typeface="DM Sans"/>
            </a:endParaRPr>
          </a:p>
          <a:p>
            <a:pPr indent="0" lvl="0" marL="0" rtl="0" algn="l">
              <a:lnSpc>
                <a:spcPct val="95000"/>
              </a:lnSpc>
              <a:spcBef>
                <a:spcPts val="1200"/>
              </a:spcBef>
              <a:spcAft>
                <a:spcPts val="0"/>
              </a:spcAft>
              <a:buSzPts val="523"/>
              <a:buNone/>
            </a:pPr>
            <a:r>
              <a:rPr b="1" lang="en" sz="1000" u="sng">
                <a:solidFill>
                  <a:schemeClr val="dk1"/>
                </a:solidFill>
                <a:latin typeface="DM Sans"/>
                <a:ea typeface="DM Sans"/>
                <a:cs typeface="DM Sans"/>
                <a:sym typeface="DM Sans"/>
              </a:rPr>
              <a:t>Feature Importance</a:t>
            </a:r>
            <a:endParaRPr b="1" sz="1000" u="sng">
              <a:solidFill>
                <a:schemeClr val="dk1"/>
              </a:solidFill>
              <a:latin typeface="DM Sans"/>
              <a:ea typeface="DM Sans"/>
              <a:cs typeface="DM Sans"/>
              <a:sym typeface="DM Sans"/>
            </a:endParaRPr>
          </a:p>
          <a:p>
            <a:pPr indent="0" lvl="0" marL="0" rtl="0" algn="l">
              <a:lnSpc>
                <a:spcPct val="95000"/>
              </a:lnSpc>
              <a:spcBef>
                <a:spcPts val="1200"/>
              </a:spcBef>
              <a:spcAft>
                <a:spcPts val="0"/>
              </a:spcAft>
              <a:buSzPts val="523"/>
              <a:buNone/>
            </a:pPr>
            <a:r>
              <a:rPr lang="en" sz="1000">
                <a:solidFill>
                  <a:schemeClr val="dk1"/>
                </a:solidFill>
                <a:latin typeface="DM Sans"/>
                <a:ea typeface="DM Sans"/>
                <a:cs typeface="DM Sans"/>
                <a:sym typeface="DM Sans"/>
              </a:rPr>
              <a:t>The table shows the feature importance when LR is employed to build the scorecard model. </a:t>
            </a:r>
            <a:endParaRPr sz="1000">
              <a:solidFill>
                <a:schemeClr val="dk1"/>
              </a:solidFill>
              <a:latin typeface="DM Sans"/>
              <a:ea typeface="DM Sans"/>
              <a:cs typeface="DM Sans"/>
              <a:sym typeface="DM Sans"/>
            </a:endParaRPr>
          </a:p>
          <a:p>
            <a:pPr indent="0" lvl="0" marL="0" rtl="0" algn="l">
              <a:lnSpc>
                <a:spcPct val="95000"/>
              </a:lnSpc>
              <a:spcBef>
                <a:spcPts val="1200"/>
              </a:spcBef>
              <a:spcAft>
                <a:spcPts val="0"/>
              </a:spcAft>
              <a:buSzPts val="523"/>
              <a:buNone/>
            </a:pPr>
            <a:r>
              <a:rPr b="1" lang="en" sz="1000">
                <a:solidFill>
                  <a:schemeClr val="dk1"/>
                </a:solidFill>
                <a:latin typeface="DM Sans"/>
                <a:ea typeface="DM Sans"/>
                <a:cs typeface="DM Sans"/>
                <a:sym typeface="DM Sans"/>
              </a:rPr>
              <a:t>PAY_0 </a:t>
            </a:r>
            <a:r>
              <a:rPr lang="en" sz="1000">
                <a:solidFill>
                  <a:schemeClr val="dk1"/>
                </a:solidFill>
                <a:latin typeface="DM Sans"/>
                <a:ea typeface="DM Sans"/>
                <a:cs typeface="DM Sans"/>
                <a:sym typeface="DM Sans"/>
              </a:rPr>
              <a:t>(repayment status in September,2005) is as expected. It should be high in explaining predicting the state of the customer. </a:t>
            </a:r>
            <a:endParaRPr sz="1000">
              <a:solidFill>
                <a:schemeClr val="dk1"/>
              </a:solidFill>
              <a:latin typeface="DM Sans"/>
              <a:ea typeface="DM Sans"/>
              <a:cs typeface="DM Sans"/>
              <a:sym typeface="DM Sans"/>
            </a:endParaRPr>
          </a:p>
          <a:p>
            <a:pPr indent="0" lvl="0" marL="0" rtl="0" algn="l">
              <a:lnSpc>
                <a:spcPct val="95000"/>
              </a:lnSpc>
              <a:spcBef>
                <a:spcPts val="1200"/>
              </a:spcBef>
              <a:spcAft>
                <a:spcPts val="0"/>
              </a:spcAft>
              <a:buSzPts val="523"/>
              <a:buNone/>
            </a:pPr>
            <a:r>
              <a:rPr b="1" lang="en" sz="1000">
                <a:solidFill>
                  <a:schemeClr val="dk1"/>
                </a:solidFill>
                <a:latin typeface="DM Sans"/>
                <a:ea typeface="DM Sans"/>
                <a:cs typeface="DM Sans"/>
                <a:sym typeface="DM Sans"/>
              </a:rPr>
              <a:t>BILL_AMT3 </a:t>
            </a:r>
            <a:r>
              <a:rPr lang="en" sz="1000">
                <a:solidFill>
                  <a:schemeClr val="dk1"/>
                </a:solidFill>
                <a:latin typeface="DM Sans"/>
                <a:ea typeface="DM Sans"/>
                <a:cs typeface="DM Sans"/>
                <a:sym typeface="DM Sans"/>
              </a:rPr>
              <a:t>and </a:t>
            </a:r>
            <a:r>
              <a:rPr b="1" lang="en" sz="1000">
                <a:solidFill>
                  <a:schemeClr val="dk1"/>
                </a:solidFill>
                <a:latin typeface="DM Sans"/>
                <a:ea typeface="DM Sans"/>
                <a:cs typeface="DM Sans"/>
                <a:sym typeface="DM Sans"/>
              </a:rPr>
              <a:t>BILL_AMT4 </a:t>
            </a:r>
            <a:r>
              <a:rPr lang="en" sz="1000">
                <a:solidFill>
                  <a:schemeClr val="dk1"/>
                </a:solidFill>
                <a:latin typeface="DM Sans"/>
                <a:ea typeface="DM Sans"/>
                <a:cs typeface="DM Sans"/>
                <a:sym typeface="DM Sans"/>
              </a:rPr>
              <a:t>are also showing expected results as when the bill amounts are higher in the middle of the period under study, it is highly likely that the customer might not pay the dues if they does not have sufficient funds to cover the bill payments. The higher the bill statement in the past, the higher is the chance that the customer will default on dues due to the higher burden and increasing interest costs. </a:t>
            </a:r>
            <a:endParaRPr sz="1000">
              <a:solidFill>
                <a:schemeClr val="dk1"/>
              </a:solidFill>
              <a:latin typeface="DM Sans"/>
              <a:ea typeface="DM Sans"/>
              <a:cs typeface="DM Sans"/>
              <a:sym typeface="DM Sans"/>
            </a:endParaRPr>
          </a:p>
          <a:p>
            <a:pPr indent="0" lvl="0" marL="0" rtl="0" algn="l">
              <a:lnSpc>
                <a:spcPct val="95000"/>
              </a:lnSpc>
              <a:spcBef>
                <a:spcPts val="1200"/>
              </a:spcBef>
              <a:spcAft>
                <a:spcPts val="0"/>
              </a:spcAft>
              <a:buSzPts val="523"/>
              <a:buNone/>
            </a:pPr>
            <a:r>
              <a:rPr lang="en" sz="1000">
                <a:solidFill>
                  <a:schemeClr val="dk1"/>
                </a:solidFill>
                <a:latin typeface="DM Sans"/>
                <a:ea typeface="DM Sans"/>
                <a:cs typeface="DM Sans"/>
                <a:sym typeface="DM Sans"/>
              </a:rPr>
              <a:t>In case of repayment status (</a:t>
            </a:r>
            <a:r>
              <a:rPr b="1" lang="en" sz="1000">
                <a:solidFill>
                  <a:schemeClr val="dk1"/>
                </a:solidFill>
                <a:latin typeface="DM Sans"/>
                <a:ea typeface="DM Sans"/>
                <a:cs typeface="DM Sans"/>
                <a:sym typeface="DM Sans"/>
              </a:rPr>
              <a:t>PAY_0</a:t>
            </a:r>
            <a:r>
              <a:rPr lang="en" sz="1000">
                <a:solidFill>
                  <a:schemeClr val="dk1"/>
                </a:solidFill>
                <a:latin typeface="DM Sans"/>
                <a:ea typeface="DM Sans"/>
                <a:cs typeface="DM Sans"/>
                <a:sym typeface="DM Sans"/>
              </a:rPr>
              <a:t>/2/3/4/5/6), it is higher in case of repayment made in the most recent month (September 2005), which is might reduce the chance of a classifying a customer in the default category. </a:t>
            </a:r>
            <a:endParaRPr sz="1000">
              <a:solidFill>
                <a:schemeClr val="dk1"/>
              </a:solidFill>
              <a:latin typeface="DM Sans"/>
              <a:ea typeface="DM Sans"/>
              <a:cs typeface="DM Sans"/>
              <a:sym typeface="DM Sans"/>
            </a:endParaRPr>
          </a:p>
          <a:p>
            <a:pPr indent="0" lvl="0" marL="0" rtl="0" algn="l">
              <a:lnSpc>
                <a:spcPct val="95000"/>
              </a:lnSpc>
              <a:spcBef>
                <a:spcPts val="1200"/>
              </a:spcBef>
              <a:spcAft>
                <a:spcPts val="0"/>
              </a:spcAft>
              <a:buSzPts val="523"/>
              <a:buNone/>
            </a:pPr>
            <a:r>
              <a:rPr lang="en" sz="1000">
                <a:solidFill>
                  <a:schemeClr val="dk1"/>
                </a:solidFill>
                <a:latin typeface="DM Sans"/>
                <a:ea typeface="DM Sans"/>
                <a:cs typeface="DM Sans"/>
                <a:sym typeface="DM Sans"/>
              </a:rPr>
              <a:t>Amount of previous payments (</a:t>
            </a:r>
            <a:r>
              <a:rPr b="1" lang="en" sz="1000">
                <a:solidFill>
                  <a:schemeClr val="dk1"/>
                </a:solidFill>
                <a:latin typeface="DM Sans"/>
                <a:ea typeface="DM Sans"/>
                <a:cs typeface="DM Sans"/>
                <a:sym typeface="DM Sans"/>
              </a:rPr>
              <a:t>PAY_AMT1</a:t>
            </a:r>
            <a:r>
              <a:rPr lang="en" sz="1000">
                <a:solidFill>
                  <a:schemeClr val="dk1"/>
                </a:solidFill>
                <a:latin typeface="DM Sans"/>
                <a:ea typeface="DM Sans"/>
                <a:cs typeface="DM Sans"/>
                <a:sym typeface="DM Sans"/>
              </a:rPr>
              <a:t>/2/3/4/5) show low importance as compared to other features. This is unexpected as making previous payments should show how a diligently the customer made his past payments. This might be due to the fact that the economic status of the customer can change any time making him more likely to be either delinquent or become a good customer. So, maybe that's why predictive ability is low for this one. As it works both ways.  </a:t>
            </a:r>
            <a:endParaRPr sz="1000">
              <a:solidFill>
                <a:schemeClr val="dk1"/>
              </a:solidFill>
              <a:latin typeface="DM Sans"/>
              <a:ea typeface="DM Sans"/>
              <a:cs typeface="DM Sans"/>
              <a:sym typeface="DM Sans"/>
            </a:endParaRPr>
          </a:p>
          <a:p>
            <a:pPr indent="0" lvl="0" marL="0" rtl="0" algn="l">
              <a:lnSpc>
                <a:spcPct val="95000"/>
              </a:lnSpc>
              <a:spcBef>
                <a:spcPts val="1200"/>
              </a:spcBef>
              <a:spcAft>
                <a:spcPts val="1200"/>
              </a:spcAft>
              <a:buSzPts val="523"/>
              <a:buNone/>
            </a:pPr>
            <a:r>
              <a:t/>
            </a:r>
            <a:endParaRPr sz="1000">
              <a:solidFill>
                <a:srgbClr val="595959"/>
              </a:solidFill>
              <a:latin typeface="DM Sans"/>
              <a:ea typeface="DM Sans"/>
              <a:cs typeface="DM Sans"/>
              <a:sym typeface="DM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4" name="Shape 1514"/>
        <p:cNvGrpSpPr/>
        <p:nvPr/>
      </p:nvGrpSpPr>
      <p:grpSpPr>
        <a:xfrm>
          <a:off x="0" y="0"/>
          <a:ext cx="0" cy="0"/>
          <a:chOff x="0" y="0"/>
          <a:chExt cx="0" cy="0"/>
        </a:xfrm>
      </p:grpSpPr>
      <p:sp>
        <p:nvSpPr>
          <p:cNvPr id="1515" name="Google Shape;1515;p59"/>
          <p:cNvSpPr txBox="1"/>
          <p:nvPr/>
        </p:nvSpPr>
        <p:spPr>
          <a:xfrm>
            <a:off x="5445250" y="636825"/>
            <a:ext cx="39156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 sz="4200">
                <a:solidFill>
                  <a:srgbClr val="ACFFD9"/>
                </a:solidFill>
                <a:latin typeface="Viga"/>
                <a:ea typeface="Viga"/>
                <a:cs typeface="Viga"/>
                <a:sym typeface="Viga"/>
              </a:rPr>
              <a:t>Step 6: Scorecard Building and Testing</a:t>
            </a:r>
            <a:endParaRPr b="1" sz="4200">
              <a:solidFill>
                <a:srgbClr val="ACFFD9"/>
              </a:solidFill>
              <a:latin typeface="Viga"/>
              <a:ea typeface="Viga"/>
              <a:cs typeface="Viga"/>
              <a:sym typeface="Viga"/>
            </a:endParaRPr>
          </a:p>
          <a:p>
            <a:pPr indent="0" lvl="0" marL="0" rtl="0" algn="l">
              <a:spcBef>
                <a:spcPts val="0"/>
              </a:spcBef>
              <a:spcAft>
                <a:spcPts val="0"/>
              </a:spcAft>
              <a:buNone/>
            </a:pPr>
            <a:r>
              <a:t/>
            </a:r>
            <a:endParaRPr b="1" sz="2400">
              <a:latin typeface="Viga"/>
              <a:ea typeface="Viga"/>
              <a:cs typeface="Viga"/>
              <a:sym typeface="Viga"/>
            </a:endParaRPr>
          </a:p>
        </p:txBody>
      </p:sp>
      <p:sp>
        <p:nvSpPr>
          <p:cNvPr id="1516" name="Google Shape;1516;p59"/>
          <p:cNvSpPr txBox="1"/>
          <p:nvPr/>
        </p:nvSpPr>
        <p:spPr>
          <a:xfrm>
            <a:off x="6090800" y="4589400"/>
            <a:ext cx="3017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rgbClr val="ACFFD9"/>
                </a:solidFill>
                <a:latin typeface="Viga"/>
                <a:ea typeface="Viga"/>
                <a:cs typeface="Viga"/>
                <a:sym typeface="Viga"/>
              </a:rPr>
              <a:t>Sumedha Bansal</a:t>
            </a:r>
            <a:endParaRPr sz="2400">
              <a:solidFill>
                <a:srgbClr val="ACFFD9"/>
              </a:solidFill>
              <a:latin typeface="Viga"/>
              <a:ea typeface="Viga"/>
              <a:cs typeface="Viga"/>
              <a:sym typeface="Viga"/>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0" name="Shape 1520"/>
        <p:cNvGrpSpPr/>
        <p:nvPr/>
      </p:nvGrpSpPr>
      <p:grpSpPr>
        <a:xfrm>
          <a:off x="0" y="0"/>
          <a:ext cx="0" cy="0"/>
          <a:chOff x="0" y="0"/>
          <a:chExt cx="0" cy="0"/>
        </a:xfrm>
      </p:grpSpPr>
      <p:sp>
        <p:nvSpPr>
          <p:cNvPr id="1521" name="Google Shape;1521;p60"/>
          <p:cNvSpPr txBox="1"/>
          <p:nvPr>
            <p:ph type="title"/>
          </p:nvPr>
        </p:nvSpPr>
        <p:spPr>
          <a:xfrm>
            <a:off x="192700" y="124175"/>
            <a:ext cx="5356500" cy="539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Building Steps</a:t>
            </a:r>
            <a:endParaRPr/>
          </a:p>
        </p:txBody>
      </p:sp>
      <p:pic>
        <p:nvPicPr>
          <p:cNvPr id="1522" name="Google Shape;1522;p60"/>
          <p:cNvPicPr preferRelativeResize="0"/>
          <p:nvPr/>
        </p:nvPicPr>
        <p:blipFill>
          <a:blip r:embed="rId3">
            <a:alphaModFix/>
          </a:blip>
          <a:stretch>
            <a:fillRect/>
          </a:stretch>
        </p:blipFill>
        <p:spPr>
          <a:xfrm>
            <a:off x="6956088" y="152400"/>
            <a:ext cx="1866614" cy="4838699"/>
          </a:xfrm>
          <a:prstGeom prst="rect">
            <a:avLst/>
          </a:prstGeom>
          <a:noFill/>
          <a:ln cap="flat" cmpd="sng" w="76200">
            <a:solidFill>
              <a:schemeClr val="dk1"/>
            </a:solidFill>
            <a:prstDash val="solid"/>
            <a:round/>
            <a:headEnd len="sm" w="sm" type="none"/>
            <a:tailEnd len="sm" w="sm" type="none"/>
          </a:ln>
        </p:spPr>
      </p:pic>
      <p:sp>
        <p:nvSpPr>
          <p:cNvPr id="1523" name="Google Shape;1523;p60"/>
          <p:cNvSpPr txBox="1"/>
          <p:nvPr/>
        </p:nvSpPr>
        <p:spPr>
          <a:xfrm>
            <a:off x="291850" y="542275"/>
            <a:ext cx="5961000" cy="4710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DM Sans"/>
              <a:buAutoNum type="arabicPeriod"/>
            </a:pPr>
            <a:r>
              <a:rPr lang="en">
                <a:latin typeface="DM Sans"/>
                <a:ea typeface="DM Sans"/>
                <a:cs typeface="DM Sans"/>
                <a:sym typeface="DM Sans"/>
              </a:rPr>
              <a:t>We take the transformed train and test data from step 4 and pass that in the scorecard function of the Toad Library with base score 1000, base_odds=35, and pdo=80(points to double the odds). We use C=0.1 and class_weight=balanced as parameters for LR. </a:t>
            </a:r>
            <a:endParaRPr>
              <a:latin typeface="DM Sans"/>
              <a:ea typeface="DM Sans"/>
              <a:cs typeface="DM Sans"/>
              <a:sym typeface="DM Sans"/>
            </a:endParaRPr>
          </a:p>
          <a:p>
            <a:pPr indent="0" lvl="0" marL="457200" rtl="0" algn="l">
              <a:spcBef>
                <a:spcPts val="0"/>
              </a:spcBef>
              <a:spcAft>
                <a:spcPts val="0"/>
              </a:spcAft>
              <a:buNone/>
            </a:pPr>
            <a:r>
              <a:t/>
            </a:r>
            <a:endParaRPr>
              <a:latin typeface="DM Sans"/>
              <a:ea typeface="DM Sans"/>
              <a:cs typeface="DM Sans"/>
              <a:sym typeface="DM Sans"/>
            </a:endParaRPr>
          </a:p>
          <a:p>
            <a:pPr indent="-317500" lvl="0" marL="457200" rtl="0" algn="l">
              <a:spcBef>
                <a:spcPts val="0"/>
              </a:spcBef>
              <a:spcAft>
                <a:spcPts val="0"/>
              </a:spcAft>
              <a:buSzPts val="1400"/>
              <a:buFont typeface="DM Sans"/>
              <a:buAutoNum type="arabicPeriod"/>
            </a:pPr>
            <a:r>
              <a:rPr lang="en">
                <a:latin typeface="DM Sans"/>
                <a:ea typeface="DM Sans"/>
                <a:cs typeface="DM Sans"/>
                <a:sym typeface="DM Sans"/>
              </a:rPr>
              <a:t>Basically, we fit the </a:t>
            </a:r>
            <a:r>
              <a:rPr lang="en">
                <a:latin typeface="DM Sans"/>
                <a:ea typeface="DM Sans"/>
                <a:cs typeface="DM Sans"/>
                <a:sym typeface="DM Sans"/>
              </a:rPr>
              <a:t>scorecard</a:t>
            </a:r>
            <a:r>
              <a:rPr lang="en">
                <a:latin typeface="DM Sans"/>
                <a:ea typeface="DM Sans"/>
                <a:cs typeface="DM Sans"/>
                <a:sym typeface="DM Sans"/>
              </a:rPr>
              <a:t> function on the train data as we would have done for any ML algorithm. The only difference is that this Library takes the base estimator to be LR. We can change base estimators but that requires some changes in the library codes which can be complex at this level. </a:t>
            </a:r>
            <a:endParaRPr>
              <a:latin typeface="DM Sans"/>
              <a:ea typeface="DM Sans"/>
              <a:cs typeface="DM Sans"/>
              <a:sym typeface="DM Sans"/>
            </a:endParaRPr>
          </a:p>
          <a:p>
            <a:pPr indent="0" lvl="0" marL="457200" rtl="0" algn="l">
              <a:spcBef>
                <a:spcPts val="0"/>
              </a:spcBef>
              <a:spcAft>
                <a:spcPts val="0"/>
              </a:spcAft>
              <a:buNone/>
            </a:pPr>
            <a:r>
              <a:t/>
            </a:r>
            <a:endParaRPr>
              <a:latin typeface="DM Sans"/>
              <a:ea typeface="DM Sans"/>
              <a:cs typeface="DM Sans"/>
              <a:sym typeface="DM Sans"/>
            </a:endParaRPr>
          </a:p>
          <a:p>
            <a:pPr indent="-317500" lvl="0" marL="457200" rtl="0" algn="l">
              <a:spcBef>
                <a:spcPts val="0"/>
              </a:spcBef>
              <a:spcAft>
                <a:spcPts val="0"/>
              </a:spcAft>
              <a:buSzPts val="1400"/>
              <a:buFont typeface="DM Sans"/>
              <a:buAutoNum type="arabicPeriod"/>
            </a:pPr>
            <a:r>
              <a:rPr lang="en">
                <a:latin typeface="DM Sans"/>
                <a:ea typeface="DM Sans"/>
                <a:cs typeface="DM Sans"/>
                <a:sym typeface="DM Sans"/>
              </a:rPr>
              <a:t>Once this fitting is done, the model gives us the credit scores for each of bin as shown in the table on the RHS.</a:t>
            </a:r>
            <a:endParaRPr>
              <a:latin typeface="DM Sans"/>
              <a:ea typeface="DM Sans"/>
              <a:cs typeface="DM Sans"/>
              <a:sym typeface="DM Sans"/>
            </a:endParaRPr>
          </a:p>
          <a:p>
            <a:pPr indent="0" lvl="0" marL="457200" rtl="0" algn="l">
              <a:spcBef>
                <a:spcPts val="0"/>
              </a:spcBef>
              <a:spcAft>
                <a:spcPts val="0"/>
              </a:spcAft>
              <a:buNone/>
            </a:pPr>
            <a:r>
              <a:t/>
            </a:r>
            <a:endParaRPr>
              <a:latin typeface="DM Sans"/>
              <a:ea typeface="DM Sans"/>
              <a:cs typeface="DM Sans"/>
              <a:sym typeface="DM Sans"/>
            </a:endParaRPr>
          </a:p>
          <a:p>
            <a:pPr indent="-317500" lvl="0" marL="457200" rtl="0" algn="l">
              <a:spcBef>
                <a:spcPts val="0"/>
              </a:spcBef>
              <a:spcAft>
                <a:spcPts val="0"/>
              </a:spcAft>
              <a:buSzPts val="1400"/>
              <a:buFont typeface="DM Sans"/>
              <a:buAutoNum type="arabicPeriod"/>
            </a:pPr>
            <a:r>
              <a:rPr lang="en">
                <a:latin typeface="DM Sans"/>
                <a:ea typeface="DM Sans"/>
                <a:cs typeface="DM Sans"/>
                <a:sym typeface="DM Sans"/>
              </a:rPr>
              <a:t>Now if we want to see the score of a random client in our model, we will just use the predict function of the scorecard and get the credit score for that person. All we have to do here is pass the information of the client in </a:t>
            </a:r>
            <a:r>
              <a:rPr lang="en">
                <a:latin typeface="DM Sans"/>
                <a:ea typeface="DM Sans"/>
                <a:cs typeface="DM Sans"/>
                <a:sym typeface="DM Sans"/>
              </a:rPr>
              <a:t>original</a:t>
            </a:r>
            <a:r>
              <a:rPr lang="en">
                <a:latin typeface="DM Sans"/>
                <a:ea typeface="DM Sans"/>
                <a:cs typeface="DM Sans"/>
                <a:sym typeface="DM Sans"/>
              </a:rPr>
              <a:t> format (w/o WOE transformation) to this predict function and we will get the credit score for that customer. </a:t>
            </a:r>
            <a:endParaRPr>
              <a:latin typeface="DM Sans"/>
              <a:ea typeface="DM Sans"/>
              <a:cs typeface="DM Sans"/>
              <a:sym typeface="DM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527" name="Shape 1527"/>
        <p:cNvGrpSpPr/>
        <p:nvPr/>
      </p:nvGrpSpPr>
      <p:grpSpPr>
        <a:xfrm>
          <a:off x="0" y="0"/>
          <a:ext cx="0" cy="0"/>
          <a:chOff x="0" y="0"/>
          <a:chExt cx="0" cy="0"/>
        </a:xfrm>
      </p:grpSpPr>
      <p:sp>
        <p:nvSpPr>
          <p:cNvPr id="1528" name="Google Shape;1528;p61"/>
          <p:cNvSpPr/>
          <p:nvPr/>
        </p:nvSpPr>
        <p:spPr>
          <a:xfrm>
            <a:off x="0" y="0"/>
            <a:ext cx="5760098" cy="5104334"/>
          </a:xfrm>
          <a:custGeom>
            <a:rect b="b" l="l" r="r" t="t"/>
            <a:pathLst>
              <a:path extrusionOk="0" h="134016" w="59766">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29" name="Google Shape;1529;p61"/>
          <p:cNvGrpSpPr/>
          <p:nvPr/>
        </p:nvGrpSpPr>
        <p:grpSpPr>
          <a:xfrm>
            <a:off x="1941405" y="6"/>
            <a:ext cx="8303485" cy="4946636"/>
            <a:chOff x="-45" y="-94"/>
            <a:chExt cx="8303485" cy="4946636"/>
          </a:xfrm>
        </p:grpSpPr>
        <p:sp>
          <p:nvSpPr>
            <p:cNvPr id="1530" name="Google Shape;1530;p61"/>
            <p:cNvSpPr/>
            <p:nvPr/>
          </p:nvSpPr>
          <p:spPr>
            <a:xfrm>
              <a:off x="4061523" y="745246"/>
              <a:ext cx="72392" cy="69685"/>
            </a:xfrm>
            <a:custGeom>
              <a:rect b="b" l="l" r="r" t="t"/>
              <a:pathLst>
                <a:path extrusionOk="0" h="2858" w="2969">
                  <a:moveTo>
                    <a:pt x="1541" y="521"/>
                  </a:moveTo>
                  <a:cubicBezTo>
                    <a:pt x="2041" y="522"/>
                    <a:pt x="2447" y="928"/>
                    <a:pt x="2448" y="1428"/>
                  </a:cubicBezTo>
                  <a:cubicBezTo>
                    <a:pt x="2448" y="1795"/>
                    <a:pt x="2226" y="2127"/>
                    <a:pt x="1887" y="2267"/>
                  </a:cubicBezTo>
                  <a:cubicBezTo>
                    <a:pt x="1775" y="2314"/>
                    <a:pt x="1658" y="2336"/>
                    <a:pt x="1541" y="2336"/>
                  </a:cubicBezTo>
                  <a:cubicBezTo>
                    <a:pt x="1305" y="2336"/>
                    <a:pt x="1073" y="2244"/>
                    <a:pt x="899" y="2070"/>
                  </a:cubicBezTo>
                  <a:cubicBezTo>
                    <a:pt x="640" y="1811"/>
                    <a:pt x="562" y="1421"/>
                    <a:pt x="703" y="1082"/>
                  </a:cubicBezTo>
                  <a:cubicBezTo>
                    <a:pt x="842" y="743"/>
                    <a:pt x="1174" y="521"/>
                    <a:pt x="1541" y="521"/>
                  </a:cubicBezTo>
                  <a:close/>
                  <a:moveTo>
                    <a:pt x="1540" y="1"/>
                  </a:moveTo>
                  <a:cubicBezTo>
                    <a:pt x="1169" y="1"/>
                    <a:pt x="804" y="146"/>
                    <a:pt x="531" y="419"/>
                  </a:cubicBezTo>
                  <a:cubicBezTo>
                    <a:pt x="123" y="828"/>
                    <a:pt x="1" y="1441"/>
                    <a:pt x="221" y="1976"/>
                  </a:cubicBezTo>
                  <a:cubicBezTo>
                    <a:pt x="442" y="2508"/>
                    <a:pt x="963" y="2857"/>
                    <a:pt x="1541" y="2857"/>
                  </a:cubicBezTo>
                  <a:cubicBezTo>
                    <a:pt x="2328" y="2856"/>
                    <a:pt x="2967" y="2216"/>
                    <a:pt x="2968" y="1428"/>
                  </a:cubicBezTo>
                  <a:cubicBezTo>
                    <a:pt x="2968" y="851"/>
                    <a:pt x="2620" y="330"/>
                    <a:pt x="2087" y="110"/>
                  </a:cubicBezTo>
                  <a:cubicBezTo>
                    <a:pt x="1910" y="37"/>
                    <a:pt x="1724" y="1"/>
                    <a:pt x="154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61"/>
            <p:cNvSpPr/>
            <p:nvPr/>
          </p:nvSpPr>
          <p:spPr>
            <a:xfrm>
              <a:off x="8231048" y="1086346"/>
              <a:ext cx="72392" cy="69685"/>
            </a:xfrm>
            <a:custGeom>
              <a:rect b="b" l="l" r="r" t="t"/>
              <a:pathLst>
                <a:path extrusionOk="0" h="2858" w="2969">
                  <a:moveTo>
                    <a:pt x="1541" y="521"/>
                  </a:moveTo>
                  <a:cubicBezTo>
                    <a:pt x="2041" y="522"/>
                    <a:pt x="2447" y="928"/>
                    <a:pt x="2448" y="1428"/>
                  </a:cubicBezTo>
                  <a:cubicBezTo>
                    <a:pt x="2448" y="1795"/>
                    <a:pt x="2226" y="2127"/>
                    <a:pt x="1887" y="2267"/>
                  </a:cubicBezTo>
                  <a:cubicBezTo>
                    <a:pt x="1775" y="2314"/>
                    <a:pt x="1658" y="2336"/>
                    <a:pt x="1541" y="2336"/>
                  </a:cubicBezTo>
                  <a:cubicBezTo>
                    <a:pt x="1305" y="2336"/>
                    <a:pt x="1073" y="2244"/>
                    <a:pt x="899" y="2070"/>
                  </a:cubicBezTo>
                  <a:cubicBezTo>
                    <a:pt x="640" y="1811"/>
                    <a:pt x="562" y="1421"/>
                    <a:pt x="703" y="1082"/>
                  </a:cubicBezTo>
                  <a:cubicBezTo>
                    <a:pt x="842" y="743"/>
                    <a:pt x="1174" y="521"/>
                    <a:pt x="1541" y="521"/>
                  </a:cubicBezTo>
                  <a:close/>
                  <a:moveTo>
                    <a:pt x="1540" y="1"/>
                  </a:moveTo>
                  <a:cubicBezTo>
                    <a:pt x="1169" y="1"/>
                    <a:pt x="804" y="146"/>
                    <a:pt x="531" y="419"/>
                  </a:cubicBezTo>
                  <a:cubicBezTo>
                    <a:pt x="123" y="828"/>
                    <a:pt x="1" y="1441"/>
                    <a:pt x="221" y="1976"/>
                  </a:cubicBezTo>
                  <a:cubicBezTo>
                    <a:pt x="442" y="2508"/>
                    <a:pt x="963" y="2857"/>
                    <a:pt x="1541" y="2857"/>
                  </a:cubicBezTo>
                  <a:cubicBezTo>
                    <a:pt x="2328" y="2856"/>
                    <a:pt x="2967" y="2216"/>
                    <a:pt x="2968" y="1428"/>
                  </a:cubicBezTo>
                  <a:cubicBezTo>
                    <a:pt x="2968" y="851"/>
                    <a:pt x="2620" y="330"/>
                    <a:pt x="2087" y="110"/>
                  </a:cubicBezTo>
                  <a:cubicBezTo>
                    <a:pt x="1910" y="37"/>
                    <a:pt x="1724" y="1"/>
                    <a:pt x="154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2" name="Google Shape;1532;p61"/>
            <p:cNvGrpSpPr/>
            <p:nvPr/>
          </p:nvGrpSpPr>
          <p:grpSpPr>
            <a:xfrm>
              <a:off x="-45" y="-94"/>
              <a:ext cx="7222870" cy="4946636"/>
              <a:chOff x="999004" y="1048525"/>
              <a:chExt cx="3006147" cy="2210688"/>
            </a:xfrm>
          </p:grpSpPr>
          <p:sp>
            <p:nvSpPr>
              <p:cNvPr id="1533" name="Google Shape;1533;p61"/>
              <p:cNvSpPr/>
              <p:nvPr/>
            </p:nvSpPr>
            <p:spPr>
              <a:xfrm>
                <a:off x="3778000" y="1055743"/>
                <a:ext cx="227152" cy="225698"/>
              </a:xfrm>
              <a:custGeom>
                <a:rect b="b" l="l" r="r" t="t"/>
                <a:pathLst>
                  <a:path extrusionOk="0" h="2336" w="2428">
                    <a:moveTo>
                      <a:pt x="1260" y="1"/>
                    </a:moveTo>
                    <a:cubicBezTo>
                      <a:pt x="788" y="1"/>
                      <a:pt x="361" y="285"/>
                      <a:pt x="181" y="723"/>
                    </a:cubicBezTo>
                    <a:cubicBezTo>
                      <a:pt x="0" y="1158"/>
                      <a:pt x="100" y="1661"/>
                      <a:pt x="434" y="1994"/>
                    </a:cubicBezTo>
                    <a:cubicBezTo>
                      <a:pt x="657" y="2217"/>
                      <a:pt x="956" y="2336"/>
                      <a:pt x="1259" y="2336"/>
                    </a:cubicBezTo>
                    <a:cubicBezTo>
                      <a:pt x="1410" y="2336"/>
                      <a:pt x="1562" y="2307"/>
                      <a:pt x="1707" y="2247"/>
                    </a:cubicBezTo>
                    <a:cubicBezTo>
                      <a:pt x="2143" y="2067"/>
                      <a:pt x="2427" y="1640"/>
                      <a:pt x="2427" y="1168"/>
                    </a:cubicBezTo>
                    <a:cubicBezTo>
                      <a:pt x="2427" y="524"/>
                      <a:pt x="1904" y="1"/>
                      <a:pt x="126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4" name="Google Shape;1534;p61"/>
              <p:cNvGrpSpPr/>
              <p:nvPr/>
            </p:nvGrpSpPr>
            <p:grpSpPr>
              <a:xfrm>
                <a:off x="999004" y="1048525"/>
                <a:ext cx="3006143" cy="2210688"/>
                <a:chOff x="-5882175" y="336425"/>
                <a:chExt cx="3082275" cy="2266675"/>
              </a:xfrm>
            </p:grpSpPr>
            <p:sp>
              <p:nvSpPr>
                <p:cNvPr id="1535" name="Google Shape;1535;p61"/>
                <p:cNvSpPr/>
                <p:nvPr/>
              </p:nvSpPr>
              <p:spPr>
                <a:xfrm>
                  <a:off x="-5875677" y="342936"/>
                  <a:ext cx="3069250" cy="2253650"/>
                </a:xfrm>
                <a:custGeom>
                  <a:rect b="b" l="l" r="r" t="t"/>
                  <a:pathLst>
                    <a:path extrusionOk="0" h="90146" w="122770">
                      <a:moveTo>
                        <a:pt x="4815" y="0"/>
                      </a:moveTo>
                      <a:cubicBezTo>
                        <a:pt x="2156" y="0"/>
                        <a:pt x="0" y="2155"/>
                        <a:pt x="0" y="4815"/>
                      </a:cubicBezTo>
                      <a:lnTo>
                        <a:pt x="0" y="86110"/>
                      </a:lnTo>
                      <a:cubicBezTo>
                        <a:pt x="0" y="88339"/>
                        <a:pt x="1808" y="90146"/>
                        <a:pt x="4037" y="90146"/>
                      </a:cubicBezTo>
                      <a:lnTo>
                        <a:pt x="118369" y="90146"/>
                      </a:lnTo>
                      <a:cubicBezTo>
                        <a:pt x="120800" y="90146"/>
                        <a:pt x="122770" y="88177"/>
                        <a:pt x="122770" y="85746"/>
                      </a:cubicBezTo>
                      <a:lnTo>
                        <a:pt x="122770" y="5831"/>
                      </a:lnTo>
                      <a:cubicBezTo>
                        <a:pt x="122770" y="4284"/>
                        <a:pt x="122155" y="2801"/>
                        <a:pt x="121061" y="1707"/>
                      </a:cubicBezTo>
                      <a:cubicBezTo>
                        <a:pt x="119968" y="614"/>
                        <a:pt x="118486" y="0"/>
                        <a:pt x="116939"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61"/>
                <p:cNvSpPr/>
                <p:nvPr/>
              </p:nvSpPr>
              <p:spPr>
                <a:xfrm>
                  <a:off x="-5882175" y="336425"/>
                  <a:ext cx="3082275" cy="2266675"/>
                </a:xfrm>
                <a:custGeom>
                  <a:rect b="b" l="l" r="r" t="t"/>
                  <a:pathLst>
                    <a:path extrusionOk="0" h="90667" w="123291">
                      <a:moveTo>
                        <a:pt x="118612" y="521"/>
                      </a:moveTo>
                      <a:cubicBezTo>
                        <a:pt x="120905" y="521"/>
                        <a:pt x="122770" y="2386"/>
                        <a:pt x="122770" y="4678"/>
                      </a:cubicBezTo>
                      <a:lnTo>
                        <a:pt x="122770" y="85990"/>
                      </a:lnTo>
                      <a:cubicBezTo>
                        <a:pt x="122770" y="88283"/>
                        <a:pt x="120905" y="90147"/>
                        <a:pt x="118612" y="90147"/>
                      </a:cubicBezTo>
                      <a:lnTo>
                        <a:pt x="4678" y="90147"/>
                      </a:lnTo>
                      <a:cubicBezTo>
                        <a:pt x="2385" y="90147"/>
                        <a:pt x="521" y="88283"/>
                        <a:pt x="521" y="85990"/>
                      </a:cubicBezTo>
                      <a:lnTo>
                        <a:pt x="521" y="4678"/>
                      </a:lnTo>
                      <a:cubicBezTo>
                        <a:pt x="521" y="2386"/>
                        <a:pt x="2385" y="521"/>
                        <a:pt x="4678" y="521"/>
                      </a:cubicBezTo>
                      <a:close/>
                      <a:moveTo>
                        <a:pt x="4678" y="1"/>
                      </a:moveTo>
                      <a:cubicBezTo>
                        <a:pt x="2098" y="1"/>
                        <a:pt x="0" y="2099"/>
                        <a:pt x="0" y="4678"/>
                      </a:cubicBezTo>
                      <a:lnTo>
                        <a:pt x="0" y="85990"/>
                      </a:lnTo>
                      <a:cubicBezTo>
                        <a:pt x="0" y="88570"/>
                        <a:pt x="2098" y="90667"/>
                        <a:pt x="4678" y="90667"/>
                      </a:cubicBezTo>
                      <a:lnTo>
                        <a:pt x="118612" y="90667"/>
                      </a:lnTo>
                      <a:cubicBezTo>
                        <a:pt x="121192" y="90667"/>
                        <a:pt x="123290" y="88570"/>
                        <a:pt x="123290" y="85990"/>
                      </a:cubicBezTo>
                      <a:lnTo>
                        <a:pt x="123290" y="4678"/>
                      </a:lnTo>
                      <a:cubicBezTo>
                        <a:pt x="123290" y="2099"/>
                        <a:pt x="121192" y="1"/>
                        <a:pt x="118612"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61"/>
                <p:cNvSpPr/>
                <p:nvPr/>
              </p:nvSpPr>
              <p:spPr>
                <a:xfrm>
                  <a:off x="-5882175" y="2239775"/>
                  <a:ext cx="3082275" cy="363325"/>
                </a:xfrm>
                <a:custGeom>
                  <a:rect b="b" l="l" r="r" t="t"/>
                  <a:pathLst>
                    <a:path extrusionOk="0" h="14533" w="123291">
                      <a:moveTo>
                        <a:pt x="122770" y="522"/>
                      </a:moveTo>
                      <a:lnTo>
                        <a:pt x="122770" y="9856"/>
                      </a:lnTo>
                      <a:cubicBezTo>
                        <a:pt x="122770" y="12151"/>
                        <a:pt x="120908" y="14012"/>
                        <a:pt x="118614" y="14012"/>
                      </a:cubicBezTo>
                      <a:lnTo>
                        <a:pt x="4678" y="14012"/>
                      </a:lnTo>
                      <a:cubicBezTo>
                        <a:pt x="2385" y="14012"/>
                        <a:pt x="522" y="12147"/>
                        <a:pt x="522" y="9856"/>
                      </a:cubicBezTo>
                      <a:lnTo>
                        <a:pt x="522" y="522"/>
                      </a:lnTo>
                      <a:close/>
                      <a:moveTo>
                        <a:pt x="260" y="1"/>
                      </a:moveTo>
                      <a:cubicBezTo>
                        <a:pt x="117" y="1"/>
                        <a:pt x="0" y="117"/>
                        <a:pt x="0" y="261"/>
                      </a:cubicBezTo>
                      <a:lnTo>
                        <a:pt x="0" y="9856"/>
                      </a:lnTo>
                      <a:cubicBezTo>
                        <a:pt x="0" y="12439"/>
                        <a:pt x="2094" y="14533"/>
                        <a:pt x="4678" y="14533"/>
                      </a:cubicBezTo>
                      <a:lnTo>
                        <a:pt x="118612" y="14533"/>
                      </a:lnTo>
                      <a:cubicBezTo>
                        <a:pt x="121195" y="14533"/>
                        <a:pt x="123290" y="12439"/>
                        <a:pt x="123290" y="9856"/>
                      </a:cubicBezTo>
                      <a:lnTo>
                        <a:pt x="123290" y="261"/>
                      </a:lnTo>
                      <a:cubicBezTo>
                        <a:pt x="123290" y="117"/>
                        <a:pt x="123173" y="1"/>
                        <a:pt x="12303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61"/>
                <p:cNvSpPr/>
                <p:nvPr/>
              </p:nvSpPr>
              <p:spPr>
                <a:xfrm>
                  <a:off x="-5701024" y="521818"/>
                  <a:ext cx="2760500" cy="1592250"/>
                </a:xfrm>
                <a:custGeom>
                  <a:rect b="b" l="l" r="r" t="t"/>
                  <a:pathLst>
                    <a:path extrusionOk="0" h="63690" w="110420">
                      <a:moveTo>
                        <a:pt x="1" y="1"/>
                      </a:moveTo>
                      <a:lnTo>
                        <a:pt x="1" y="63689"/>
                      </a:lnTo>
                      <a:lnTo>
                        <a:pt x="110419" y="63689"/>
                      </a:lnTo>
                      <a:lnTo>
                        <a:pt x="11041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61"/>
                <p:cNvSpPr/>
                <p:nvPr/>
              </p:nvSpPr>
              <p:spPr>
                <a:xfrm>
                  <a:off x="-4397650" y="2421425"/>
                  <a:ext cx="113200" cy="110875"/>
                </a:xfrm>
                <a:custGeom>
                  <a:rect b="b" l="l" r="r" t="t"/>
                  <a:pathLst>
                    <a:path extrusionOk="0" h="4435" w="4528">
                      <a:moveTo>
                        <a:pt x="2263" y="0"/>
                      </a:moveTo>
                      <a:cubicBezTo>
                        <a:pt x="1014" y="0"/>
                        <a:pt x="0" y="993"/>
                        <a:pt x="0" y="2217"/>
                      </a:cubicBezTo>
                      <a:cubicBezTo>
                        <a:pt x="0" y="3442"/>
                        <a:pt x="1014" y="4435"/>
                        <a:pt x="2263" y="4435"/>
                      </a:cubicBezTo>
                      <a:cubicBezTo>
                        <a:pt x="3514" y="4435"/>
                        <a:pt x="4528" y="3442"/>
                        <a:pt x="4528" y="2217"/>
                      </a:cubicBezTo>
                      <a:cubicBezTo>
                        <a:pt x="4528" y="993"/>
                        <a:pt x="3514" y="0"/>
                        <a:pt x="2263"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61"/>
                <p:cNvSpPr/>
                <p:nvPr/>
              </p:nvSpPr>
              <p:spPr>
                <a:xfrm>
                  <a:off x="-4404175" y="2414950"/>
                  <a:ext cx="126250" cy="123850"/>
                </a:xfrm>
                <a:custGeom>
                  <a:rect b="b" l="l" r="r" t="t"/>
                  <a:pathLst>
                    <a:path extrusionOk="0" h="4954" w="5050">
                      <a:moveTo>
                        <a:pt x="2524" y="520"/>
                      </a:moveTo>
                      <a:cubicBezTo>
                        <a:pt x="3630" y="520"/>
                        <a:pt x="4529" y="1398"/>
                        <a:pt x="4529" y="2476"/>
                      </a:cubicBezTo>
                      <a:cubicBezTo>
                        <a:pt x="4529" y="3555"/>
                        <a:pt x="3630" y="4433"/>
                        <a:pt x="2524" y="4433"/>
                      </a:cubicBezTo>
                      <a:cubicBezTo>
                        <a:pt x="1420" y="4433"/>
                        <a:pt x="520" y="3554"/>
                        <a:pt x="520" y="2476"/>
                      </a:cubicBezTo>
                      <a:cubicBezTo>
                        <a:pt x="520" y="1398"/>
                        <a:pt x="1420" y="520"/>
                        <a:pt x="2524" y="520"/>
                      </a:cubicBezTo>
                      <a:close/>
                      <a:moveTo>
                        <a:pt x="2524" y="0"/>
                      </a:moveTo>
                      <a:cubicBezTo>
                        <a:pt x="1133" y="0"/>
                        <a:pt x="1" y="1111"/>
                        <a:pt x="1" y="2476"/>
                      </a:cubicBezTo>
                      <a:cubicBezTo>
                        <a:pt x="1" y="3842"/>
                        <a:pt x="1132" y="4954"/>
                        <a:pt x="2524" y="4954"/>
                      </a:cubicBezTo>
                      <a:cubicBezTo>
                        <a:pt x="3917" y="4954"/>
                        <a:pt x="5049" y="3842"/>
                        <a:pt x="5049" y="2476"/>
                      </a:cubicBezTo>
                      <a:cubicBezTo>
                        <a:pt x="5049" y="1111"/>
                        <a:pt x="3917" y="0"/>
                        <a:pt x="2524"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541" name="Google Shape;1541;p61"/>
            <p:cNvPicPr preferRelativeResize="0"/>
            <p:nvPr/>
          </p:nvPicPr>
          <p:blipFill>
            <a:blip r:embed="rId3">
              <a:alphaModFix/>
            </a:blip>
            <a:stretch>
              <a:fillRect/>
            </a:stretch>
          </p:blipFill>
          <p:spPr>
            <a:xfrm>
              <a:off x="241175" y="211375"/>
              <a:ext cx="6757175" cy="4139449"/>
            </a:xfrm>
            <a:prstGeom prst="rect">
              <a:avLst/>
            </a:prstGeom>
            <a:noFill/>
            <a:ln>
              <a:noFill/>
            </a:ln>
          </p:spPr>
        </p:pic>
        <p:pic>
          <p:nvPicPr>
            <p:cNvPr id="1542" name="Google Shape;1542;p61"/>
            <p:cNvPicPr preferRelativeResize="0"/>
            <p:nvPr/>
          </p:nvPicPr>
          <p:blipFill rotWithShape="1">
            <a:blip r:embed="rId4">
              <a:alphaModFix/>
            </a:blip>
            <a:srcRect b="0" l="53242" r="0" t="0"/>
            <a:stretch/>
          </p:blipFill>
          <p:spPr>
            <a:xfrm>
              <a:off x="3836175" y="4350823"/>
              <a:ext cx="3162174" cy="505025"/>
            </a:xfrm>
            <a:prstGeom prst="rect">
              <a:avLst/>
            </a:prstGeom>
            <a:noFill/>
            <a:ln>
              <a:noFill/>
            </a:ln>
          </p:spPr>
        </p:pic>
      </p:grpSp>
      <p:sp>
        <p:nvSpPr>
          <p:cNvPr id="1543" name="Google Shape;1543;p61"/>
          <p:cNvSpPr txBox="1"/>
          <p:nvPr/>
        </p:nvSpPr>
        <p:spPr>
          <a:xfrm>
            <a:off x="0" y="0"/>
            <a:ext cx="1902300" cy="304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2800">
              <a:solidFill>
                <a:schemeClr val="dk1"/>
              </a:solidFill>
              <a:latin typeface="Viga"/>
              <a:ea typeface="Viga"/>
              <a:cs typeface="Viga"/>
              <a:sym typeface="Viga"/>
            </a:endParaRPr>
          </a:p>
          <a:p>
            <a:pPr indent="0" lvl="0" marL="0" rtl="0" algn="l">
              <a:spcBef>
                <a:spcPts val="0"/>
              </a:spcBef>
              <a:spcAft>
                <a:spcPts val="0"/>
              </a:spcAft>
              <a:buNone/>
            </a:pPr>
            <a:r>
              <a:rPr lang="en" sz="2800">
                <a:solidFill>
                  <a:schemeClr val="dk1"/>
                </a:solidFill>
                <a:latin typeface="Viga"/>
                <a:ea typeface="Viga"/>
                <a:cs typeface="Viga"/>
                <a:sym typeface="Viga"/>
              </a:rPr>
              <a:t>A manually- calculated </a:t>
            </a:r>
            <a:r>
              <a:rPr b="1" lang="en" sz="2800" u="sng">
                <a:solidFill>
                  <a:srgbClr val="FF0000"/>
                </a:solidFill>
                <a:latin typeface="Viga"/>
                <a:ea typeface="Viga"/>
                <a:cs typeface="Viga"/>
                <a:sym typeface="Viga"/>
              </a:rPr>
              <a:t>Scorecard</a:t>
            </a:r>
            <a:endParaRPr b="1" sz="2800" u="sng">
              <a:solidFill>
                <a:srgbClr val="FF0000"/>
              </a:solidFill>
              <a:latin typeface="Viga"/>
              <a:ea typeface="Viga"/>
              <a:cs typeface="Viga"/>
              <a:sym typeface="Viga"/>
            </a:endParaRPr>
          </a:p>
          <a:p>
            <a:pPr indent="0" lvl="0" marL="0" rtl="0" algn="l">
              <a:spcBef>
                <a:spcPts val="0"/>
              </a:spcBef>
              <a:spcAft>
                <a:spcPts val="0"/>
              </a:spcAft>
              <a:buNone/>
            </a:pPr>
            <a:r>
              <a:t/>
            </a:r>
            <a:endParaRPr b="1" sz="900" u="sng">
              <a:solidFill>
                <a:srgbClr val="FF0000"/>
              </a:solidFill>
            </a:endParaRPr>
          </a:p>
          <a:p>
            <a:pPr indent="0" lvl="0" marL="0" rtl="0" algn="l">
              <a:spcBef>
                <a:spcPts val="0"/>
              </a:spcBef>
              <a:spcAft>
                <a:spcPts val="0"/>
              </a:spcAft>
              <a:buNone/>
            </a:pPr>
            <a:r>
              <a:t/>
            </a:r>
            <a:endParaRPr sz="2800">
              <a:solidFill>
                <a:schemeClr val="dk1"/>
              </a:solidFill>
              <a:latin typeface="Viga"/>
              <a:ea typeface="Viga"/>
              <a:cs typeface="Viga"/>
              <a:sym typeface="Viga"/>
            </a:endParaRPr>
          </a:p>
        </p:txBody>
      </p:sp>
      <p:pic>
        <p:nvPicPr>
          <p:cNvPr id="1544" name="Google Shape;1544;p61"/>
          <p:cNvPicPr preferRelativeResize="0"/>
          <p:nvPr/>
        </p:nvPicPr>
        <p:blipFill rotWithShape="1">
          <a:blip r:embed="rId5">
            <a:alphaModFix/>
          </a:blip>
          <a:srcRect b="9797" l="20864" r="13106" t="18794"/>
          <a:stretch/>
        </p:blipFill>
        <p:spPr>
          <a:xfrm>
            <a:off x="3468325" y="4362725"/>
            <a:ext cx="2291775" cy="473250"/>
          </a:xfrm>
          <a:prstGeom prst="rect">
            <a:avLst/>
          </a:prstGeom>
          <a:noFill/>
          <a:ln cap="flat" cmpd="sng" w="9525">
            <a:solidFill>
              <a:srgbClr val="000000"/>
            </a:solidFill>
            <a:prstDash val="solid"/>
            <a:round/>
            <a:headEnd len="sm" w="sm" type="none"/>
            <a:tailEnd len="sm" w="sm" type="none"/>
          </a:ln>
        </p:spPr>
      </p:pic>
      <p:sp>
        <p:nvSpPr>
          <p:cNvPr id="1545" name="Google Shape;1545;p61"/>
          <p:cNvSpPr/>
          <p:nvPr/>
        </p:nvSpPr>
        <p:spPr>
          <a:xfrm>
            <a:off x="8275175" y="4569750"/>
            <a:ext cx="677100" cy="297900"/>
          </a:xfrm>
          <a:prstGeom prst="rect">
            <a:avLst/>
          </a:prstGeom>
          <a:solidFill>
            <a:srgbClr val="FF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61"/>
          <p:cNvSpPr txBox="1"/>
          <p:nvPr/>
        </p:nvSpPr>
        <p:spPr>
          <a:xfrm>
            <a:off x="8291375" y="4518600"/>
            <a:ext cx="64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Viga"/>
                <a:ea typeface="Viga"/>
                <a:cs typeface="Viga"/>
                <a:sym typeface="Viga"/>
              </a:rPr>
              <a:t>717.3</a:t>
            </a:r>
            <a:endParaRPr>
              <a:latin typeface="Viga"/>
              <a:ea typeface="Viga"/>
              <a:cs typeface="Viga"/>
              <a:sym typeface="Viga"/>
            </a:endParaRPr>
          </a:p>
        </p:txBody>
      </p:sp>
      <p:pic>
        <p:nvPicPr>
          <p:cNvPr id="1547" name="Google Shape;1547;p61"/>
          <p:cNvPicPr preferRelativeResize="0"/>
          <p:nvPr/>
        </p:nvPicPr>
        <p:blipFill rotWithShape="1">
          <a:blip r:embed="rId6">
            <a:alphaModFix/>
          </a:blip>
          <a:srcRect b="-113" l="-430" r="429" t="-3373"/>
          <a:stretch/>
        </p:blipFill>
        <p:spPr>
          <a:xfrm flipH="1" rot="-890824">
            <a:off x="8094034" y="4454650"/>
            <a:ext cx="828384" cy="8510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1" name="Shape 1551"/>
        <p:cNvGrpSpPr/>
        <p:nvPr/>
      </p:nvGrpSpPr>
      <p:grpSpPr>
        <a:xfrm>
          <a:off x="0" y="0"/>
          <a:ext cx="0" cy="0"/>
          <a:chOff x="0" y="0"/>
          <a:chExt cx="0" cy="0"/>
        </a:xfrm>
      </p:grpSpPr>
      <p:sp>
        <p:nvSpPr>
          <p:cNvPr id="1552" name="Google Shape;1552;p62"/>
          <p:cNvSpPr/>
          <p:nvPr/>
        </p:nvSpPr>
        <p:spPr>
          <a:xfrm>
            <a:off x="-25" y="19588"/>
            <a:ext cx="9144049" cy="5104334"/>
          </a:xfrm>
          <a:custGeom>
            <a:rect b="b" l="l" r="r" t="t"/>
            <a:pathLst>
              <a:path extrusionOk="0" h="134016" w="59766">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53" name="Google Shape;1553;p62"/>
          <p:cNvPicPr preferRelativeResize="0"/>
          <p:nvPr/>
        </p:nvPicPr>
        <p:blipFill>
          <a:blip r:embed="rId3">
            <a:alphaModFix/>
          </a:blip>
          <a:stretch>
            <a:fillRect/>
          </a:stretch>
        </p:blipFill>
        <p:spPr>
          <a:xfrm>
            <a:off x="4800050" y="1643900"/>
            <a:ext cx="4271551" cy="3246700"/>
          </a:xfrm>
          <a:prstGeom prst="rect">
            <a:avLst/>
          </a:prstGeom>
          <a:noFill/>
          <a:ln cap="flat" cmpd="sng" w="76200">
            <a:solidFill>
              <a:srgbClr val="595959"/>
            </a:solidFill>
            <a:prstDash val="solid"/>
            <a:round/>
            <a:headEnd len="sm" w="sm" type="none"/>
            <a:tailEnd len="sm" w="sm" type="none"/>
          </a:ln>
        </p:spPr>
      </p:pic>
      <p:pic>
        <p:nvPicPr>
          <p:cNvPr id="1554" name="Google Shape;1554;p62"/>
          <p:cNvPicPr preferRelativeResize="0"/>
          <p:nvPr/>
        </p:nvPicPr>
        <p:blipFill>
          <a:blip r:embed="rId4">
            <a:alphaModFix/>
          </a:blip>
          <a:stretch>
            <a:fillRect/>
          </a:stretch>
        </p:blipFill>
        <p:spPr>
          <a:xfrm>
            <a:off x="196750" y="1643888"/>
            <a:ext cx="4034101" cy="3246719"/>
          </a:xfrm>
          <a:prstGeom prst="rect">
            <a:avLst/>
          </a:prstGeom>
          <a:noFill/>
          <a:ln cap="flat" cmpd="sng" w="76200">
            <a:solidFill>
              <a:srgbClr val="595959"/>
            </a:solidFill>
            <a:prstDash val="solid"/>
            <a:round/>
            <a:headEnd len="sm" w="sm" type="none"/>
            <a:tailEnd len="sm" w="sm" type="none"/>
          </a:ln>
        </p:spPr>
      </p:pic>
      <p:sp>
        <p:nvSpPr>
          <p:cNvPr id="1555" name="Google Shape;1555;p62"/>
          <p:cNvSpPr txBox="1"/>
          <p:nvPr/>
        </p:nvSpPr>
        <p:spPr>
          <a:xfrm>
            <a:off x="1954150" y="101300"/>
            <a:ext cx="4466400" cy="63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900">
                <a:latin typeface="Viga"/>
                <a:ea typeface="Viga"/>
                <a:cs typeface="Viga"/>
                <a:sym typeface="Viga"/>
              </a:rPr>
              <a:t>Scorecard </a:t>
            </a:r>
            <a:r>
              <a:rPr lang="en" sz="2900">
                <a:latin typeface="Viga"/>
                <a:ea typeface="Viga"/>
                <a:cs typeface="Viga"/>
                <a:sym typeface="Viga"/>
              </a:rPr>
              <a:t>Distribution </a:t>
            </a:r>
            <a:endParaRPr sz="2900">
              <a:latin typeface="Viga"/>
              <a:ea typeface="Viga"/>
              <a:cs typeface="Viga"/>
              <a:sym typeface="Viga"/>
            </a:endParaRPr>
          </a:p>
        </p:txBody>
      </p:sp>
      <p:sp>
        <p:nvSpPr>
          <p:cNvPr id="1556" name="Google Shape;1556;p62"/>
          <p:cNvSpPr txBox="1"/>
          <p:nvPr/>
        </p:nvSpPr>
        <p:spPr>
          <a:xfrm>
            <a:off x="511800" y="1243700"/>
            <a:ext cx="4034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Viga"/>
                <a:ea typeface="Viga"/>
                <a:cs typeface="Viga"/>
                <a:sym typeface="Viga"/>
              </a:rPr>
              <a:t>Does not look very intuitive, huh?</a:t>
            </a:r>
            <a:endParaRPr>
              <a:latin typeface="Viga"/>
              <a:ea typeface="Viga"/>
              <a:cs typeface="Viga"/>
              <a:sym typeface="Viga"/>
            </a:endParaRPr>
          </a:p>
        </p:txBody>
      </p:sp>
      <p:sp>
        <p:nvSpPr>
          <p:cNvPr id="1557" name="Google Shape;1557;p62"/>
          <p:cNvSpPr txBox="1"/>
          <p:nvPr/>
        </p:nvSpPr>
        <p:spPr>
          <a:xfrm>
            <a:off x="511800" y="655300"/>
            <a:ext cx="81204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Viga"/>
                <a:ea typeface="Viga"/>
                <a:cs typeface="Viga"/>
                <a:sym typeface="Viga"/>
              </a:rPr>
              <a:t>The graph shows credit score distribution for good and bad customers. The desired pattern should be a distinguishable smile shape, with good customers skewed left and bad customers skewed right. However, our graph lacks clear distinction, indicating the need to look explore more features to increase the predictive power of the model or tune the scorecard further to develop a benchmarking model. </a:t>
            </a:r>
            <a:endParaRPr sz="1000">
              <a:latin typeface="Viga"/>
              <a:ea typeface="Viga"/>
              <a:cs typeface="Viga"/>
              <a:sym typeface="Viga"/>
            </a:endParaRPr>
          </a:p>
        </p:txBody>
      </p:sp>
      <p:cxnSp>
        <p:nvCxnSpPr>
          <p:cNvPr id="1558" name="Google Shape;1558;p62"/>
          <p:cNvCxnSpPr/>
          <p:nvPr/>
        </p:nvCxnSpPr>
        <p:spPr>
          <a:xfrm flipH="1" rot="10800000">
            <a:off x="184950" y="620925"/>
            <a:ext cx="8607000" cy="13200"/>
          </a:xfrm>
          <a:prstGeom prst="straightConnector1">
            <a:avLst/>
          </a:prstGeom>
          <a:noFill/>
          <a:ln cap="flat" cmpd="sng" w="19050">
            <a:solidFill>
              <a:schemeClr val="lt1"/>
            </a:solidFill>
            <a:prstDash val="solid"/>
            <a:round/>
            <a:headEnd len="med" w="med" type="oval"/>
            <a:tailEnd len="med" w="med" type="oval"/>
          </a:ln>
        </p:spPr>
      </p:cxnSp>
      <p:sp>
        <p:nvSpPr>
          <p:cNvPr id="1559" name="Google Shape;1559;p62"/>
          <p:cNvSpPr txBox="1"/>
          <p:nvPr/>
        </p:nvSpPr>
        <p:spPr>
          <a:xfrm>
            <a:off x="6048000" y="1243700"/>
            <a:ext cx="243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Viga"/>
                <a:ea typeface="Viga"/>
                <a:cs typeface="Viga"/>
                <a:sym typeface="Viga"/>
              </a:rPr>
              <a:t>Should be m</a:t>
            </a:r>
            <a:r>
              <a:rPr lang="en">
                <a:latin typeface="Viga"/>
                <a:ea typeface="Viga"/>
                <a:cs typeface="Viga"/>
                <a:sym typeface="Viga"/>
              </a:rPr>
              <a:t>ore like this!!!</a:t>
            </a:r>
            <a:endParaRPr>
              <a:latin typeface="Viga"/>
              <a:ea typeface="Viga"/>
              <a:cs typeface="Viga"/>
              <a:sym typeface="Viga"/>
            </a:endParaRPr>
          </a:p>
        </p:txBody>
      </p:sp>
      <p:sp>
        <p:nvSpPr>
          <p:cNvPr id="1560" name="Google Shape;1560;p62"/>
          <p:cNvSpPr/>
          <p:nvPr/>
        </p:nvSpPr>
        <p:spPr>
          <a:xfrm>
            <a:off x="4141700" y="2985150"/>
            <a:ext cx="753600" cy="341100"/>
          </a:xfrm>
          <a:prstGeom prst="rightArrow">
            <a:avLst>
              <a:gd fmla="val 50000" name="adj1"/>
              <a:gd fmla="val 50000" name="adj2"/>
            </a:avLst>
          </a:prstGeom>
          <a:solidFill>
            <a:srgbClr val="FF000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4" name="Shape 1564"/>
        <p:cNvGrpSpPr/>
        <p:nvPr/>
      </p:nvGrpSpPr>
      <p:grpSpPr>
        <a:xfrm>
          <a:off x="0" y="0"/>
          <a:ext cx="0" cy="0"/>
          <a:chOff x="0" y="0"/>
          <a:chExt cx="0" cy="0"/>
        </a:xfrm>
      </p:grpSpPr>
      <p:sp>
        <p:nvSpPr>
          <p:cNvPr id="1565" name="Google Shape;1565;p63"/>
          <p:cNvSpPr/>
          <p:nvPr/>
        </p:nvSpPr>
        <p:spPr>
          <a:xfrm>
            <a:off x="8231048" y="1086346"/>
            <a:ext cx="72392" cy="69685"/>
          </a:xfrm>
          <a:custGeom>
            <a:rect b="b" l="l" r="r" t="t"/>
            <a:pathLst>
              <a:path extrusionOk="0" h="2858" w="2969">
                <a:moveTo>
                  <a:pt x="1541" y="521"/>
                </a:moveTo>
                <a:cubicBezTo>
                  <a:pt x="2041" y="522"/>
                  <a:pt x="2447" y="928"/>
                  <a:pt x="2448" y="1428"/>
                </a:cubicBezTo>
                <a:cubicBezTo>
                  <a:pt x="2448" y="1795"/>
                  <a:pt x="2226" y="2127"/>
                  <a:pt x="1887" y="2267"/>
                </a:cubicBezTo>
                <a:cubicBezTo>
                  <a:pt x="1775" y="2314"/>
                  <a:pt x="1658" y="2336"/>
                  <a:pt x="1541" y="2336"/>
                </a:cubicBezTo>
                <a:cubicBezTo>
                  <a:pt x="1305" y="2336"/>
                  <a:pt x="1073" y="2244"/>
                  <a:pt x="899" y="2070"/>
                </a:cubicBezTo>
                <a:cubicBezTo>
                  <a:pt x="640" y="1811"/>
                  <a:pt x="562" y="1421"/>
                  <a:pt x="703" y="1082"/>
                </a:cubicBezTo>
                <a:cubicBezTo>
                  <a:pt x="842" y="743"/>
                  <a:pt x="1174" y="521"/>
                  <a:pt x="1541" y="521"/>
                </a:cubicBezTo>
                <a:close/>
                <a:moveTo>
                  <a:pt x="1540" y="1"/>
                </a:moveTo>
                <a:cubicBezTo>
                  <a:pt x="1169" y="1"/>
                  <a:pt x="804" y="146"/>
                  <a:pt x="531" y="419"/>
                </a:cubicBezTo>
                <a:cubicBezTo>
                  <a:pt x="123" y="828"/>
                  <a:pt x="1" y="1441"/>
                  <a:pt x="221" y="1976"/>
                </a:cubicBezTo>
                <a:cubicBezTo>
                  <a:pt x="442" y="2508"/>
                  <a:pt x="963" y="2857"/>
                  <a:pt x="1541" y="2857"/>
                </a:cubicBezTo>
                <a:cubicBezTo>
                  <a:pt x="2328" y="2856"/>
                  <a:pt x="2967" y="2216"/>
                  <a:pt x="2968" y="1428"/>
                </a:cubicBezTo>
                <a:cubicBezTo>
                  <a:pt x="2968" y="851"/>
                  <a:pt x="2620" y="330"/>
                  <a:pt x="2087" y="110"/>
                </a:cubicBezTo>
                <a:cubicBezTo>
                  <a:pt x="1910" y="37"/>
                  <a:pt x="1724" y="1"/>
                  <a:pt x="1540"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63"/>
          <p:cNvSpPr/>
          <p:nvPr/>
        </p:nvSpPr>
        <p:spPr>
          <a:xfrm>
            <a:off x="-25" y="-48425"/>
            <a:ext cx="9144049" cy="5240361"/>
          </a:xfrm>
          <a:custGeom>
            <a:rect b="b" l="l" r="r" t="t"/>
            <a:pathLst>
              <a:path extrusionOk="0" h="134016" w="59766">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63"/>
          <p:cNvSpPr txBox="1"/>
          <p:nvPr/>
        </p:nvSpPr>
        <p:spPr>
          <a:xfrm>
            <a:off x="161850" y="3128850"/>
            <a:ext cx="24891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600">
                <a:solidFill>
                  <a:schemeClr val="dk1"/>
                </a:solidFill>
                <a:latin typeface="Viga"/>
                <a:ea typeface="Viga"/>
                <a:cs typeface="Viga"/>
                <a:sym typeface="Viga"/>
              </a:rPr>
              <a:t>The benchmark table is a general table taken from one of the references. We built the credit scores of the clients in the test set on the basis of this table.</a:t>
            </a:r>
            <a:endParaRPr sz="1600">
              <a:latin typeface="Viga"/>
              <a:ea typeface="Viga"/>
              <a:cs typeface="Viga"/>
              <a:sym typeface="Viga"/>
            </a:endParaRPr>
          </a:p>
        </p:txBody>
      </p:sp>
      <p:grpSp>
        <p:nvGrpSpPr>
          <p:cNvPr id="1568" name="Google Shape;1568;p63"/>
          <p:cNvGrpSpPr/>
          <p:nvPr/>
        </p:nvGrpSpPr>
        <p:grpSpPr>
          <a:xfrm>
            <a:off x="254405" y="765048"/>
            <a:ext cx="2304028" cy="2149716"/>
            <a:chOff x="3091418" y="3064341"/>
            <a:chExt cx="2105097" cy="1717712"/>
          </a:xfrm>
        </p:grpSpPr>
        <p:grpSp>
          <p:nvGrpSpPr>
            <p:cNvPr id="1569" name="Google Shape;1569;p63"/>
            <p:cNvGrpSpPr/>
            <p:nvPr/>
          </p:nvGrpSpPr>
          <p:grpSpPr>
            <a:xfrm rot="-5400000">
              <a:off x="3285110" y="2870649"/>
              <a:ext cx="1717712" cy="2105097"/>
              <a:chOff x="5431588" y="1307171"/>
              <a:chExt cx="1324475" cy="2988072"/>
            </a:xfrm>
          </p:grpSpPr>
          <p:sp>
            <p:nvSpPr>
              <p:cNvPr id="1570" name="Google Shape;1570;p63"/>
              <p:cNvSpPr/>
              <p:nvPr/>
            </p:nvSpPr>
            <p:spPr>
              <a:xfrm>
                <a:off x="5436938" y="1312545"/>
                <a:ext cx="1313766" cy="2977344"/>
              </a:xfrm>
              <a:custGeom>
                <a:rect b="b" l="l" r="r" t="t"/>
                <a:pathLst>
                  <a:path extrusionOk="0" h="156250" w="68946">
                    <a:moveTo>
                      <a:pt x="4728" y="0"/>
                    </a:moveTo>
                    <a:cubicBezTo>
                      <a:pt x="2118" y="0"/>
                      <a:pt x="0" y="2118"/>
                      <a:pt x="0" y="4730"/>
                    </a:cubicBezTo>
                    <a:lnTo>
                      <a:pt x="0" y="151516"/>
                    </a:lnTo>
                    <a:cubicBezTo>
                      <a:pt x="0" y="154130"/>
                      <a:pt x="2119" y="156249"/>
                      <a:pt x="4734" y="156249"/>
                    </a:cubicBezTo>
                    <a:lnTo>
                      <a:pt x="63850" y="156249"/>
                    </a:lnTo>
                    <a:cubicBezTo>
                      <a:pt x="66663" y="156249"/>
                      <a:pt x="68946" y="153968"/>
                      <a:pt x="68946" y="151153"/>
                    </a:cubicBezTo>
                    <a:lnTo>
                      <a:pt x="68946" y="4485"/>
                    </a:lnTo>
                    <a:cubicBezTo>
                      <a:pt x="68946" y="2009"/>
                      <a:pt x="66938" y="0"/>
                      <a:pt x="64461"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63"/>
              <p:cNvSpPr/>
              <p:nvPr/>
            </p:nvSpPr>
            <p:spPr>
              <a:xfrm>
                <a:off x="5431588" y="1307171"/>
                <a:ext cx="1324475" cy="2988072"/>
              </a:xfrm>
              <a:custGeom>
                <a:rect b="b" l="l" r="r" t="t"/>
                <a:pathLst>
                  <a:path extrusionOk="0" h="156813" w="69508">
                    <a:moveTo>
                      <a:pt x="64778" y="564"/>
                    </a:moveTo>
                    <a:cubicBezTo>
                      <a:pt x="67075" y="564"/>
                      <a:pt x="68944" y="2433"/>
                      <a:pt x="68944" y="4732"/>
                    </a:cubicBezTo>
                    <a:lnTo>
                      <a:pt x="68944" y="152083"/>
                    </a:lnTo>
                    <a:cubicBezTo>
                      <a:pt x="68944" y="154380"/>
                      <a:pt x="67075" y="156250"/>
                      <a:pt x="64778" y="156250"/>
                    </a:cubicBezTo>
                    <a:lnTo>
                      <a:pt x="4730" y="156250"/>
                    </a:lnTo>
                    <a:cubicBezTo>
                      <a:pt x="2431" y="156250"/>
                      <a:pt x="562" y="154380"/>
                      <a:pt x="562" y="152083"/>
                    </a:cubicBezTo>
                    <a:lnTo>
                      <a:pt x="562" y="4732"/>
                    </a:lnTo>
                    <a:cubicBezTo>
                      <a:pt x="562" y="2433"/>
                      <a:pt x="2431" y="564"/>
                      <a:pt x="4730" y="564"/>
                    </a:cubicBezTo>
                    <a:close/>
                    <a:moveTo>
                      <a:pt x="4730" y="1"/>
                    </a:moveTo>
                    <a:cubicBezTo>
                      <a:pt x="2121" y="1"/>
                      <a:pt x="0" y="2123"/>
                      <a:pt x="0" y="4732"/>
                    </a:cubicBezTo>
                    <a:lnTo>
                      <a:pt x="0" y="152083"/>
                    </a:lnTo>
                    <a:cubicBezTo>
                      <a:pt x="0" y="154691"/>
                      <a:pt x="2121" y="156813"/>
                      <a:pt x="4730" y="156813"/>
                    </a:cubicBezTo>
                    <a:lnTo>
                      <a:pt x="64778" y="156813"/>
                    </a:lnTo>
                    <a:cubicBezTo>
                      <a:pt x="67385" y="156813"/>
                      <a:pt x="69507" y="154691"/>
                      <a:pt x="69507" y="152083"/>
                    </a:cubicBezTo>
                    <a:lnTo>
                      <a:pt x="69507" y="4732"/>
                    </a:lnTo>
                    <a:cubicBezTo>
                      <a:pt x="69507" y="2123"/>
                      <a:pt x="67385" y="1"/>
                      <a:pt x="64778"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63"/>
              <p:cNvSpPr/>
              <p:nvPr/>
            </p:nvSpPr>
            <p:spPr>
              <a:xfrm>
                <a:off x="5524405" y="1510774"/>
                <a:ext cx="1138841" cy="2553675"/>
              </a:xfrm>
              <a:custGeom>
                <a:rect b="b" l="l" r="r" t="t"/>
                <a:pathLst>
                  <a:path extrusionOk="0" h="134016" w="59766">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73" name="Google Shape;1573;p63"/>
            <p:cNvPicPr preferRelativeResize="0"/>
            <p:nvPr/>
          </p:nvPicPr>
          <p:blipFill>
            <a:blip r:embed="rId3">
              <a:alphaModFix/>
            </a:blip>
            <a:stretch>
              <a:fillRect/>
            </a:stretch>
          </p:blipFill>
          <p:spPr>
            <a:xfrm>
              <a:off x="3166588" y="3173550"/>
              <a:ext cx="1936850" cy="1499475"/>
            </a:xfrm>
            <a:prstGeom prst="rect">
              <a:avLst/>
            </a:prstGeom>
            <a:noFill/>
            <a:ln>
              <a:noFill/>
            </a:ln>
          </p:spPr>
        </p:pic>
      </p:grpSp>
      <p:grpSp>
        <p:nvGrpSpPr>
          <p:cNvPr id="1574" name="Google Shape;1574;p63"/>
          <p:cNvGrpSpPr/>
          <p:nvPr/>
        </p:nvGrpSpPr>
        <p:grpSpPr>
          <a:xfrm>
            <a:off x="2841753" y="732519"/>
            <a:ext cx="6058319" cy="2214788"/>
            <a:chOff x="1480602" y="1236412"/>
            <a:chExt cx="8060563" cy="2670671"/>
          </a:xfrm>
        </p:grpSpPr>
        <p:grpSp>
          <p:nvGrpSpPr>
            <p:cNvPr id="1575" name="Google Shape;1575;p63"/>
            <p:cNvGrpSpPr/>
            <p:nvPr/>
          </p:nvGrpSpPr>
          <p:grpSpPr>
            <a:xfrm rot="-5400000">
              <a:off x="4175548" y="-1458534"/>
              <a:ext cx="2670671" cy="8060563"/>
              <a:chOff x="5431591" y="1312545"/>
              <a:chExt cx="1324475" cy="2977344"/>
            </a:xfrm>
          </p:grpSpPr>
          <p:sp>
            <p:nvSpPr>
              <p:cNvPr id="1576" name="Google Shape;1576;p63"/>
              <p:cNvSpPr/>
              <p:nvPr/>
            </p:nvSpPr>
            <p:spPr>
              <a:xfrm>
                <a:off x="5436938" y="1312545"/>
                <a:ext cx="1313766" cy="2977344"/>
              </a:xfrm>
              <a:custGeom>
                <a:rect b="b" l="l" r="r" t="t"/>
                <a:pathLst>
                  <a:path extrusionOk="0" h="156250" w="68946">
                    <a:moveTo>
                      <a:pt x="4728" y="0"/>
                    </a:moveTo>
                    <a:cubicBezTo>
                      <a:pt x="2118" y="0"/>
                      <a:pt x="0" y="2118"/>
                      <a:pt x="0" y="4730"/>
                    </a:cubicBezTo>
                    <a:lnTo>
                      <a:pt x="0" y="151516"/>
                    </a:lnTo>
                    <a:cubicBezTo>
                      <a:pt x="0" y="154130"/>
                      <a:pt x="2119" y="156249"/>
                      <a:pt x="4734" y="156249"/>
                    </a:cubicBezTo>
                    <a:lnTo>
                      <a:pt x="63850" y="156249"/>
                    </a:lnTo>
                    <a:cubicBezTo>
                      <a:pt x="66663" y="156249"/>
                      <a:pt x="68946" y="153968"/>
                      <a:pt x="68946" y="151153"/>
                    </a:cubicBezTo>
                    <a:lnTo>
                      <a:pt x="68946" y="4485"/>
                    </a:lnTo>
                    <a:cubicBezTo>
                      <a:pt x="68946" y="2009"/>
                      <a:pt x="66938" y="0"/>
                      <a:pt x="64461" y="0"/>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63"/>
              <p:cNvSpPr/>
              <p:nvPr/>
            </p:nvSpPr>
            <p:spPr>
              <a:xfrm>
                <a:off x="5431591" y="1393963"/>
                <a:ext cx="1324475" cy="2811265"/>
              </a:xfrm>
              <a:custGeom>
                <a:rect b="b" l="l" r="r" t="t"/>
                <a:pathLst>
                  <a:path extrusionOk="0" h="156813" w="69508">
                    <a:moveTo>
                      <a:pt x="64778" y="564"/>
                    </a:moveTo>
                    <a:cubicBezTo>
                      <a:pt x="67075" y="564"/>
                      <a:pt x="68944" y="2433"/>
                      <a:pt x="68944" y="4732"/>
                    </a:cubicBezTo>
                    <a:lnTo>
                      <a:pt x="68944" y="152083"/>
                    </a:lnTo>
                    <a:cubicBezTo>
                      <a:pt x="68944" y="154380"/>
                      <a:pt x="67075" y="156250"/>
                      <a:pt x="64778" y="156250"/>
                    </a:cubicBezTo>
                    <a:lnTo>
                      <a:pt x="4730" y="156250"/>
                    </a:lnTo>
                    <a:cubicBezTo>
                      <a:pt x="2431" y="156250"/>
                      <a:pt x="562" y="154380"/>
                      <a:pt x="562" y="152083"/>
                    </a:cubicBezTo>
                    <a:lnTo>
                      <a:pt x="562" y="4732"/>
                    </a:lnTo>
                    <a:cubicBezTo>
                      <a:pt x="562" y="2433"/>
                      <a:pt x="2431" y="564"/>
                      <a:pt x="4730" y="564"/>
                    </a:cubicBezTo>
                    <a:close/>
                    <a:moveTo>
                      <a:pt x="4730" y="1"/>
                    </a:moveTo>
                    <a:cubicBezTo>
                      <a:pt x="2121" y="1"/>
                      <a:pt x="0" y="2123"/>
                      <a:pt x="0" y="4732"/>
                    </a:cubicBezTo>
                    <a:lnTo>
                      <a:pt x="0" y="152083"/>
                    </a:lnTo>
                    <a:cubicBezTo>
                      <a:pt x="0" y="154691"/>
                      <a:pt x="2121" y="156813"/>
                      <a:pt x="4730" y="156813"/>
                    </a:cubicBezTo>
                    <a:lnTo>
                      <a:pt x="64778" y="156813"/>
                    </a:lnTo>
                    <a:cubicBezTo>
                      <a:pt x="67385" y="156813"/>
                      <a:pt x="69507" y="154691"/>
                      <a:pt x="69507" y="152083"/>
                    </a:cubicBezTo>
                    <a:lnTo>
                      <a:pt x="69507" y="4732"/>
                    </a:lnTo>
                    <a:cubicBezTo>
                      <a:pt x="69507" y="2123"/>
                      <a:pt x="67385" y="1"/>
                      <a:pt x="64778" y="1"/>
                    </a:cubicBezTo>
                    <a:close/>
                  </a:path>
                </a:pathLst>
              </a:custGeom>
              <a:solidFill>
                <a:srgbClr val="1F1C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63"/>
              <p:cNvSpPr/>
              <p:nvPr/>
            </p:nvSpPr>
            <p:spPr>
              <a:xfrm>
                <a:off x="5524405" y="1510774"/>
                <a:ext cx="1138841" cy="2553675"/>
              </a:xfrm>
              <a:custGeom>
                <a:rect b="b" l="l" r="r" t="t"/>
                <a:pathLst>
                  <a:path extrusionOk="0" h="134016" w="59766">
                    <a:moveTo>
                      <a:pt x="0" y="0"/>
                    </a:moveTo>
                    <a:lnTo>
                      <a:pt x="0" y="134015"/>
                    </a:lnTo>
                    <a:lnTo>
                      <a:pt x="59765" y="134015"/>
                    </a:lnTo>
                    <a:lnTo>
                      <a:pt x="59765" y="0"/>
                    </a:lnTo>
                    <a:close/>
                  </a:path>
                </a:pathLst>
              </a:custGeom>
              <a:gradFill>
                <a:gsLst>
                  <a:gs pos="0">
                    <a:srgbClr val="8BE3FF"/>
                  </a:gs>
                  <a:gs pos="100000">
                    <a:srgbClr val="ACFFD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579" name="Google Shape;1579;p63"/>
            <p:cNvPicPr preferRelativeResize="0"/>
            <p:nvPr/>
          </p:nvPicPr>
          <p:blipFill rotWithShape="1">
            <a:blip r:embed="rId4">
              <a:alphaModFix/>
            </a:blip>
            <a:srcRect b="3976" l="0" r="773" t="2887"/>
            <a:stretch/>
          </p:blipFill>
          <p:spPr>
            <a:xfrm>
              <a:off x="1659575" y="1312688"/>
              <a:ext cx="7702625" cy="2421275"/>
            </a:xfrm>
            <a:prstGeom prst="rect">
              <a:avLst/>
            </a:prstGeom>
            <a:noFill/>
            <a:ln>
              <a:noFill/>
            </a:ln>
          </p:spPr>
        </p:pic>
      </p:grpSp>
      <p:sp>
        <p:nvSpPr>
          <p:cNvPr id="1580" name="Google Shape;1580;p63"/>
          <p:cNvSpPr txBox="1"/>
          <p:nvPr/>
        </p:nvSpPr>
        <p:spPr>
          <a:xfrm>
            <a:off x="-25" y="0"/>
            <a:ext cx="9371100" cy="985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lang="en" sz="2800">
                <a:solidFill>
                  <a:schemeClr val="dk1"/>
                </a:solidFill>
                <a:latin typeface="Viga"/>
                <a:ea typeface="Viga"/>
                <a:cs typeface="Viga"/>
                <a:sym typeface="Viga"/>
              </a:rPr>
              <a:t> Tuning Results</a:t>
            </a:r>
            <a:endParaRPr b="1" sz="4600">
              <a:solidFill>
                <a:schemeClr val="dk1"/>
              </a:solidFill>
              <a:latin typeface="Viga"/>
              <a:ea typeface="Viga"/>
              <a:cs typeface="Viga"/>
              <a:sym typeface="Viga"/>
            </a:endParaRPr>
          </a:p>
          <a:p>
            <a:pPr indent="0" lvl="0" marL="0" rtl="0" algn="ctr">
              <a:spcBef>
                <a:spcPts val="0"/>
              </a:spcBef>
              <a:spcAft>
                <a:spcPts val="0"/>
              </a:spcAft>
              <a:buNone/>
            </a:pPr>
            <a:r>
              <a:t/>
            </a:r>
            <a:endParaRPr b="1" sz="2400">
              <a:latin typeface="Viga"/>
              <a:ea typeface="Viga"/>
              <a:cs typeface="Viga"/>
              <a:sym typeface="Viga"/>
            </a:endParaRPr>
          </a:p>
        </p:txBody>
      </p:sp>
      <p:sp>
        <p:nvSpPr>
          <p:cNvPr id="1581" name="Google Shape;1581;p63"/>
          <p:cNvSpPr txBox="1"/>
          <p:nvPr/>
        </p:nvSpPr>
        <p:spPr>
          <a:xfrm>
            <a:off x="3425775" y="3375150"/>
            <a:ext cx="5073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600">
                <a:solidFill>
                  <a:schemeClr val="dk1"/>
                </a:solidFill>
                <a:latin typeface="Viga"/>
                <a:ea typeface="Viga"/>
                <a:cs typeface="Viga"/>
                <a:sym typeface="Viga"/>
              </a:rPr>
              <a:t>The table presents customer distribution in the 7500-test set, showing that as credit rating level increases, default rates tend to decrease. Accurate assessment requires analysis using the Loss-Coverage tradeoff table.</a:t>
            </a:r>
            <a:endParaRPr sz="1600">
              <a:latin typeface="Viga"/>
              <a:ea typeface="Viga"/>
              <a:cs typeface="Viga"/>
              <a:sym typeface="Viga"/>
            </a:endParaRPr>
          </a:p>
        </p:txBody>
      </p:sp>
      <p:sp>
        <p:nvSpPr>
          <p:cNvPr id="1582" name="Google Shape;1582;p63"/>
          <p:cNvSpPr txBox="1"/>
          <p:nvPr/>
        </p:nvSpPr>
        <p:spPr>
          <a:xfrm>
            <a:off x="254400" y="438800"/>
            <a:ext cx="186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DM Sans"/>
                <a:ea typeface="DM Sans"/>
                <a:cs typeface="DM Sans"/>
                <a:sym typeface="DM Sans"/>
              </a:rPr>
              <a:t>Benchmark Table</a:t>
            </a:r>
            <a:endParaRPr>
              <a:latin typeface="DM Sans"/>
              <a:ea typeface="DM Sans"/>
              <a:cs typeface="DM Sans"/>
              <a:sym typeface="DM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6" name="Shape 1586"/>
        <p:cNvGrpSpPr/>
        <p:nvPr/>
      </p:nvGrpSpPr>
      <p:grpSpPr>
        <a:xfrm>
          <a:off x="0" y="0"/>
          <a:ext cx="0" cy="0"/>
          <a:chOff x="0" y="0"/>
          <a:chExt cx="0" cy="0"/>
        </a:xfrm>
      </p:grpSpPr>
      <p:sp>
        <p:nvSpPr>
          <p:cNvPr id="1587" name="Google Shape;1587;p64"/>
          <p:cNvSpPr txBox="1"/>
          <p:nvPr/>
        </p:nvSpPr>
        <p:spPr>
          <a:xfrm>
            <a:off x="3955425" y="0"/>
            <a:ext cx="51888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latin typeface="Viga"/>
                <a:ea typeface="Viga"/>
                <a:cs typeface="Viga"/>
                <a:sym typeface="Viga"/>
              </a:rPr>
              <a:t>G</a:t>
            </a:r>
            <a:r>
              <a:rPr lang="en" sz="3600">
                <a:solidFill>
                  <a:srgbClr val="000000"/>
                </a:solidFill>
                <a:latin typeface="Viga"/>
                <a:ea typeface="Viga"/>
                <a:cs typeface="Viga"/>
                <a:sym typeface="Viga"/>
              </a:rPr>
              <a:t>ive the Balance transfer offer or </a:t>
            </a:r>
            <a:r>
              <a:rPr lang="en" sz="3600">
                <a:solidFill>
                  <a:srgbClr val="000000"/>
                </a:solidFill>
                <a:latin typeface="Viga"/>
                <a:ea typeface="Viga"/>
                <a:cs typeface="Viga"/>
                <a:sym typeface="Viga"/>
              </a:rPr>
              <a:t>not</a:t>
            </a:r>
            <a:r>
              <a:rPr lang="en" sz="3600">
                <a:solidFill>
                  <a:srgbClr val="000000"/>
                </a:solidFill>
                <a:latin typeface="Viga"/>
                <a:ea typeface="Viga"/>
                <a:cs typeface="Viga"/>
                <a:sym typeface="Viga"/>
              </a:rPr>
              <a:t>?</a:t>
            </a:r>
            <a:endParaRPr sz="3600">
              <a:solidFill>
                <a:srgbClr val="000000"/>
              </a:solidFill>
              <a:latin typeface="Viga"/>
              <a:ea typeface="Viga"/>
              <a:cs typeface="Viga"/>
              <a:sym typeface="Viga"/>
            </a:endParaRPr>
          </a:p>
        </p:txBody>
      </p:sp>
      <p:sp>
        <p:nvSpPr>
          <p:cNvPr id="1588" name="Google Shape;1588;p64"/>
          <p:cNvSpPr txBox="1"/>
          <p:nvPr/>
        </p:nvSpPr>
        <p:spPr>
          <a:xfrm>
            <a:off x="3976275" y="1403100"/>
            <a:ext cx="5147100" cy="374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DM Sans"/>
                <a:ea typeface="DM Sans"/>
                <a:cs typeface="DM Sans"/>
                <a:sym typeface="DM Sans"/>
              </a:rPr>
              <a:t>This loss coverage table shows the tradeoff across different levels. For instance, if I give the balance transfer option to customers who are categorised at level 8, then I might incur a loss of around 4.3%. This is due to the fact that there might be some people at that level who will default. Though it’s rare in practice, so we can attribute this loss percentage to the limitations of our model. Coverage on the other hand shows that number of customers that are given that respective rating in the test set. </a:t>
            </a:r>
            <a:endParaRPr sz="1100">
              <a:latin typeface="DM Sans"/>
              <a:ea typeface="DM Sans"/>
              <a:cs typeface="DM Sans"/>
              <a:sym typeface="DM Sans"/>
            </a:endParaRPr>
          </a:p>
          <a:p>
            <a:pPr indent="0" lvl="0" marL="0" rtl="0" algn="l">
              <a:spcBef>
                <a:spcPts val="0"/>
              </a:spcBef>
              <a:spcAft>
                <a:spcPts val="0"/>
              </a:spcAft>
              <a:buNone/>
            </a:pPr>
            <a:r>
              <a:t/>
            </a:r>
            <a:endParaRPr sz="1100">
              <a:latin typeface="DM Sans"/>
              <a:ea typeface="DM Sans"/>
              <a:cs typeface="DM Sans"/>
              <a:sym typeface="DM Sans"/>
            </a:endParaRPr>
          </a:p>
          <a:p>
            <a:pPr indent="0" lvl="0" marL="0" rtl="0" algn="l">
              <a:spcBef>
                <a:spcPts val="0"/>
              </a:spcBef>
              <a:spcAft>
                <a:spcPts val="0"/>
              </a:spcAft>
              <a:buNone/>
            </a:pPr>
            <a:r>
              <a:rPr lang="en" sz="1100">
                <a:latin typeface="DM Sans"/>
                <a:ea typeface="DM Sans"/>
                <a:cs typeface="DM Sans"/>
                <a:sym typeface="DM Sans"/>
              </a:rPr>
              <a:t>So, now what's the benefit of such a table? It boils down to the objective of the company. If the company wants to reward its good customers and identify the ones who are more likely to default, then it has to set up a loss level which aligns with the loss bearing appetite of the firm. At the same time, it has to identify how many customers they want to cover. There is clearly a tradeoff between loss and coverage. For example, if I offer transfer offer to people from level 5 and above, then I will incur a loss of 12% but the coverage will be higher(87%). If above level 4, then loss increases but coverage also increases. </a:t>
            </a:r>
            <a:endParaRPr sz="1100">
              <a:latin typeface="DM Sans"/>
              <a:ea typeface="DM Sans"/>
              <a:cs typeface="DM Sans"/>
              <a:sym typeface="DM Sans"/>
            </a:endParaRPr>
          </a:p>
          <a:p>
            <a:pPr indent="0" lvl="0" marL="0" rtl="0" algn="l">
              <a:spcBef>
                <a:spcPts val="0"/>
              </a:spcBef>
              <a:spcAft>
                <a:spcPts val="0"/>
              </a:spcAft>
              <a:buNone/>
            </a:pPr>
            <a:r>
              <a:t/>
            </a:r>
            <a:endParaRPr sz="1100">
              <a:latin typeface="DM Sans"/>
              <a:ea typeface="DM Sans"/>
              <a:cs typeface="DM Sans"/>
              <a:sym typeface="DM Sans"/>
            </a:endParaRPr>
          </a:p>
          <a:p>
            <a:pPr indent="0" lvl="0" marL="0" rtl="0" algn="l">
              <a:spcBef>
                <a:spcPts val="0"/>
              </a:spcBef>
              <a:spcAft>
                <a:spcPts val="0"/>
              </a:spcAft>
              <a:buNone/>
            </a:pPr>
            <a:r>
              <a:rPr lang="en" sz="1100">
                <a:latin typeface="DM Sans"/>
                <a:ea typeface="DM Sans"/>
                <a:cs typeface="DM Sans"/>
                <a:sym typeface="DM Sans"/>
              </a:rPr>
              <a:t>Assuming that the company’s objective is to cover 75% of the customers with a loss level of 10%, then in that situation, the firm will offer transfer benefits to customers who are given a level 6 rating and above. </a:t>
            </a:r>
            <a:endParaRPr sz="1100">
              <a:latin typeface="DM Sans"/>
              <a:ea typeface="DM Sans"/>
              <a:cs typeface="DM Sans"/>
              <a:sym typeface="DM Sans"/>
            </a:endParaRPr>
          </a:p>
        </p:txBody>
      </p:sp>
      <p:pic>
        <p:nvPicPr>
          <p:cNvPr id="1589" name="Google Shape;1589;p64"/>
          <p:cNvPicPr preferRelativeResize="0"/>
          <p:nvPr/>
        </p:nvPicPr>
        <p:blipFill>
          <a:blip r:embed="rId3">
            <a:alphaModFix/>
          </a:blip>
          <a:stretch>
            <a:fillRect/>
          </a:stretch>
        </p:blipFill>
        <p:spPr>
          <a:xfrm>
            <a:off x="103588" y="158625"/>
            <a:ext cx="2981325" cy="2476500"/>
          </a:xfrm>
          <a:prstGeom prst="rect">
            <a:avLst/>
          </a:prstGeom>
          <a:noFill/>
          <a:ln cap="flat" cmpd="sng" w="28575">
            <a:solidFill>
              <a:srgbClr val="595959"/>
            </a:solidFill>
            <a:prstDash val="solid"/>
            <a:round/>
            <a:headEnd len="sm" w="sm" type="none"/>
            <a:tailEnd len="sm" w="sm" type="none"/>
          </a:ln>
        </p:spPr>
      </p:pic>
      <p:pic>
        <p:nvPicPr>
          <p:cNvPr id="1590" name="Google Shape;1590;p64"/>
          <p:cNvPicPr preferRelativeResize="0"/>
          <p:nvPr/>
        </p:nvPicPr>
        <p:blipFill>
          <a:blip r:embed="rId4">
            <a:alphaModFix/>
          </a:blip>
          <a:stretch>
            <a:fillRect/>
          </a:stretch>
        </p:blipFill>
        <p:spPr>
          <a:xfrm>
            <a:off x="103600" y="2808750"/>
            <a:ext cx="2981325" cy="22312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94" name="Shape 1594"/>
        <p:cNvGrpSpPr/>
        <p:nvPr/>
      </p:nvGrpSpPr>
      <p:grpSpPr>
        <a:xfrm>
          <a:off x="0" y="0"/>
          <a:ext cx="0" cy="0"/>
          <a:chOff x="0" y="0"/>
          <a:chExt cx="0" cy="0"/>
        </a:xfrm>
      </p:grpSpPr>
      <p:sp>
        <p:nvSpPr>
          <p:cNvPr id="1595" name="Google Shape;1595;p65"/>
          <p:cNvSpPr txBox="1"/>
          <p:nvPr/>
        </p:nvSpPr>
        <p:spPr>
          <a:xfrm>
            <a:off x="1918050" y="1527975"/>
            <a:ext cx="53079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7200">
                <a:solidFill>
                  <a:srgbClr val="ACFFD9"/>
                </a:solidFill>
                <a:latin typeface="Viga"/>
                <a:ea typeface="Viga"/>
                <a:cs typeface="Viga"/>
                <a:sym typeface="Viga"/>
              </a:rPr>
              <a:t>Conclusion</a:t>
            </a:r>
            <a:endParaRPr b="1" sz="7200">
              <a:latin typeface="Viga"/>
              <a:ea typeface="Viga"/>
              <a:cs typeface="Viga"/>
              <a:sym typeface="Viga"/>
            </a:endParaRPr>
          </a:p>
        </p:txBody>
      </p:sp>
      <p:sp>
        <p:nvSpPr>
          <p:cNvPr id="1596" name="Google Shape;1596;p65"/>
          <p:cNvSpPr txBox="1"/>
          <p:nvPr/>
        </p:nvSpPr>
        <p:spPr>
          <a:xfrm>
            <a:off x="6090800" y="4589400"/>
            <a:ext cx="30177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solidFill>
                  <a:srgbClr val="ACFFD9"/>
                </a:solidFill>
                <a:latin typeface="Viga"/>
                <a:ea typeface="Viga"/>
                <a:cs typeface="Viga"/>
                <a:sym typeface="Viga"/>
              </a:rPr>
              <a:t>Sumedha Bansal</a:t>
            </a:r>
            <a:endParaRPr sz="2400">
              <a:solidFill>
                <a:srgbClr val="ACFFD9"/>
              </a:solidFill>
              <a:latin typeface="Viga"/>
              <a:ea typeface="Viga"/>
              <a:cs typeface="Viga"/>
              <a:sym typeface="Vig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0" name="Shape 1600"/>
        <p:cNvGrpSpPr/>
        <p:nvPr/>
      </p:nvGrpSpPr>
      <p:grpSpPr>
        <a:xfrm>
          <a:off x="0" y="0"/>
          <a:ext cx="0" cy="0"/>
          <a:chOff x="0" y="0"/>
          <a:chExt cx="0" cy="0"/>
        </a:xfrm>
      </p:grpSpPr>
      <p:sp>
        <p:nvSpPr>
          <p:cNvPr id="1601" name="Google Shape;1601;p66"/>
          <p:cNvSpPr txBox="1"/>
          <p:nvPr>
            <p:ph idx="6" type="title"/>
          </p:nvPr>
        </p:nvSpPr>
        <p:spPr>
          <a:xfrm>
            <a:off x="1530000" y="192800"/>
            <a:ext cx="6084000" cy="53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CONCLUSION</a:t>
            </a:r>
            <a:endParaRPr sz="3600"/>
          </a:p>
        </p:txBody>
      </p:sp>
      <p:sp>
        <p:nvSpPr>
          <p:cNvPr id="1602" name="Google Shape;1602;p66"/>
          <p:cNvSpPr txBox="1"/>
          <p:nvPr>
            <p:ph idx="4294967295" type="body"/>
          </p:nvPr>
        </p:nvSpPr>
        <p:spPr>
          <a:xfrm>
            <a:off x="257900" y="1557725"/>
            <a:ext cx="4829700" cy="35859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AutoNum type="arabicPeriod"/>
            </a:pPr>
            <a:r>
              <a:rPr lang="en">
                <a:solidFill>
                  <a:schemeClr val="dk1"/>
                </a:solidFill>
              </a:rPr>
              <a:t>It's important to have credit score model in place for banks and financial institutions who are the main participants in the credit market.</a:t>
            </a:r>
            <a:r>
              <a:rPr lang="en">
                <a:solidFill>
                  <a:schemeClr val="dk1"/>
                </a:solidFill>
              </a:rPr>
              <a:t> They give out loans and credit cards to various retail customers. </a:t>
            </a:r>
            <a:endParaRPr>
              <a:solidFill>
                <a:schemeClr val="dk1"/>
              </a:solidFill>
            </a:endParaRPr>
          </a:p>
          <a:p>
            <a:pPr indent="-342900" lvl="0" marL="457200" rtl="0" algn="l">
              <a:lnSpc>
                <a:spcPct val="115000"/>
              </a:lnSpc>
              <a:spcBef>
                <a:spcPts val="0"/>
              </a:spcBef>
              <a:spcAft>
                <a:spcPts val="0"/>
              </a:spcAft>
              <a:buClr>
                <a:schemeClr val="dk1"/>
              </a:buClr>
              <a:buSzPts val="1800"/>
              <a:buAutoNum type="arabicPeriod"/>
            </a:pPr>
            <a:r>
              <a:rPr lang="en">
                <a:solidFill>
                  <a:schemeClr val="dk1"/>
                </a:solidFill>
              </a:rPr>
              <a:t>These scores help in better risk management for such firms, especially in case of credit cards where no collateral is pledged and recourse can becomes a cumbersome process. </a:t>
            </a:r>
            <a:endParaRPr>
              <a:solidFill>
                <a:schemeClr val="dk1"/>
              </a:solidFill>
            </a:endParaRPr>
          </a:p>
          <a:p>
            <a:pPr indent="0" lvl="0" marL="0" rtl="0" algn="r">
              <a:spcBef>
                <a:spcPts val="1200"/>
              </a:spcBef>
              <a:spcAft>
                <a:spcPts val="1600"/>
              </a:spcAft>
              <a:buNone/>
            </a:pPr>
            <a:r>
              <a:t/>
            </a:r>
            <a:endParaRPr sz="1400">
              <a:solidFill>
                <a:schemeClr val="dk1"/>
              </a:solidFill>
            </a:endParaRPr>
          </a:p>
        </p:txBody>
      </p:sp>
      <p:sp>
        <p:nvSpPr>
          <p:cNvPr id="1603" name="Google Shape;1603;p66"/>
          <p:cNvSpPr txBox="1"/>
          <p:nvPr>
            <p:ph idx="8" type="title"/>
          </p:nvPr>
        </p:nvSpPr>
        <p:spPr>
          <a:xfrm>
            <a:off x="326550" y="1018025"/>
            <a:ext cx="4921800" cy="539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800"/>
              <a:t>WHY IS CREDIT SCORE MODEL IMPORTANT?</a:t>
            </a:r>
            <a:endParaRPr sz="1800"/>
          </a:p>
        </p:txBody>
      </p:sp>
      <p:grpSp>
        <p:nvGrpSpPr>
          <p:cNvPr id="1604" name="Google Shape;1604;p66"/>
          <p:cNvGrpSpPr/>
          <p:nvPr/>
        </p:nvGrpSpPr>
        <p:grpSpPr>
          <a:xfrm>
            <a:off x="5512097" y="1174002"/>
            <a:ext cx="2883752" cy="3462341"/>
            <a:chOff x="1830725" y="499100"/>
            <a:chExt cx="4045100" cy="4856700"/>
          </a:xfrm>
        </p:grpSpPr>
        <p:sp>
          <p:nvSpPr>
            <p:cNvPr id="1605" name="Google Shape;1605;p66"/>
            <p:cNvSpPr/>
            <p:nvPr/>
          </p:nvSpPr>
          <p:spPr>
            <a:xfrm>
              <a:off x="1837825" y="506225"/>
              <a:ext cx="4030850" cy="2664475"/>
            </a:xfrm>
            <a:custGeom>
              <a:rect b="b" l="l" r="r" t="t"/>
              <a:pathLst>
                <a:path extrusionOk="0" h="106579" w="161234">
                  <a:moveTo>
                    <a:pt x="0" y="0"/>
                  </a:moveTo>
                  <a:lnTo>
                    <a:pt x="0" y="106579"/>
                  </a:lnTo>
                  <a:lnTo>
                    <a:pt x="161234" y="106579"/>
                  </a:lnTo>
                  <a:lnTo>
                    <a:pt x="161234"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66"/>
            <p:cNvSpPr/>
            <p:nvPr/>
          </p:nvSpPr>
          <p:spPr>
            <a:xfrm>
              <a:off x="1830725" y="499100"/>
              <a:ext cx="4045100" cy="2678700"/>
            </a:xfrm>
            <a:custGeom>
              <a:rect b="b" l="l" r="r" t="t"/>
              <a:pathLst>
                <a:path extrusionOk="0" h="107148" w="161804">
                  <a:moveTo>
                    <a:pt x="161235" y="569"/>
                  </a:moveTo>
                  <a:lnTo>
                    <a:pt x="161235" y="106580"/>
                  </a:lnTo>
                  <a:lnTo>
                    <a:pt x="568" y="106580"/>
                  </a:lnTo>
                  <a:lnTo>
                    <a:pt x="569" y="569"/>
                  </a:lnTo>
                  <a:close/>
                  <a:moveTo>
                    <a:pt x="285" y="1"/>
                  </a:moveTo>
                  <a:cubicBezTo>
                    <a:pt x="128" y="1"/>
                    <a:pt x="1" y="128"/>
                    <a:pt x="1" y="285"/>
                  </a:cubicBezTo>
                  <a:lnTo>
                    <a:pt x="1" y="106863"/>
                  </a:lnTo>
                  <a:cubicBezTo>
                    <a:pt x="1" y="107019"/>
                    <a:pt x="128" y="107147"/>
                    <a:pt x="285" y="107147"/>
                  </a:cubicBezTo>
                  <a:lnTo>
                    <a:pt x="161518" y="107147"/>
                  </a:lnTo>
                  <a:cubicBezTo>
                    <a:pt x="161674" y="107147"/>
                    <a:pt x="161802" y="107021"/>
                    <a:pt x="161803" y="106864"/>
                  </a:cubicBezTo>
                  <a:lnTo>
                    <a:pt x="161803" y="285"/>
                  </a:lnTo>
                  <a:cubicBezTo>
                    <a:pt x="161803" y="128"/>
                    <a:pt x="161676" y="1"/>
                    <a:pt x="16151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66"/>
            <p:cNvSpPr/>
            <p:nvPr/>
          </p:nvSpPr>
          <p:spPr>
            <a:xfrm>
              <a:off x="1837825" y="506225"/>
              <a:ext cx="4030850" cy="2664475"/>
            </a:xfrm>
            <a:custGeom>
              <a:rect b="b" l="l" r="r" t="t"/>
              <a:pathLst>
                <a:path extrusionOk="0" h="106579" w="161234">
                  <a:moveTo>
                    <a:pt x="0" y="0"/>
                  </a:moveTo>
                  <a:lnTo>
                    <a:pt x="0" y="106579"/>
                  </a:lnTo>
                  <a:lnTo>
                    <a:pt x="161234" y="106579"/>
                  </a:lnTo>
                  <a:lnTo>
                    <a:pt x="161234" y="0"/>
                  </a:ln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66"/>
            <p:cNvSpPr/>
            <p:nvPr/>
          </p:nvSpPr>
          <p:spPr>
            <a:xfrm>
              <a:off x="1837825" y="506225"/>
              <a:ext cx="4030850" cy="2664475"/>
            </a:xfrm>
            <a:custGeom>
              <a:rect b="b" l="l" r="r" t="t"/>
              <a:pathLst>
                <a:path extrusionOk="0" h="106579" w="161234">
                  <a:moveTo>
                    <a:pt x="0" y="0"/>
                  </a:moveTo>
                  <a:lnTo>
                    <a:pt x="0" y="106579"/>
                  </a:lnTo>
                  <a:lnTo>
                    <a:pt x="161234" y="106579"/>
                  </a:lnTo>
                  <a:lnTo>
                    <a:pt x="161234" y="0"/>
                  </a:lnTo>
                  <a:close/>
                </a:path>
              </a:pathLst>
            </a:custGeom>
            <a:solidFill>
              <a:srgbClr val="FFFFFF"/>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66"/>
            <p:cNvSpPr/>
            <p:nvPr/>
          </p:nvSpPr>
          <p:spPr>
            <a:xfrm>
              <a:off x="2953725" y="803275"/>
              <a:ext cx="2811775" cy="2285975"/>
            </a:xfrm>
            <a:custGeom>
              <a:rect b="b" l="l" r="r" t="t"/>
              <a:pathLst>
                <a:path extrusionOk="0" h="91439" w="112471">
                  <a:moveTo>
                    <a:pt x="1" y="0"/>
                  </a:moveTo>
                  <a:lnTo>
                    <a:pt x="1" y="91438"/>
                  </a:lnTo>
                  <a:lnTo>
                    <a:pt x="112470" y="91438"/>
                  </a:lnTo>
                  <a:lnTo>
                    <a:pt x="11247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66"/>
            <p:cNvSpPr/>
            <p:nvPr/>
          </p:nvSpPr>
          <p:spPr>
            <a:xfrm>
              <a:off x="3342350" y="1015575"/>
              <a:ext cx="407700" cy="827825"/>
            </a:xfrm>
            <a:custGeom>
              <a:rect b="b" l="l" r="r" t="t"/>
              <a:pathLst>
                <a:path extrusionOk="0" h="33113" w="16308">
                  <a:moveTo>
                    <a:pt x="1" y="1"/>
                  </a:moveTo>
                  <a:lnTo>
                    <a:pt x="1" y="33112"/>
                  </a:lnTo>
                  <a:lnTo>
                    <a:pt x="16307" y="33112"/>
                  </a:lnTo>
                  <a:lnTo>
                    <a:pt x="16307" y="1"/>
                  </a:ln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66"/>
            <p:cNvSpPr/>
            <p:nvPr/>
          </p:nvSpPr>
          <p:spPr>
            <a:xfrm>
              <a:off x="5361625" y="1020425"/>
              <a:ext cx="407675" cy="411500"/>
            </a:xfrm>
            <a:custGeom>
              <a:rect b="b" l="l" r="r" t="t"/>
              <a:pathLst>
                <a:path extrusionOk="0" h="16460" w="16307">
                  <a:moveTo>
                    <a:pt x="0" y="0"/>
                  </a:moveTo>
                  <a:lnTo>
                    <a:pt x="0" y="16459"/>
                  </a:lnTo>
                  <a:lnTo>
                    <a:pt x="16307" y="16459"/>
                  </a:lnTo>
                  <a:lnTo>
                    <a:pt x="16307" y="0"/>
                  </a:ln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66"/>
            <p:cNvSpPr/>
            <p:nvPr/>
          </p:nvSpPr>
          <p:spPr>
            <a:xfrm>
              <a:off x="4148400" y="1020425"/>
              <a:ext cx="407675" cy="411500"/>
            </a:xfrm>
            <a:custGeom>
              <a:rect b="b" l="l" r="r" t="t"/>
              <a:pathLst>
                <a:path extrusionOk="0" h="16460" w="16307">
                  <a:moveTo>
                    <a:pt x="1" y="0"/>
                  </a:moveTo>
                  <a:lnTo>
                    <a:pt x="1" y="16459"/>
                  </a:lnTo>
                  <a:lnTo>
                    <a:pt x="16307" y="16459"/>
                  </a:lnTo>
                  <a:lnTo>
                    <a:pt x="16307" y="0"/>
                  </a:ln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66"/>
            <p:cNvSpPr/>
            <p:nvPr/>
          </p:nvSpPr>
          <p:spPr>
            <a:xfrm>
              <a:off x="2950050" y="2262200"/>
              <a:ext cx="798775" cy="411500"/>
            </a:xfrm>
            <a:custGeom>
              <a:rect b="b" l="l" r="r" t="t"/>
              <a:pathLst>
                <a:path extrusionOk="0" h="16460" w="31951">
                  <a:moveTo>
                    <a:pt x="1" y="1"/>
                  </a:moveTo>
                  <a:lnTo>
                    <a:pt x="1" y="16460"/>
                  </a:lnTo>
                  <a:lnTo>
                    <a:pt x="31950" y="16460"/>
                  </a:lnTo>
                  <a:lnTo>
                    <a:pt x="31950" y="1"/>
                  </a:ln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66"/>
            <p:cNvSpPr/>
            <p:nvPr/>
          </p:nvSpPr>
          <p:spPr>
            <a:xfrm>
              <a:off x="1837825" y="506225"/>
              <a:ext cx="4030850" cy="258950"/>
            </a:xfrm>
            <a:custGeom>
              <a:rect b="b" l="l" r="r" t="t"/>
              <a:pathLst>
                <a:path extrusionOk="0" h="10358" w="161234">
                  <a:moveTo>
                    <a:pt x="0" y="0"/>
                  </a:moveTo>
                  <a:lnTo>
                    <a:pt x="0" y="10358"/>
                  </a:lnTo>
                  <a:lnTo>
                    <a:pt x="161234" y="10358"/>
                  </a:lnTo>
                  <a:lnTo>
                    <a:pt x="161234" y="0"/>
                  </a:lnTo>
                  <a:close/>
                </a:path>
              </a:pathLst>
            </a:custGeom>
            <a:solidFill>
              <a:schemeClr val="accent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66"/>
            <p:cNvSpPr/>
            <p:nvPr/>
          </p:nvSpPr>
          <p:spPr>
            <a:xfrm>
              <a:off x="1830725" y="499100"/>
              <a:ext cx="4045100" cy="273175"/>
            </a:xfrm>
            <a:custGeom>
              <a:rect b="b" l="l" r="r" t="t"/>
              <a:pathLst>
                <a:path extrusionOk="0" h="10927" w="161804">
                  <a:moveTo>
                    <a:pt x="161235" y="569"/>
                  </a:moveTo>
                  <a:lnTo>
                    <a:pt x="161235" y="10359"/>
                  </a:lnTo>
                  <a:lnTo>
                    <a:pt x="568" y="10359"/>
                  </a:lnTo>
                  <a:lnTo>
                    <a:pt x="569" y="569"/>
                  </a:lnTo>
                  <a:close/>
                  <a:moveTo>
                    <a:pt x="285" y="1"/>
                  </a:moveTo>
                  <a:cubicBezTo>
                    <a:pt x="128" y="1"/>
                    <a:pt x="1" y="128"/>
                    <a:pt x="1" y="285"/>
                  </a:cubicBezTo>
                  <a:lnTo>
                    <a:pt x="1" y="10643"/>
                  </a:lnTo>
                  <a:cubicBezTo>
                    <a:pt x="1" y="10799"/>
                    <a:pt x="128" y="10926"/>
                    <a:pt x="285" y="10926"/>
                  </a:cubicBezTo>
                  <a:lnTo>
                    <a:pt x="161518" y="10926"/>
                  </a:lnTo>
                  <a:cubicBezTo>
                    <a:pt x="161674" y="10926"/>
                    <a:pt x="161802" y="10800"/>
                    <a:pt x="161803" y="10644"/>
                  </a:cubicBezTo>
                  <a:lnTo>
                    <a:pt x="161803" y="285"/>
                  </a:lnTo>
                  <a:cubicBezTo>
                    <a:pt x="161803" y="128"/>
                    <a:pt x="161676" y="1"/>
                    <a:pt x="16151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66"/>
            <p:cNvSpPr/>
            <p:nvPr/>
          </p:nvSpPr>
          <p:spPr>
            <a:xfrm>
              <a:off x="2946650" y="796150"/>
              <a:ext cx="2825925" cy="2300175"/>
            </a:xfrm>
            <a:custGeom>
              <a:rect b="b" l="l" r="r" t="t"/>
              <a:pathLst>
                <a:path extrusionOk="0" h="92007" w="113037">
                  <a:moveTo>
                    <a:pt x="112470" y="569"/>
                  </a:moveTo>
                  <a:lnTo>
                    <a:pt x="112470" y="91440"/>
                  </a:lnTo>
                  <a:lnTo>
                    <a:pt x="567" y="91440"/>
                  </a:lnTo>
                  <a:lnTo>
                    <a:pt x="567" y="569"/>
                  </a:lnTo>
                  <a:close/>
                  <a:moveTo>
                    <a:pt x="284" y="1"/>
                  </a:moveTo>
                  <a:cubicBezTo>
                    <a:pt x="127" y="1"/>
                    <a:pt x="0" y="128"/>
                    <a:pt x="0" y="285"/>
                  </a:cubicBezTo>
                  <a:lnTo>
                    <a:pt x="0" y="91723"/>
                  </a:lnTo>
                  <a:cubicBezTo>
                    <a:pt x="0" y="91880"/>
                    <a:pt x="127" y="92007"/>
                    <a:pt x="284" y="92007"/>
                  </a:cubicBezTo>
                  <a:lnTo>
                    <a:pt x="112753" y="92007"/>
                  </a:lnTo>
                  <a:cubicBezTo>
                    <a:pt x="112909" y="92007"/>
                    <a:pt x="113037" y="91880"/>
                    <a:pt x="113037" y="91723"/>
                  </a:cubicBezTo>
                  <a:lnTo>
                    <a:pt x="113037" y="285"/>
                  </a:lnTo>
                  <a:cubicBezTo>
                    <a:pt x="113037" y="128"/>
                    <a:pt x="112910" y="1"/>
                    <a:pt x="11275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66"/>
            <p:cNvSpPr/>
            <p:nvPr/>
          </p:nvSpPr>
          <p:spPr>
            <a:xfrm>
              <a:off x="3341775" y="1025150"/>
              <a:ext cx="14200" cy="2063575"/>
            </a:xfrm>
            <a:custGeom>
              <a:rect b="b" l="l" r="r" t="t"/>
              <a:pathLst>
                <a:path extrusionOk="0" h="82543" w="568">
                  <a:moveTo>
                    <a:pt x="284" y="1"/>
                  </a:moveTo>
                  <a:cubicBezTo>
                    <a:pt x="134" y="1"/>
                    <a:pt x="10" y="118"/>
                    <a:pt x="1" y="269"/>
                  </a:cubicBezTo>
                  <a:lnTo>
                    <a:pt x="1" y="82258"/>
                  </a:lnTo>
                  <a:cubicBezTo>
                    <a:pt x="1" y="82415"/>
                    <a:pt x="127" y="82543"/>
                    <a:pt x="284" y="82543"/>
                  </a:cubicBezTo>
                  <a:cubicBezTo>
                    <a:pt x="441" y="82542"/>
                    <a:pt x="568" y="82415"/>
                    <a:pt x="568" y="82259"/>
                  </a:cubicBezTo>
                  <a:lnTo>
                    <a:pt x="568" y="269"/>
                  </a:lnTo>
                  <a:cubicBezTo>
                    <a:pt x="559" y="118"/>
                    <a:pt x="435" y="1"/>
                    <a:pt x="2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66"/>
            <p:cNvSpPr/>
            <p:nvPr/>
          </p:nvSpPr>
          <p:spPr>
            <a:xfrm>
              <a:off x="3744550" y="1025150"/>
              <a:ext cx="14200" cy="2063575"/>
            </a:xfrm>
            <a:custGeom>
              <a:rect b="b" l="l" r="r" t="t"/>
              <a:pathLst>
                <a:path extrusionOk="0" h="82543" w="568">
                  <a:moveTo>
                    <a:pt x="284" y="1"/>
                  </a:moveTo>
                  <a:cubicBezTo>
                    <a:pt x="134" y="1"/>
                    <a:pt x="9" y="118"/>
                    <a:pt x="1" y="269"/>
                  </a:cubicBezTo>
                  <a:lnTo>
                    <a:pt x="1" y="82258"/>
                  </a:lnTo>
                  <a:cubicBezTo>
                    <a:pt x="1" y="82415"/>
                    <a:pt x="127" y="82543"/>
                    <a:pt x="284" y="82543"/>
                  </a:cubicBezTo>
                  <a:cubicBezTo>
                    <a:pt x="441" y="82542"/>
                    <a:pt x="567" y="82415"/>
                    <a:pt x="567" y="82259"/>
                  </a:cubicBezTo>
                  <a:lnTo>
                    <a:pt x="567" y="269"/>
                  </a:lnTo>
                  <a:cubicBezTo>
                    <a:pt x="559" y="118"/>
                    <a:pt x="434" y="1"/>
                    <a:pt x="2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66"/>
            <p:cNvSpPr/>
            <p:nvPr/>
          </p:nvSpPr>
          <p:spPr>
            <a:xfrm>
              <a:off x="4147325" y="1025150"/>
              <a:ext cx="14200" cy="2063575"/>
            </a:xfrm>
            <a:custGeom>
              <a:rect b="b" l="l" r="r" t="t"/>
              <a:pathLst>
                <a:path extrusionOk="0" h="82543" w="568">
                  <a:moveTo>
                    <a:pt x="284" y="1"/>
                  </a:moveTo>
                  <a:cubicBezTo>
                    <a:pt x="133" y="1"/>
                    <a:pt x="9" y="118"/>
                    <a:pt x="0" y="269"/>
                  </a:cubicBezTo>
                  <a:lnTo>
                    <a:pt x="0" y="82258"/>
                  </a:lnTo>
                  <a:cubicBezTo>
                    <a:pt x="0" y="82415"/>
                    <a:pt x="127" y="82543"/>
                    <a:pt x="284" y="82543"/>
                  </a:cubicBezTo>
                  <a:cubicBezTo>
                    <a:pt x="441" y="82542"/>
                    <a:pt x="567" y="82415"/>
                    <a:pt x="567" y="82259"/>
                  </a:cubicBezTo>
                  <a:lnTo>
                    <a:pt x="567" y="269"/>
                  </a:lnTo>
                  <a:cubicBezTo>
                    <a:pt x="558" y="118"/>
                    <a:pt x="434" y="1"/>
                    <a:pt x="2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66"/>
            <p:cNvSpPr/>
            <p:nvPr/>
          </p:nvSpPr>
          <p:spPr>
            <a:xfrm>
              <a:off x="4550075" y="1025150"/>
              <a:ext cx="14200" cy="2063575"/>
            </a:xfrm>
            <a:custGeom>
              <a:rect b="b" l="l" r="r" t="t"/>
              <a:pathLst>
                <a:path extrusionOk="0" h="82543" w="568">
                  <a:moveTo>
                    <a:pt x="284" y="1"/>
                  </a:moveTo>
                  <a:cubicBezTo>
                    <a:pt x="134" y="1"/>
                    <a:pt x="10" y="118"/>
                    <a:pt x="1" y="269"/>
                  </a:cubicBezTo>
                  <a:lnTo>
                    <a:pt x="1" y="82258"/>
                  </a:lnTo>
                  <a:cubicBezTo>
                    <a:pt x="1" y="82415"/>
                    <a:pt x="127" y="82543"/>
                    <a:pt x="284" y="82543"/>
                  </a:cubicBezTo>
                  <a:cubicBezTo>
                    <a:pt x="441" y="82542"/>
                    <a:pt x="568" y="82415"/>
                    <a:pt x="568" y="82259"/>
                  </a:cubicBezTo>
                  <a:lnTo>
                    <a:pt x="568" y="269"/>
                  </a:lnTo>
                  <a:cubicBezTo>
                    <a:pt x="559" y="118"/>
                    <a:pt x="435" y="1"/>
                    <a:pt x="2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66"/>
            <p:cNvSpPr/>
            <p:nvPr/>
          </p:nvSpPr>
          <p:spPr>
            <a:xfrm>
              <a:off x="4952850" y="1025150"/>
              <a:ext cx="14200" cy="2063575"/>
            </a:xfrm>
            <a:custGeom>
              <a:rect b="b" l="l" r="r" t="t"/>
              <a:pathLst>
                <a:path extrusionOk="0" h="82543" w="568">
                  <a:moveTo>
                    <a:pt x="284" y="1"/>
                  </a:moveTo>
                  <a:cubicBezTo>
                    <a:pt x="133" y="1"/>
                    <a:pt x="9" y="118"/>
                    <a:pt x="1" y="269"/>
                  </a:cubicBezTo>
                  <a:lnTo>
                    <a:pt x="1" y="82258"/>
                  </a:lnTo>
                  <a:cubicBezTo>
                    <a:pt x="1" y="82415"/>
                    <a:pt x="127" y="82543"/>
                    <a:pt x="284" y="82543"/>
                  </a:cubicBezTo>
                  <a:cubicBezTo>
                    <a:pt x="440" y="82542"/>
                    <a:pt x="566" y="82415"/>
                    <a:pt x="567" y="82259"/>
                  </a:cubicBezTo>
                  <a:lnTo>
                    <a:pt x="567" y="269"/>
                  </a:lnTo>
                  <a:cubicBezTo>
                    <a:pt x="559" y="118"/>
                    <a:pt x="434" y="1"/>
                    <a:pt x="284"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66"/>
            <p:cNvSpPr/>
            <p:nvPr/>
          </p:nvSpPr>
          <p:spPr>
            <a:xfrm>
              <a:off x="5355600" y="1025150"/>
              <a:ext cx="14200" cy="2063575"/>
            </a:xfrm>
            <a:custGeom>
              <a:rect b="b" l="l" r="r" t="t"/>
              <a:pathLst>
                <a:path extrusionOk="0" h="82543" w="568">
                  <a:moveTo>
                    <a:pt x="284" y="1"/>
                  </a:moveTo>
                  <a:cubicBezTo>
                    <a:pt x="133" y="1"/>
                    <a:pt x="9" y="118"/>
                    <a:pt x="0" y="269"/>
                  </a:cubicBezTo>
                  <a:lnTo>
                    <a:pt x="0" y="82258"/>
                  </a:lnTo>
                  <a:cubicBezTo>
                    <a:pt x="0" y="82415"/>
                    <a:pt x="128" y="82543"/>
                    <a:pt x="285" y="82543"/>
                  </a:cubicBezTo>
                  <a:cubicBezTo>
                    <a:pt x="441" y="82542"/>
                    <a:pt x="567" y="82415"/>
                    <a:pt x="567" y="82259"/>
                  </a:cubicBezTo>
                  <a:lnTo>
                    <a:pt x="567" y="269"/>
                  </a:lnTo>
                  <a:cubicBezTo>
                    <a:pt x="558" y="118"/>
                    <a:pt x="434" y="1"/>
                    <a:pt x="2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66"/>
            <p:cNvSpPr/>
            <p:nvPr/>
          </p:nvSpPr>
          <p:spPr>
            <a:xfrm>
              <a:off x="2953725" y="1024225"/>
              <a:ext cx="2811775" cy="25"/>
            </a:xfrm>
            <a:custGeom>
              <a:rect b="b" l="l" r="r" t="t"/>
              <a:pathLst>
                <a:path extrusionOk="0" h="1" w="112471">
                  <a:moveTo>
                    <a:pt x="1" y="1"/>
                  </a:moveTo>
                  <a:lnTo>
                    <a:pt x="112470"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66"/>
            <p:cNvSpPr/>
            <p:nvPr/>
          </p:nvSpPr>
          <p:spPr>
            <a:xfrm>
              <a:off x="2947075" y="1017125"/>
              <a:ext cx="2825950" cy="14225"/>
            </a:xfrm>
            <a:custGeom>
              <a:rect b="b" l="l" r="r" t="t"/>
              <a:pathLst>
                <a:path extrusionOk="0" h="569" w="113038">
                  <a:moveTo>
                    <a:pt x="112754" y="1"/>
                  </a:moveTo>
                  <a:cubicBezTo>
                    <a:pt x="112748" y="1"/>
                    <a:pt x="112742" y="1"/>
                    <a:pt x="112736" y="1"/>
                  </a:cubicBezTo>
                  <a:lnTo>
                    <a:pt x="267" y="1"/>
                  </a:lnTo>
                  <a:cubicBezTo>
                    <a:pt x="117" y="10"/>
                    <a:pt x="1" y="134"/>
                    <a:pt x="1" y="285"/>
                  </a:cubicBezTo>
                  <a:cubicBezTo>
                    <a:pt x="1" y="435"/>
                    <a:pt x="117" y="558"/>
                    <a:pt x="267" y="568"/>
                  </a:cubicBezTo>
                  <a:lnTo>
                    <a:pt x="112736" y="568"/>
                  </a:lnTo>
                  <a:cubicBezTo>
                    <a:pt x="112742" y="569"/>
                    <a:pt x="112748" y="569"/>
                    <a:pt x="112754" y="569"/>
                  </a:cubicBezTo>
                  <a:cubicBezTo>
                    <a:pt x="112909" y="569"/>
                    <a:pt x="113037" y="442"/>
                    <a:pt x="113037" y="285"/>
                  </a:cubicBezTo>
                  <a:cubicBezTo>
                    <a:pt x="113037" y="127"/>
                    <a:pt x="112909" y="1"/>
                    <a:pt x="1127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66"/>
            <p:cNvSpPr/>
            <p:nvPr/>
          </p:nvSpPr>
          <p:spPr>
            <a:xfrm>
              <a:off x="2947050" y="1428600"/>
              <a:ext cx="2825950" cy="14225"/>
            </a:xfrm>
            <a:custGeom>
              <a:rect b="b" l="l" r="r" t="t"/>
              <a:pathLst>
                <a:path extrusionOk="0" h="569" w="113038">
                  <a:moveTo>
                    <a:pt x="112755" y="1"/>
                  </a:moveTo>
                  <a:cubicBezTo>
                    <a:pt x="112749" y="1"/>
                    <a:pt x="112743" y="1"/>
                    <a:pt x="112737" y="1"/>
                  </a:cubicBezTo>
                  <a:lnTo>
                    <a:pt x="268" y="1"/>
                  </a:lnTo>
                  <a:cubicBezTo>
                    <a:pt x="117" y="10"/>
                    <a:pt x="0" y="134"/>
                    <a:pt x="0" y="285"/>
                  </a:cubicBezTo>
                  <a:cubicBezTo>
                    <a:pt x="0" y="435"/>
                    <a:pt x="117" y="560"/>
                    <a:pt x="268" y="568"/>
                  </a:cubicBezTo>
                  <a:lnTo>
                    <a:pt x="112737" y="568"/>
                  </a:lnTo>
                  <a:cubicBezTo>
                    <a:pt x="112743" y="569"/>
                    <a:pt x="112749" y="569"/>
                    <a:pt x="112755" y="569"/>
                  </a:cubicBezTo>
                  <a:cubicBezTo>
                    <a:pt x="112909" y="569"/>
                    <a:pt x="113037" y="442"/>
                    <a:pt x="113037" y="285"/>
                  </a:cubicBezTo>
                  <a:cubicBezTo>
                    <a:pt x="113037" y="127"/>
                    <a:pt x="112909" y="1"/>
                    <a:pt x="1127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66"/>
            <p:cNvSpPr/>
            <p:nvPr/>
          </p:nvSpPr>
          <p:spPr>
            <a:xfrm>
              <a:off x="2947075" y="1840075"/>
              <a:ext cx="2825950" cy="14225"/>
            </a:xfrm>
            <a:custGeom>
              <a:rect b="b" l="l" r="r" t="t"/>
              <a:pathLst>
                <a:path extrusionOk="0" h="569" w="113038">
                  <a:moveTo>
                    <a:pt x="112755" y="1"/>
                  </a:moveTo>
                  <a:cubicBezTo>
                    <a:pt x="112749" y="1"/>
                    <a:pt x="112743" y="1"/>
                    <a:pt x="112736" y="1"/>
                  </a:cubicBezTo>
                  <a:lnTo>
                    <a:pt x="267" y="1"/>
                  </a:lnTo>
                  <a:cubicBezTo>
                    <a:pt x="117" y="10"/>
                    <a:pt x="1" y="135"/>
                    <a:pt x="1" y="285"/>
                  </a:cubicBezTo>
                  <a:cubicBezTo>
                    <a:pt x="1" y="434"/>
                    <a:pt x="117" y="559"/>
                    <a:pt x="267" y="568"/>
                  </a:cubicBezTo>
                  <a:lnTo>
                    <a:pt x="112736" y="568"/>
                  </a:lnTo>
                  <a:cubicBezTo>
                    <a:pt x="112742" y="569"/>
                    <a:pt x="112748" y="569"/>
                    <a:pt x="112754" y="569"/>
                  </a:cubicBezTo>
                  <a:cubicBezTo>
                    <a:pt x="112909" y="569"/>
                    <a:pt x="113037" y="442"/>
                    <a:pt x="113037" y="285"/>
                  </a:cubicBezTo>
                  <a:cubicBezTo>
                    <a:pt x="113037" y="127"/>
                    <a:pt x="112910" y="1"/>
                    <a:pt x="11275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66"/>
            <p:cNvSpPr/>
            <p:nvPr/>
          </p:nvSpPr>
          <p:spPr>
            <a:xfrm>
              <a:off x="2947050" y="2251575"/>
              <a:ext cx="2825950" cy="14200"/>
            </a:xfrm>
            <a:custGeom>
              <a:rect b="b" l="l" r="r" t="t"/>
              <a:pathLst>
                <a:path extrusionOk="0" h="568" w="113038">
                  <a:moveTo>
                    <a:pt x="112755" y="0"/>
                  </a:moveTo>
                  <a:cubicBezTo>
                    <a:pt x="112749" y="0"/>
                    <a:pt x="112743" y="0"/>
                    <a:pt x="112737" y="1"/>
                  </a:cubicBezTo>
                  <a:lnTo>
                    <a:pt x="268" y="1"/>
                  </a:lnTo>
                  <a:cubicBezTo>
                    <a:pt x="117" y="9"/>
                    <a:pt x="0" y="134"/>
                    <a:pt x="0" y="284"/>
                  </a:cubicBezTo>
                  <a:cubicBezTo>
                    <a:pt x="0" y="434"/>
                    <a:pt x="117" y="559"/>
                    <a:pt x="268" y="567"/>
                  </a:cubicBezTo>
                  <a:lnTo>
                    <a:pt x="112737" y="567"/>
                  </a:lnTo>
                  <a:cubicBezTo>
                    <a:pt x="112743" y="568"/>
                    <a:pt x="112748" y="568"/>
                    <a:pt x="112753" y="568"/>
                  </a:cubicBezTo>
                  <a:cubicBezTo>
                    <a:pt x="112908" y="568"/>
                    <a:pt x="113037" y="442"/>
                    <a:pt x="113037" y="284"/>
                  </a:cubicBezTo>
                  <a:cubicBezTo>
                    <a:pt x="113037" y="126"/>
                    <a:pt x="112909" y="0"/>
                    <a:pt x="1127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66"/>
            <p:cNvSpPr/>
            <p:nvPr/>
          </p:nvSpPr>
          <p:spPr>
            <a:xfrm>
              <a:off x="2947075" y="2663050"/>
              <a:ext cx="2825950" cy="14225"/>
            </a:xfrm>
            <a:custGeom>
              <a:rect b="b" l="l" r="r" t="t"/>
              <a:pathLst>
                <a:path extrusionOk="0" h="569" w="113038">
                  <a:moveTo>
                    <a:pt x="112755" y="0"/>
                  </a:moveTo>
                  <a:cubicBezTo>
                    <a:pt x="112749" y="0"/>
                    <a:pt x="112743" y="0"/>
                    <a:pt x="112736" y="1"/>
                  </a:cubicBezTo>
                  <a:lnTo>
                    <a:pt x="267" y="1"/>
                  </a:lnTo>
                  <a:cubicBezTo>
                    <a:pt x="117" y="9"/>
                    <a:pt x="1" y="134"/>
                    <a:pt x="1" y="284"/>
                  </a:cubicBezTo>
                  <a:cubicBezTo>
                    <a:pt x="1" y="433"/>
                    <a:pt x="117" y="558"/>
                    <a:pt x="267" y="568"/>
                  </a:cubicBezTo>
                  <a:lnTo>
                    <a:pt x="112736" y="568"/>
                  </a:lnTo>
                  <a:cubicBezTo>
                    <a:pt x="112742" y="568"/>
                    <a:pt x="112748" y="568"/>
                    <a:pt x="112754" y="568"/>
                  </a:cubicBezTo>
                  <a:cubicBezTo>
                    <a:pt x="112909" y="568"/>
                    <a:pt x="113037" y="442"/>
                    <a:pt x="113037" y="284"/>
                  </a:cubicBezTo>
                  <a:cubicBezTo>
                    <a:pt x="113037" y="126"/>
                    <a:pt x="112910" y="0"/>
                    <a:pt x="1127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66"/>
            <p:cNvSpPr/>
            <p:nvPr/>
          </p:nvSpPr>
          <p:spPr>
            <a:xfrm>
              <a:off x="1993625" y="918350"/>
              <a:ext cx="45300" cy="45325"/>
            </a:xfrm>
            <a:custGeom>
              <a:rect b="b" l="l" r="r" t="t"/>
              <a:pathLst>
                <a:path extrusionOk="0" h="1813" w="1812">
                  <a:moveTo>
                    <a:pt x="906" y="0"/>
                  </a:moveTo>
                  <a:cubicBezTo>
                    <a:pt x="406" y="0"/>
                    <a:pt x="1" y="406"/>
                    <a:pt x="1" y="906"/>
                  </a:cubicBezTo>
                  <a:cubicBezTo>
                    <a:pt x="1" y="1407"/>
                    <a:pt x="406" y="1812"/>
                    <a:pt x="906" y="1812"/>
                  </a:cubicBezTo>
                  <a:cubicBezTo>
                    <a:pt x="1406" y="1812"/>
                    <a:pt x="1812" y="1407"/>
                    <a:pt x="1812" y="906"/>
                  </a:cubicBezTo>
                  <a:cubicBezTo>
                    <a:pt x="1812" y="406"/>
                    <a:pt x="1406" y="0"/>
                    <a:pt x="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66"/>
            <p:cNvSpPr/>
            <p:nvPr/>
          </p:nvSpPr>
          <p:spPr>
            <a:xfrm>
              <a:off x="2118150" y="918350"/>
              <a:ext cx="45325" cy="45325"/>
            </a:xfrm>
            <a:custGeom>
              <a:rect b="b" l="l" r="r" t="t"/>
              <a:pathLst>
                <a:path extrusionOk="0" h="1813" w="1813">
                  <a:moveTo>
                    <a:pt x="906" y="0"/>
                  </a:moveTo>
                  <a:cubicBezTo>
                    <a:pt x="406" y="0"/>
                    <a:pt x="0" y="406"/>
                    <a:pt x="0" y="906"/>
                  </a:cubicBezTo>
                  <a:cubicBezTo>
                    <a:pt x="0" y="1407"/>
                    <a:pt x="406" y="1812"/>
                    <a:pt x="906" y="1812"/>
                  </a:cubicBezTo>
                  <a:cubicBezTo>
                    <a:pt x="1407" y="1812"/>
                    <a:pt x="1812" y="1407"/>
                    <a:pt x="1812" y="906"/>
                  </a:cubicBezTo>
                  <a:cubicBezTo>
                    <a:pt x="1812" y="406"/>
                    <a:pt x="1407" y="0"/>
                    <a:pt x="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66"/>
            <p:cNvSpPr/>
            <p:nvPr/>
          </p:nvSpPr>
          <p:spPr>
            <a:xfrm>
              <a:off x="2242700" y="918350"/>
              <a:ext cx="45300" cy="45325"/>
            </a:xfrm>
            <a:custGeom>
              <a:rect b="b" l="l" r="r" t="t"/>
              <a:pathLst>
                <a:path extrusionOk="0" h="1813" w="1812">
                  <a:moveTo>
                    <a:pt x="906" y="0"/>
                  </a:moveTo>
                  <a:cubicBezTo>
                    <a:pt x="406" y="0"/>
                    <a:pt x="0" y="406"/>
                    <a:pt x="0" y="906"/>
                  </a:cubicBezTo>
                  <a:cubicBezTo>
                    <a:pt x="0" y="1407"/>
                    <a:pt x="406" y="1812"/>
                    <a:pt x="906" y="1812"/>
                  </a:cubicBezTo>
                  <a:cubicBezTo>
                    <a:pt x="1406" y="1812"/>
                    <a:pt x="1811" y="1407"/>
                    <a:pt x="1811" y="906"/>
                  </a:cubicBezTo>
                  <a:cubicBezTo>
                    <a:pt x="1811" y="406"/>
                    <a:pt x="1406" y="0"/>
                    <a:pt x="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66"/>
            <p:cNvSpPr/>
            <p:nvPr/>
          </p:nvSpPr>
          <p:spPr>
            <a:xfrm>
              <a:off x="2365425" y="918350"/>
              <a:ext cx="47125" cy="45325"/>
            </a:xfrm>
            <a:custGeom>
              <a:rect b="b" l="l" r="r" t="t"/>
              <a:pathLst>
                <a:path extrusionOk="0" h="1813" w="1885">
                  <a:moveTo>
                    <a:pt x="978" y="0"/>
                  </a:moveTo>
                  <a:cubicBezTo>
                    <a:pt x="611" y="0"/>
                    <a:pt x="281" y="221"/>
                    <a:pt x="140" y="560"/>
                  </a:cubicBezTo>
                  <a:cubicBezTo>
                    <a:pt x="1" y="898"/>
                    <a:pt x="77" y="1288"/>
                    <a:pt x="337" y="1547"/>
                  </a:cubicBezTo>
                  <a:cubicBezTo>
                    <a:pt x="510" y="1720"/>
                    <a:pt x="742" y="1812"/>
                    <a:pt x="978" y="1812"/>
                  </a:cubicBezTo>
                  <a:cubicBezTo>
                    <a:pt x="1095" y="1812"/>
                    <a:pt x="1213" y="1790"/>
                    <a:pt x="1325" y="1743"/>
                  </a:cubicBezTo>
                  <a:cubicBezTo>
                    <a:pt x="1662" y="1603"/>
                    <a:pt x="1884" y="1273"/>
                    <a:pt x="1884" y="906"/>
                  </a:cubicBezTo>
                  <a:cubicBezTo>
                    <a:pt x="1884" y="406"/>
                    <a:pt x="1478" y="0"/>
                    <a:pt x="97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66"/>
            <p:cNvSpPr/>
            <p:nvPr/>
          </p:nvSpPr>
          <p:spPr>
            <a:xfrm>
              <a:off x="2491750" y="918350"/>
              <a:ext cx="45300" cy="45325"/>
            </a:xfrm>
            <a:custGeom>
              <a:rect b="b" l="l" r="r" t="t"/>
              <a:pathLst>
                <a:path extrusionOk="0" h="1813" w="1812">
                  <a:moveTo>
                    <a:pt x="906" y="0"/>
                  </a:moveTo>
                  <a:cubicBezTo>
                    <a:pt x="405" y="0"/>
                    <a:pt x="1" y="406"/>
                    <a:pt x="1" y="906"/>
                  </a:cubicBezTo>
                  <a:cubicBezTo>
                    <a:pt x="1" y="1407"/>
                    <a:pt x="405" y="1812"/>
                    <a:pt x="906" y="1812"/>
                  </a:cubicBezTo>
                  <a:cubicBezTo>
                    <a:pt x="1406" y="1812"/>
                    <a:pt x="1812" y="1407"/>
                    <a:pt x="1812" y="906"/>
                  </a:cubicBezTo>
                  <a:cubicBezTo>
                    <a:pt x="1812" y="406"/>
                    <a:pt x="1406" y="0"/>
                    <a:pt x="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66"/>
            <p:cNvSpPr/>
            <p:nvPr/>
          </p:nvSpPr>
          <p:spPr>
            <a:xfrm>
              <a:off x="2616275" y="918350"/>
              <a:ext cx="45300" cy="45325"/>
            </a:xfrm>
            <a:custGeom>
              <a:rect b="b" l="l" r="r" t="t"/>
              <a:pathLst>
                <a:path extrusionOk="0" h="1813" w="1812">
                  <a:moveTo>
                    <a:pt x="906" y="0"/>
                  </a:moveTo>
                  <a:cubicBezTo>
                    <a:pt x="406" y="0"/>
                    <a:pt x="1" y="406"/>
                    <a:pt x="1" y="906"/>
                  </a:cubicBezTo>
                  <a:cubicBezTo>
                    <a:pt x="1" y="1407"/>
                    <a:pt x="406" y="1812"/>
                    <a:pt x="906" y="1812"/>
                  </a:cubicBezTo>
                  <a:cubicBezTo>
                    <a:pt x="1407" y="1812"/>
                    <a:pt x="1812" y="1407"/>
                    <a:pt x="1812" y="906"/>
                  </a:cubicBezTo>
                  <a:cubicBezTo>
                    <a:pt x="1812" y="406"/>
                    <a:pt x="1407" y="0"/>
                    <a:pt x="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66"/>
            <p:cNvSpPr/>
            <p:nvPr/>
          </p:nvSpPr>
          <p:spPr>
            <a:xfrm>
              <a:off x="2740825" y="918350"/>
              <a:ext cx="45300" cy="45325"/>
            </a:xfrm>
            <a:custGeom>
              <a:rect b="b" l="l" r="r" t="t"/>
              <a:pathLst>
                <a:path extrusionOk="0" h="1813" w="1812">
                  <a:moveTo>
                    <a:pt x="906" y="0"/>
                  </a:moveTo>
                  <a:cubicBezTo>
                    <a:pt x="405" y="0"/>
                    <a:pt x="0" y="406"/>
                    <a:pt x="0" y="906"/>
                  </a:cubicBezTo>
                  <a:cubicBezTo>
                    <a:pt x="0" y="1407"/>
                    <a:pt x="405" y="1812"/>
                    <a:pt x="906" y="1812"/>
                  </a:cubicBezTo>
                  <a:cubicBezTo>
                    <a:pt x="1406" y="1812"/>
                    <a:pt x="1811" y="1407"/>
                    <a:pt x="1811" y="906"/>
                  </a:cubicBezTo>
                  <a:cubicBezTo>
                    <a:pt x="1811" y="406"/>
                    <a:pt x="1406" y="0"/>
                    <a:pt x="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66"/>
            <p:cNvSpPr/>
            <p:nvPr/>
          </p:nvSpPr>
          <p:spPr>
            <a:xfrm>
              <a:off x="1993625" y="1032300"/>
              <a:ext cx="45300" cy="45300"/>
            </a:xfrm>
            <a:custGeom>
              <a:rect b="b" l="l" r="r" t="t"/>
              <a:pathLst>
                <a:path extrusionOk="0" h="1812" w="1812">
                  <a:moveTo>
                    <a:pt x="906" y="0"/>
                  </a:moveTo>
                  <a:cubicBezTo>
                    <a:pt x="406" y="0"/>
                    <a:pt x="1" y="406"/>
                    <a:pt x="1" y="906"/>
                  </a:cubicBezTo>
                  <a:cubicBezTo>
                    <a:pt x="1" y="1405"/>
                    <a:pt x="406" y="1811"/>
                    <a:pt x="906" y="1811"/>
                  </a:cubicBezTo>
                  <a:cubicBezTo>
                    <a:pt x="1406" y="1811"/>
                    <a:pt x="1812" y="1405"/>
                    <a:pt x="1812" y="906"/>
                  </a:cubicBezTo>
                  <a:cubicBezTo>
                    <a:pt x="1812" y="406"/>
                    <a:pt x="1406" y="0"/>
                    <a:pt x="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66"/>
            <p:cNvSpPr/>
            <p:nvPr/>
          </p:nvSpPr>
          <p:spPr>
            <a:xfrm>
              <a:off x="2118150" y="1032300"/>
              <a:ext cx="45325" cy="45300"/>
            </a:xfrm>
            <a:custGeom>
              <a:rect b="b" l="l" r="r" t="t"/>
              <a:pathLst>
                <a:path extrusionOk="0" h="1812" w="1813">
                  <a:moveTo>
                    <a:pt x="906" y="0"/>
                  </a:moveTo>
                  <a:cubicBezTo>
                    <a:pt x="406" y="0"/>
                    <a:pt x="0" y="406"/>
                    <a:pt x="0" y="906"/>
                  </a:cubicBezTo>
                  <a:cubicBezTo>
                    <a:pt x="0" y="1405"/>
                    <a:pt x="406" y="1811"/>
                    <a:pt x="906" y="1811"/>
                  </a:cubicBezTo>
                  <a:cubicBezTo>
                    <a:pt x="1407" y="1811"/>
                    <a:pt x="1812" y="1405"/>
                    <a:pt x="1812" y="906"/>
                  </a:cubicBezTo>
                  <a:cubicBezTo>
                    <a:pt x="1812" y="406"/>
                    <a:pt x="1407" y="0"/>
                    <a:pt x="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66"/>
            <p:cNvSpPr/>
            <p:nvPr/>
          </p:nvSpPr>
          <p:spPr>
            <a:xfrm>
              <a:off x="2242700" y="1032300"/>
              <a:ext cx="45300" cy="45300"/>
            </a:xfrm>
            <a:custGeom>
              <a:rect b="b" l="l" r="r" t="t"/>
              <a:pathLst>
                <a:path extrusionOk="0" h="1812" w="1812">
                  <a:moveTo>
                    <a:pt x="906" y="0"/>
                  </a:moveTo>
                  <a:cubicBezTo>
                    <a:pt x="406" y="0"/>
                    <a:pt x="0" y="406"/>
                    <a:pt x="0" y="906"/>
                  </a:cubicBezTo>
                  <a:cubicBezTo>
                    <a:pt x="0" y="1405"/>
                    <a:pt x="406" y="1811"/>
                    <a:pt x="906" y="1811"/>
                  </a:cubicBezTo>
                  <a:cubicBezTo>
                    <a:pt x="1406" y="1811"/>
                    <a:pt x="1811" y="1405"/>
                    <a:pt x="1811" y="906"/>
                  </a:cubicBezTo>
                  <a:cubicBezTo>
                    <a:pt x="1811" y="406"/>
                    <a:pt x="1406" y="0"/>
                    <a:pt x="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66"/>
            <p:cNvSpPr/>
            <p:nvPr/>
          </p:nvSpPr>
          <p:spPr>
            <a:xfrm>
              <a:off x="2365425" y="1032300"/>
              <a:ext cx="47125" cy="45300"/>
            </a:xfrm>
            <a:custGeom>
              <a:rect b="b" l="l" r="r" t="t"/>
              <a:pathLst>
                <a:path extrusionOk="0" h="1812" w="1885">
                  <a:moveTo>
                    <a:pt x="978" y="0"/>
                  </a:moveTo>
                  <a:cubicBezTo>
                    <a:pt x="611" y="0"/>
                    <a:pt x="281" y="221"/>
                    <a:pt x="140" y="558"/>
                  </a:cubicBezTo>
                  <a:cubicBezTo>
                    <a:pt x="1" y="897"/>
                    <a:pt x="77" y="1288"/>
                    <a:pt x="337" y="1546"/>
                  </a:cubicBezTo>
                  <a:cubicBezTo>
                    <a:pt x="510" y="1720"/>
                    <a:pt x="742" y="1812"/>
                    <a:pt x="978" y="1812"/>
                  </a:cubicBezTo>
                  <a:cubicBezTo>
                    <a:pt x="1095" y="1812"/>
                    <a:pt x="1213" y="1789"/>
                    <a:pt x="1325" y="1743"/>
                  </a:cubicBezTo>
                  <a:cubicBezTo>
                    <a:pt x="1662" y="1602"/>
                    <a:pt x="1884" y="1272"/>
                    <a:pt x="1884" y="906"/>
                  </a:cubicBezTo>
                  <a:cubicBezTo>
                    <a:pt x="1884" y="405"/>
                    <a:pt x="1478" y="0"/>
                    <a:pt x="97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66"/>
            <p:cNvSpPr/>
            <p:nvPr/>
          </p:nvSpPr>
          <p:spPr>
            <a:xfrm>
              <a:off x="2491750" y="1032300"/>
              <a:ext cx="45300" cy="45300"/>
            </a:xfrm>
            <a:custGeom>
              <a:rect b="b" l="l" r="r" t="t"/>
              <a:pathLst>
                <a:path extrusionOk="0" h="1812" w="1812">
                  <a:moveTo>
                    <a:pt x="906" y="0"/>
                  </a:moveTo>
                  <a:cubicBezTo>
                    <a:pt x="405" y="0"/>
                    <a:pt x="1" y="406"/>
                    <a:pt x="1" y="906"/>
                  </a:cubicBezTo>
                  <a:cubicBezTo>
                    <a:pt x="1" y="1405"/>
                    <a:pt x="405" y="1811"/>
                    <a:pt x="906" y="1811"/>
                  </a:cubicBezTo>
                  <a:cubicBezTo>
                    <a:pt x="1406" y="1811"/>
                    <a:pt x="1812" y="1405"/>
                    <a:pt x="1812" y="906"/>
                  </a:cubicBezTo>
                  <a:cubicBezTo>
                    <a:pt x="1812" y="406"/>
                    <a:pt x="1406" y="0"/>
                    <a:pt x="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66"/>
            <p:cNvSpPr/>
            <p:nvPr/>
          </p:nvSpPr>
          <p:spPr>
            <a:xfrm>
              <a:off x="2616275" y="1032300"/>
              <a:ext cx="45300" cy="45300"/>
            </a:xfrm>
            <a:custGeom>
              <a:rect b="b" l="l" r="r" t="t"/>
              <a:pathLst>
                <a:path extrusionOk="0" h="1812" w="1812">
                  <a:moveTo>
                    <a:pt x="906" y="0"/>
                  </a:moveTo>
                  <a:cubicBezTo>
                    <a:pt x="406" y="0"/>
                    <a:pt x="1" y="406"/>
                    <a:pt x="1" y="906"/>
                  </a:cubicBezTo>
                  <a:cubicBezTo>
                    <a:pt x="1" y="1405"/>
                    <a:pt x="406" y="1811"/>
                    <a:pt x="906" y="1811"/>
                  </a:cubicBezTo>
                  <a:cubicBezTo>
                    <a:pt x="1407" y="1811"/>
                    <a:pt x="1812" y="1405"/>
                    <a:pt x="1812" y="906"/>
                  </a:cubicBezTo>
                  <a:cubicBezTo>
                    <a:pt x="1812" y="406"/>
                    <a:pt x="1407" y="0"/>
                    <a:pt x="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66"/>
            <p:cNvSpPr/>
            <p:nvPr/>
          </p:nvSpPr>
          <p:spPr>
            <a:xfrm>
              <a:off x="2740825" y="1032300"/>
              <a:ext cx="45300" cy="45300"/>
            </a:xfrm>
            <a:custGeom>
              <a:rect b="b" l="l" r="r" t="t"/>
              <a:pathLst>
                <a:path extrusionOk="0" h="1812" w="1812">
                  <a:moveTo>
                    <a:pt x="906" y="0"/>
                  </a:moveTo>
                  <a:cubicBezTo>
                    <a:pt x="405" y="0"/>
                    <a:pt x="0" y="406"/>
                    <a:pt x="0" y="906"/>
                  </a:cubicBezTo>
                  <a:cubicBezTo>
                    <a:pt x="0" y="1405"/>
                    <a:pt x="405" y="1811"/>
                    <a:pt x="906" y="1811"/>
                  </a:cubicBezTo>
                  <a:cubicBezTo>
                    <a:pt x="1406" y="1811"/>
                    <a:pt x="1811" y="1405"/>
                    <a:pt x="1811" y="906"/>
                  </a:cubicBezTo>
                  <a:cubicBezTo>
                    <a:pt x="1811" y="406"/>
                    <a:pt x="1406" y="0"/>
                    <a:pt x="90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66"/>
            <p:cNvSpPr/>
            <p:nvPr/>
          </p:nvSpPr>
          <p:spPr>
            <a:xfrm>
              <a:off x="1993625" y="1146225"/>
              <a:ext cx="45300" cy="45300"/>
            </a:xfrm>
            <a:custGeom>
              <a:rect b="b" l="l" r="r" t="t"/>
              <a:pathLst>
                <a:path extrusionOk="0" h="1812" w="1812">
                  <a:moveTo>
                    <a:pt x="906" y="1"/>
                  </a:moveTo>
                  <a:cubicBezTo>
                    <a:pt x="406" y="1"/>
                    <a:pt x="1" y="406"/>
                    <a:pt x="1" y="906"/>
                  </a:cubicBezTo>
                  <a:cubicBezTo>
                    <a:pt x="1" y="1406"/>
                    <a:pt x="406" y="1812"/>
                    <a:pt x="906" y="1812"/>
                  </a:cubicBezTo>
                  <a:cubicBezTo>
                    <a:pt x="1406" y="1812"/>
                    <a:pt x="1812" y="1406"/>
                    <a:pt x="1812" y="906"/>
                  </a:cubicBezTo>
                  <a:cubicBezTo>
                    <a:pt x="1812" y="406"/>
                    <a:pt x="1406" y="1"/>
                    <a:pt x="9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66"/>
            <p:cNvSpPr/>
            <p:nvPr/>
          </p:nvSpPr>
          <p:spPr>
            <a:xfrm>
              <a:off x="2118150" y="1146225"/>
              <a:ext cx="45325" cy="45300"/>
            </a:xfrm>
            <a:custGeom>
              <a:rect b="b" l="l" r="r" t="t"/>
              <a:pathLst>
                <a:path extrusionOk="0" h="1812" w="1813">
                  <a:moveTo>
                    <a:pt x="906" y="1"/>
                  </a:moveTo>
                  <a:cubicBezTo>
                    <a:pt x="406" y="1"/>
                    <a:pt x="0" y="406"/>
                    <a:pt x="0" y="906"/>
                  </a:cubicBezTo>
                  <a:cubicBezTo>
                    <a:pt x="0" y="1406"/>
                    <a:pt x="406" y="1812"/>
                    <a:pt x="906" y="1812"/>
                  </a:cubicBezTo>
                  <a:cubicBezTo>
                    <a:pt x="1407" y="1812"/>
                    <a:pt x="1812" y="1406"/>
                    <a:pt x="1812" y="906"/>
                  </a:cubicBezTo>
                  <a:cubicBezTo>
                    <a:pt x="1812" y="406"/>
                    <a:pt x="1407" y="1"/>
                    <a:pt x="9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66"/>
            <p:cNvSpPr/>
            <p:nvPr/>
          </p:nvSpPr>
          <p:spPr>
            <a:xfrm>
              <a:off x="2242700" y="1146225"/>
              <a:ext cx="45300" cy="45300"/>
            </a:xfrm>
            <a:custGeom>
              <a:rect b="b" l="l" r="r" t="t"/>
              <a:pathLst>
                <a:path extrusionOk="0" h="1812" w="1812">
                  <a:moveTo>
                    <a:pt x="906" y="1"/>
                  </a:moveTo>
                  <a:cubicBezTo>
                    <a:pt x="406" y="1"/>
                    <a:pt x="0" y="406"/>
                    <a:pt x="0" y="906"/>
                  </a:cubicBezTo>
                  <a:cubicBezTo>
                    <a:pt x="0" y="1406"/>
                    <a:pt x="406" y="1812"/>
                    <a:pt x="906" y="1812"/>
                  </a:cubicBezTo>
                  <a:cubicBezTo>
                    <a:pt x="1406" y="1812"/>
                    <a:pt x="1811" y="1406"/>
                    <a:pt x="1811" y="906"/>
                  </a:cubicBezTo>
                  <a:cubicBezTo>
                    <a:pt x="1811" y="406"/>
                    <a:pt x="1406" y="1"/>
                    <a:pt x="9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66"/>
            <p:cNvSpPr/>
            <p:nvPr/>
          </p:nvSpPr>
          <p:spPr>
            <a:xfrm>
              <a:off x="2365425" y="1146200"/>
              <a:ext cx="47125" cy="45325"/>
            </a:xfrm>
            <a:custGeom>
              <a:rect b="b" l="l" r="r" t="t"/>
              <a:pathLst>
                <a:path extrusionOk="0" h="1813" w="1885">
                  <a:moveTo>
                    <a:pt x="978" y="1"/>
                  </a:moveTo>
                  <a:cubicBezTo>
                    <a:pt x="611" y="1"/>
                    <a:pt x="281" y="222"/>
                    <a:pt x="140" y="560"/>
                  </a:cubicBezTo>
                  <a:cubicBezTo>
                    <a:pt x="1" y="899"/>
                    <a:pt x="77" y="1288"/>
                    <a:pt x="337" y="1548"/>
                  </a:cubicBezTo>
                  <a:cubicBezTo>
                    <a:pt x="510" y="1721"/>
                    <a:pt x="742" y="1813"/>
                    <a:pt x="978" y="1813"/>
                  </a:cubicBezTo>
                  <a:cubicBezTo>
                    <a:pt x="1095" y="1813"/>
                    <a:pt x="1213" y="1790"/>
                    <a:pt x="1325" y="1744"/>
                  </a:cubicBezTo>
                  <a:cubicBezTo>
                    <a:pt x="1662" y="1604"/>
                    <a:pt x="1884" y="1273"/>
                    <a:pt x="1884" y="907"/>
                  </a:cubicBezTo>
                  <a:cubicBezTo>
                    <a:pt x="1884" y="407"/>
                    <a:pt x="1478" y="1"/>
                    <a:pt x="9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66"/>
            <p:cNvSpPr/>
            <p:nvPr/>
          </p:nvSpPr>
          <p:spPr>
            <a:xfrm>
              <a:off x="2491750" y="1146225"/>
              <a:ext cx="45300" cy="45300"/>
            </a:xfrm>
            <a:custGeom>
              <a:rect b="b" l="l" r="r" t="t"/>
              <a:pathLst>
                <a:path extrusionOk="0" h="1812" w="1812">
                  <a:moveTo>
                    <a:pt x="906" y="1"/>
                  </a:moveTo>
                  <a:cubicBezTo>
                    <a:pt x="405" y="1"/>
                    <a:pt x="1" y="406"/>
                    <a:pt x="1" y="906"/>
                  </a:cubicBezTo>
                  <a:cubicBezTo>
                    <a:pt x="1" y="1406"/>
                    <a:pt x="405" y="1812"/>
                    <a:pt x="906" y="1812"/>
                  </a:cubicBezTo>
                  <a:cubicBezTo>
                    <a:pt x="1406" y="1812"/>
                    <a:pt x="1812" y="1406"/>
                    <a:pt x="1812" y="906"/>
                  </a:cubicBezTo>
                  <a:cubicBezTo>
                    <a:pt x="1812" y="406"/>
                    <a:pt x="1406" y="1"/>
                    <a:pt x="9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66"/>
            <p:cNvSpPr/>
            <p:nvPr/>
          </p:nvSpPr>
          <p:spPr>
            <a:xfrm>
              <a:off x="2616275" y="1146225"/>
              <a:ext cx="45300" cy="45300"/>
            </a:xfrm>
            <a:custGeom>
              <a:rect b="b" l="l" r="r" t="t"/>
              <a:pathLst>
                <a:path extrusionOk="0" h="1812" w="1812">
                  <a:moveTo>
                    <a:pt x="906" y="1"/>
                  </a:moveTo>
                  <a:cubicBezTo>
                    <a:pt x="406" y="1"/>
                    <a:pt x="1" y="406"/>
                    <a:pt x="1" y="906"/>
                  </a:cubicBezTo>
                  <a:cubicBezTo>
                    <a:pt x="1" y="1406"/>
                    <a:pt x="406" y="1812"/>
                    <a:pt x="906" y="1812"/>
                  </a:cubicBezTo>
                  <a:cubicBezTo>
                    <a:pt x="1407" y="1812"/>
                    <a:pt x="1812" y="1406"/>
                    <a:pt x="1812" y="906"/>
                  </a:cubicBezTo>
                  <a:cubicBezTo>
                    <a:pt x="1812" y="406"/>
                    <a:pt x="1407" y="1"/>
                    <a:pt x="9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66"/>
            <p:cNvSpPr/>
            <p:nvPr/>
          </p:nvSpPr>
          <p:spPr>
            <a:xfrm>
              <a:off x="2740825" y="1146225"/>
              <a:ext cx="45300" cy="45300"/>
            </a:xfrm>
            <a:custGeom>
              <a:rect b="b" l="l" r="r" t="t"/>
              <a:pathLst>
                <a:path extrusionOk="0" h="1812" w="1812">
                  <a:moveTo>
                    <a:pt x="906" y="1"/>
                  </a:moveTo>
                  <a:cubicBezTo>
                    <a:pt x="405" y="1"/>
                    <a:pt x="0" y="406"/>
                    <a:pt x="0" y="906"/>
                  </a:cubicBezTo>
                  <a:cubicBezTo>
                    <a:pt x="0" y="1406"/>
                    <a:pt x="405" y="1812"/>
                    <a:pt x="906" y="1812"/>
                  </a:cubicBezTo>
                  <a:cubicBezTo>
                    <a:pt x="1406" y="1812"/>
                    <a:pt x="1811" y="1406"/>
                    <a:pt x="1811" y="906"/>
                  </a:cubicBezTo>
                  <a:cubicBezTo>
                    <a:pt x="1811" y="406"/>
                    <a:pt x="1406" y="1"/>
                    <a:pt x="90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66"/>
            <p:cNvSpPr/>
            <p:nvPr/>
          </p:nvSpPr>
          <p:spPr>
            <a:xfrm>
              <a:off x="1991825" y="1260150"/>
              <a:ext cx="47100" cy="45325"/>
            </a:xfrm>
            <a:custGeom>
              <a:rect b="b" l="l" r="r" t="t"/>
              <a:pathLst>
                <a:path extrusionOk="0" h="1813" w="1884">
                  <a:moveTo>
                    <a:pt x="978" y="1"/>
                  </a:moveTo>
                  <a:cubicBezTo>
                    <a:pt x="611" y="1"/>
                    <a:pt x="281" y="221"/>
                    <a:pt x="141" y="560"/>
                  </a:cubicBezTo>
                  <a:cubicBezTo>
                    <a:pt x="0" y="899"/>
                    <a:pt x="78" y="1288"/>
                    <a:pt x="338" y="1548"/>
                  </a:cubicBezTo>
                  <a:cubicBezTo>
                    <a:pt x="511" y="1721"/>
                    <a:pt x="742" y="1813"/>
                    <a:pt x="978" y="1813"/>
                  </a:cubicBezTo>
                  <a:cubicBezTo>
                    <a:pt x="1094" y="1813"/>
                    <a:pt x="1212" y="1790"/>
                    <a:pt x="1324" y="1743"/>
                  </a:cubicBezTo>
                  <a:cubicBezTo>
                    <a:pt x="1663" y="1603"/>
                    <a:pt x="1884" y="1273"/>
                    <a:pt x="1884" y="906"/>
                  </a:cubicBezTo>
                  <a:cubicBezTo>
                    <a:pt x="1884" y="406"/>
                    <a:pt x="1478" y="1"/>
                    <a:pt x="9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66"/>
            <p:cNvSpPr/>
            <p:nvPr/>
          </p:nvSpPr>
          <p:spPr>
            <a:xfrm>
              <a:off x="2116375" y="1260150"/>
              <a:ext cx="47100" cy="45325"/>
            </a:xfrm>
            <a:custGeom>
              <a:rect b="b" l="l" r="r" t="t"/>
              <a:pathLst>
                <a:path extrusionOk="0" h="1813" w="1884">
                  <a:moveTo>
                    <a:pt x="977" y="1"/>
                  </a:moveTo>
                  <a:cubicBezTo>
                    <a:pt x="611" y="1"/>
                    <a:pt x="280" y="221"/>
                    <a:pt x="141" y="560"/>
                  </a:cubicBezTo>
                  <a:cubicBezTo>
                    <a:pt x="0" y="899"/>
                    <a:pt x="78" y="1288"/>
                    <a:pt x="336" y="1548"/>
                  </a:cubicBezTo>
                  <a:cubicBezTo>
                    <a:pt x="510" y="1721"/>
                    <a:pt x="742" y="1813"/>
                    <a:pt x="977" y="1813"/>
                  </a:cubicBezTo>
                  <a:cubicBezTo>
                    <a:pt x="1094" y="1813"/>
                    <a:pt x="1212" y="1790"/>
                    <a:pt x="1324" y="1743"/>
                  </a:cubicBezTo>
                  <a:cubicBezTo>
                    <a:pt x="1663" y="1603"/>
                    <a:pt x="1883" y="1273"/>
                    <a:pt x="1883" y="906"/>
                  </a:cubicBezTo>
                  <a:cubicBezTo>
                    <a:pt x="1883" y="406"/>
                    <a:pt x="1478" y="1"/>
                    <a:pt x="9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66"/>
            <p:cNvSpPr/>
            <p:nvPr/>
          </p:nvSpPr>
          <p:spPr>
            <a:xfrm>
              <a:off x="2240875" y="1260150"/>
              <a:ext cx="47125" cy="45325"/>
            </a:xfrm>
            <a:custGeom>
              <a:rect b="b" l="l" r="r" t="t"/>
              <a:pathLst>
                <a:path extrusionOk="0" h="1813" w="1885">
                  <a:moveTo>
                    <a:pt x="979" y="1"/>
                  </a:moveTo>
                  <a:cubicBezTo>
                    <a:pt x="612" y="1"/>
                    <a:pt x="282" y="221"/>
                    <a:pt x="141" y="560"/>
                  </a:cubicBezTo>
                  <a:cubicBezTo>
                    <a:pt x="1" y="899"/>
                    <a:pt x="79" y="1288"/>
                    <a:pt x="337" y="1548"/>
                  </a:cubicBezTo>
                  <a:cubicBezTo>
                    <a:pt x="511" y="1721"/>
                    <a:pt x="743" y="1813"/>
                    <a:pt x="978" y="1813"/>
                  </a:cubicBezTo>
                  <a:cubicBezTo>
                    <a:pt x="1095" y="1813"/>
                    <a:pt x="1213" y="1790"/>
                    <a:pt x="1325" y="1743"/>
                  </a:cubicBezTo>
                  <a:cubicBezTo>
                    <a:pt x="1664" y="1603"/>
                    <a:pt x="1884" y="1273"/>
                    <a:pt x="1884" y="906"/>
                  </a:cubicBezTo>
                  <a:cubicBezTo>
                    <a:pt x="1884" y="406"/>
                    <a:pt x="1479" y="1"/>
                    <a:pt x="97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66"/>
            <p:cNvSpPr/>
            <p:nvPr/>
          </p:nvSpPr>
          <p:spPr>
            <a:xfrm>
              <a:off x="2365425" y="1260150"/>
              <a:ext cx="47125" cy="45325"/>
            </a:xfrm>
            <a:custGeom>
              <a:rect b="b" l="l" r="r" t="t"/>
              <a:pathLst>
                <a:path extrusionOk="0" h="1813" w="1885">
                  <a:moveTo>
                    <a:pt x="978" y="1"/>
                  </a:moveTo>
                  <a:cubicBezTo>
                    <a:pt x="611" y="1"/>
                    <a:pt x="281" y="221"/>
                    <a:pt x="140" y="560"/>
                  </a:cubicBezTo>
                  <a:cubicBezTo>
                    <a:pt x="1" y="899"/>
                    <a:pt x="77" y="1288"/>
                    <a:pt x="337" y="1548"/>
                  </a:cubicBezTo>
                  <a:cubicBezTo>
                    <a:pt x="510" y="1721"/>
                    <a:pt x="742" y="1813"/>
                    <a:pt x="978" y="1813"/>
                  </a:cubicBezTo>
                  <a:cubicBezTo>
                    <a:pt x="1095" y="1813"/>
                    <a:pt x="1213" y="1790"/>
                    <a:pt x="1325" y="1743"/>
                  </a:cubicBezTo>
                  <a:cubicBezTo>
                    <a:pt x="1662" y="1603"/>
                    <a:pt x="1884" y="1273"/>
                    <a:pt x="1884" y="906"/>
                  </a:cubicBezTo>
                  <a:cubicBezTo>
                    <a:pt x="1884" y="406"/>
                    <a:pt x="1478" y="1"/>
                    <a:pt x="9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66"/>
            <p:cNvSpPr/>
            <p:nvPr/>
          </p:nvSpPr>
          <p:spPr>
            <a:xfrm>
              <a:off x="2489950" y="1260150"/>
              <a:ext cx="47100" cy="45325"/>
            </a:xfrm>
            <a:custGeom>
              <a:rect b="b" l="l" r="r" t="t"/>
              <a:pathLst>
                <a:path extrusionOk="0" h="1813" w="1884">
                  <a:moveTo>
                    <a:pt x="978" y="1"/>
                  </a:moveTo>
                  <a:cubicBezTo>
                    <a:pt x="612" y="1"/>
                    <a:pt x="281" y="221"/>
                    <a:pt x="141" y="560"/>
                  </a:cubicBezTo>
                  <a:cubicBezTo>
                    <a:pt x="0" y="899"/>
                    <a:pt x="78" y="1288"/>
                    <a:pt x="337" y="1548"/>
                  </a:cubicBezTo>
                  <a:cubicBezTo>
                    <a:pt x="510" y="1721"/>
                    <a:pt x="742" y="1813"/>
                    <a:pt x="978" y="1813"/>
                  </a:cubicBezTo>
                  <a:cubicBezTo>
                    <a:pt x="1095" y="1813"/>
                    <a:pt x="1212" y="1790"/>
                    <a:pt x="1325" y="1743"/>
                  </a:cubicBezTo>
                  <a:cubicBezTo>
                    <a:pt x="1663" y="1603"/>
                    <a:pt x="1884" y="1273"/>
                    <a:pt x="1884" y="906"/>
                  </a:cubicBezTo>
                  <a:cubicBezTo>
                    <a:pt x="1884" y="406"/>
                    <a:pt x="1478" y="1"/>
                    <a:pt x="9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66"/>
            <p:cNvSpPr/>
            <p:nvPr/>
          </p:nvSpPr>
          <p:spPr>
            <a:xfrm>
              <a:off x="2614500" y="1260150"/>
              <a:ext cx="47075" cy="45325"/>
            </a:xfrm>
            <a:custGeom>
              <a:rect b="b" l="l" r="r" t="t"/>
              <a:pathLst>
                <a:path extrusionOk="0" h="1813" w="1883">
                  <a:moveTo>
                    <a:pt x="977" y="1"/>
                  </a:moveTo>
                  <a:cubicBezTo>
                    <a:pt x="610" y="1"/>
                    <a:pt x="280" y="221"/>
                    <a:pt x="140" y="560"/>
                  </a:cubicBezTo>
                  <a:cubicBezTo>
                    <a:pt x="0" y="899"/>
                    <a:pt x="77" y="1288"/>
                    <a:pt x="337" y="1548"/>
                  </a:cubicBezTo>
                  <a:cubicBezTo>
                    <a:pt x="510" y="1721"/>
                    <a:pt x="741" y="1813"/>
                    <a:pt x="977" y="1813"/>
                  </a:cubicBezTo>
                  <a:cubicBezTo>
                    <a:pt x="1093" y="1813"/>
                    <a:pt x="1211" y="1790"/>
                    <a:pt x="1323" y="1743"/>
                  </a:cubicBezTo>
                  <a:cubicBezTo>
                    <a:pt x="1662" y="1603"/>
                    <a:pt x="1883" y="1273"/>
                    <a:pt x="1883" y="906"/>
                  </a:cubicBezTo>
                  <a:cubicBezTo>
                    <a:pt x="1883" y="406"/>
                    <a:pt x="1477" y="1"/>
                    <a:pt x="9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66"/>
            <p:cNvSpPr/>
            <p:nvPr/>
          </p:nvSpPr>
          <p:spPr>
            <a:xfrm>
              <a:off x="2739025" y="1260150"/>
              <a:ext cx="47100" cy="45325"/>
            </a:xfrm>
            <a:custGeom>
              <a:rect b="b" l="l" r="r" t="t"/>
              <a:pathLst>
                <a:path extrusionOk="0" h="1813" w="1884">
                  <a:moveTo>
                    <a:pt x="977" y="1"/>
                  </a:moveTo>
                  <a:cubicBezTo>
                    <a:pt x="611" y="1"/>
                    <a:pt x="280" y="221"/>
                    <a:pt x="141" y="560"/>
                  </a:cubicBezTo>
                  <a:cubicBezTo>
                    <a:pt x="0" y="899"/>
                    <a:pt x="78" y="1288"/>
                    <a:pt x="336" y="1548"/>
                  </a:cubicBezTo>
                  <a:cubicBezTo>
                    <a:pt x="510" y="1721"/>
                    <a:pt x="742" y="1813"/>
                    <a:pt x="977" y="1813"/>
                  </a:cubicBezTo>
                  <a:cubicBezTo>
                    <a:pt x="1094" y="1813"/>
                    <a:pt x="1212" y="1790"/>
                    <a:pt x="1324" y="1743"/>
                  </a:cubicBezTo>
                  <a:cubicBezTo>
                    <a:pt x="1663" y="1603"/>
                    <a:pt x="1883" y="1273"/>
                    <a:pt x="1883" y="906"/>
                  </a:cubicBezTo>
                  <a:cubicBezTo>
                    <a:pt x="1883" y="406"/>
                    <a:pt x="1478" y="1"/>
                    <a:pt x="9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66"/>
            <p:cNvSpPr/>
            <p:nvPr/>
          </p:nvSpPr>
          <p:spPr>
            <a:xfrm>
              <a:off x="1991825" y="1374100"/>
              <a:ext cx="47100" cy="45300"/>
            </a:xfrm>
            <a:custGeom>
              <a:rect b="b" l="l" r="r" t="t"/>
              <a:pathLst>
                <a:path extrusionOk="0" h="1812" w="1884">
                  <a:moveTo>
                    <a:pt x="978" y="0"/>
                  </a:moveTo>
                  <a:cubicBezTo>
                    <a:pt x="611" y="0"/>
                    <a:pt x="281" y="221"/>
                    <a:pt x="141" y="559"/>
                  </a:cubicBezTo>
                  <a:cubicBezTo>
                    <a:pt x="0" y="897"/>
                    <a:pt x="78" y="1288"/>
                    <a:pt x="338" y="1546"/>
                  </a:cubicBezTo>
                  <a:cubicBezTo>
                    <a:pt x="511" y="1720"/>
                    <a:pt x="742" y="1812"/>
                    <a:pt x="978" y="1812"/>
                  </a:cubicBezTo>
                  <a:cubicBezTo>
                    <a:pt x="1095" y="1812"/>
                    <a:pt x="1212" y="1789"/>
                    <a:pt x="1324" y="1743"/>
                  </a:cubicBezTo>
                  <a:cubicBezTo>
                    <a:pt x="1663" y="1603"/>
                    <a:pt x="1884" y="1273"/>
                    <a:pt x="1884" y="906"/>
                  </a:cubicBezTo>
                  <a:cubicBezTo>
                    <a:pt x="1884" y="405"/>
                    <a:pt x="1478" y="0"/>
                    <a:pt x="97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66"/>
            <p:cNvSpPr/>
            <p:nvPr/>
          </p:nvSpPr>
          <p:spPr>
            <a:xfrm>
              <a:off x="2116375" y="1374100"/>
              <a:ext cx="47100" cy="45300"/>
            </a:xfrm>
            <a:custGeom>
              <a:rect b="b" l="l" r="r" t="t"/>
              <a:pathLst>
                <a:path extrusionOk="0" h="1812" w="1884">
                  <a:moveTo>
                    <a:pt x="977" y="0"/>
                  </a:moveTo>
                  <a:cubicBezTo>
                    <a:pt x="611" y="0"/>
                    <a:pt x="280" y="221"/>
                    <a:pt x="141" y="559"/>
                  </a:cubicBezTo>
                  <a:cubicBezTo>
                    <a:pt x="0" y="897"/>
                    <a:pt x="78" y="1288"/>
                    <a:pt x="336" y="1546"/>
                  </a:cubicBezTo>
                  <a:cubicBezTo>
                    <a:pt x="510" y="1720"/>
                    <a:pt x="742" y="1812"/>
                    <a:pt x="978" y="1812"/>
                  </a:cubicBezTo>
                  <a:cubicBezTo>
                    <a:pt x="1094" y="1812"/>
                    <a:pt x="1212" y="1789"/>
                    <a:pt x="1324" y="1743"/>
                  </a:cubicBezTo>
                  <a:cubicBezTo>
                    <a:pt x="1663" y="1603"/>
                    <a:pt x="1883" y="1273"/>
                    <a:pt x="1883" y="906"/>
                  </a:cubicBezTo>
                  <a:cubicBezTo>
                    <a:pt x="1883" y="405"/>
                    <a:pt x="1478" y="0"/>
                    <a:pt x="9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66"/>
            <p:cNvSpPr/>
            <p:nvPr/>
          </p:nvSpPr>
          <p:spPr>
            <a:xfrm>
              <a:off x="2240875" y="1374100"/>
              <a:ext cx="47125" cy="45300"/>
            </a:xfrm>
            <a:custGeom>
              <a:rect b="b" l="l" r="r" t="t"/>
              <a:pathLst>
                <a:path extrusionOk="0" h="1812" w="1885">
                  <a:moveTo>
                    <a:pt x="979" y="0"/>
                  </a:moveTo>
                  <a:cubicBezTo>
                    <a:pt x="612" y="0"/>
                    <a:pt x="282" y="221"/>
                    <a:pt x="141" y="559"/>
                  </a:cubicBezTo>
                  <a:cubicBezTo>
                    <a:pt x="1" y="897"/>
                    <a:pt x="79" y="1288"/>
                    <a:pt x="337" y="1546"/>
                  </a:cubicBezTo>
                  <a:cubicBezTo>
                    <a:pt x="511" y="1720"/>
                    <a:pt x="743" y="1812"/>
                    <a:pt x="979" y="1812"/>
                  </a:cubicBezTo>
                  <a:cubicBezTo>
                    <a:pt x="1095" y="1812"/>
                    <a:pt x="1213" y="1789"/>
                    <a:pt x="1325" y="1743"/>
                  </a:cubicBezTo>
                  <a:cubicBezTo>
                    <a:pt x="1664" y="1603"/>
                    <a:pt x="1884" y="1273"/>
                    <a:pt x="1884" y="906"/>
                  </a:cubicBezTo>
                  <a:cubicBezTo>
                    <a:pt x="1884" y="405"/>
                    <a:pt x="1479" y="0"/>
                    <a:pt x="9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66"/>
            <p:cNvSpPr/>
            <p:nvPr/>
          </p:nvSpPr>
          <p:spPr>
            <a:xfrm>
              <a:off x="2365425" y="1374100"/>
              <a:ext cx="47125" cy="45300"/>
            </a:xfrm>
            <a:custGeom>
              <a:rect b="b" l="l" r="r" t="t"/>
              <a:pathLst>
                <a:path extrusionOk="0" h="1812" w="1885">
                  <a:moveTo>
                    <a:pt x="978" y="0"/>
                  </a:moveTo>
                  <a:cubicBezTo>
                    <a:pt x="611" y="0"/>
                    <a:pt x="281" y="221"/>
                    <a:pt x="140" y="559"/>
                  </a:cubicBezTo>
                  <a:cubicBezTo>
                    <a:pt x="1" y="897"/>
                    <a:pt x="77" y="1288"/>
                    <a:pt x="337" y="1546"/>
                  </a:cubicBezTo>
                  <a:cubicBezTo>
                    <a:pt x="510" y="1720"/>
                    <a:pt x="742" y="1812"/>
                    <a:pt x="978" y="1812"/>
                  </a:cubicBezTo>
                  <a:cubicBezTo>
                    <a:pt x="1095" y="1812"/>
                    <a:pt x="1213" y="1789"/>
                    <a:pt x="1325" y="1743"/>
                  </a:cubicBezTo>
                  <a:cubicBezTo>
                    <a:pt x="1662" y="1603"/>
                    <a:pt x="1884" y="1273"/>
                    <a:pt x="1884" y="906"/>
                  </a:cubicBezTo>
                  <a:cubicBezTo>
                    <a:pt x="1884" y="405"/>
                    <a:pt x="1478" y="0"/>
                    <a:pt x="97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66"/>
            <p:cNvSpPr/>
            <p:nvPr/>
          </p:nvSpPr>
          <p:spPr>
            <a:xfrm>
              <a:off x="2489950" y="1374100"/>
              <a:ext cx="47100" cy="45300"/>
            </a:xfrm>
            <a:custGeom>
              <a:rect b="b" l="l" r="r" t="t"/>
              <a:pathLst>
                <a:path extrusionOk="0" h="1812" w="1884">
                  <a:moveTo>
                    <a:pt x="978" y="0"/>
                  </a:moveTo>
                  <a:cubicBezTo>
                    <a:pt x="612" y="0"/>
                    <a:pt x="281" y="221"/>
                    <a:pt x="141" y="559"/>
                  </a:cubicBezTo>
                  <a:cubicBezTo>
                    <a:pt x="0" y="897"/>
                    <a:pt x="78" y="1288"/>
                    <a:pt x="337" y="1546"/>
                  </a:cubicBezTo>
                  <a:cubicBezTo>
                    <a:pt x="511" y="1720"/>
                    <a:pt x="742" y="1812"/>
                    <a:pt x="978" y="1812"/>
                  </a:cubicBezTo>
                  <a:cubicBezTo>
                    <a:pt x="1095" y="1812"/>
                    <a:pt x="1212" y="1789"/>
                    <a:pt x="1325" y="1743"/>
                  </a:cubicBezTo>
                  <a:cubicBezTo>
                    <a:pt x="1663" y="1603"/>
                    <a:pt x="1884" y="1273"/>
                    <a:pt x="1884" y="906"/>
                  </a:cubicBezTo>
                  <a:cubicBezTo>
                    <a:pt x="1884" y="405"/>
                    <a:pt x="1478" y="0"/>
                    <a:pt x="97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66"/>
            <p:cNvSpPr/>
            <p:nvPr/>
          </p:nvSpPr>
          <p:spPr>
            <a:xfrm>
              <a:off x="2614500" y="1374100"/>
              <a:ext cx="47075" cy="45300"/>
            </a:xfrm>
            <a:custGeom>
              <a:rect b="b" l="l" r="r" t="t"/>
              <a:pathLst>
                <a:path extrusionOk="0" h="1812" w="1883">
                  <a:moveTo>
                    <a:pt x="977" y="0"/>
                  </a:moveTo>
                  <a:cubicBezTo>
                    <a:pt x="610" y="0"/>
                    <a:pt x="280" y="221"/>
                    <a:pt x="140" y="559"/>
                  </a:cubicBezTo>
                  <a:cubicBezTo>
                    <a:pt x="0" y="897"/>
                    <a:pt x="77" y="1288"/>
                    <a:pt x="337" y="1546"/>
                  </a:cubicBezTo>
                  <a:cubicBezTo>
                    <a:pt x="510" y="1720"/>
                    <a:pt x="741" y="1812"/>
                    <a:pt x="977" y="1812"/>
                  </a:cubicBezTo>
                  <a:cubicBezTo>
                    <a:pt x="1094" y="1812"/>
                    <a:pt x="1211" y="1789"/>
                    <a:pt x="1323" y="1743"/>
                  </a:cubicBezTo>
                  <a:cubicBezTo>
                    <a:pt x="1662" y="1603"/>
                    <a:pt x="1883" y="1273"/>
                    <a:pt x="1883" y="906"/>
                  </a:cubicBezTo>
                  <a:cubicBezTo>
                    <a:pt x="1883" y="405"/>
                    <a:pt x="1477" y="0"/>
                    <a:pt x="9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66"/>
            <p:cNvSpPr/>
            <p:nvPr/>
          </p:nvSpPr>
          <p:spPr>
            <a:xfrm>
              <a:off x="2739025" y="1374100"/>
              <a:ext cx="47100" cy="45300"/>
            </a:xfrm>
            <a:custGeom>
              <a:rect b="b" l="l" r="r" t="t"/>
              <a:pathLst>
                <a:path extrusionOk="0" h="1812" w="1884">
                  <a:moveTo>
                    <a:pt x="977" y="0"/>
                  </a:moveTo>
                  <a:cubicBezTo>
                    <a:pt x="611" y="0"/>
                    <a:pt x="280" y="221"/>
                    <a:pt x="141" y="559"/>
                  </a:cubicBezTo>
                  <a:cubicBezTo>
                    <a:pt x="0" y="897"/>
                    <a:pt x="78" y="1288"/>
                    <a:pt x="336" y="1546"/>
                  </a:cubicBezTo>
                  <a:cubicBezTo>
                    <a:pt x="510" y="1720"/>
                    <a:pt x="742" y="1812"/>
                    <a:pt x="978" y="1812"/>
                  </a:cubicBezTo>
                  <a:cubicBezTo>
                    <a:pt x="1094" y="1812"/>
                    <a:pt x="1212" y="1789"/>
                    <a:pt x="1324" y="1743"/>
                  </a:cubicBezTo>
                  <a:cubicBezTo>
                    <a:pt x="1663" y="1603"/>
                    <a:pt x="1883" y="1273"/>
                    <a:pt x="1883" y="906"/>
                  </a:cubicBezTo>
                  <a:cubicBezTo>
                    <a:pt x="1883" y="405"/>
                    <a:pt x="1478" y="0"/>
                    <a:pt x="9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66"/>
            <p:cNvSpPr/>
            <p:nvPr/>
          </p:nvSpPr>
          <p:spPr>
            <a:xfrm>
              <a:off x="1991825" y="1488025"/>
              <a:ext cx="47100" cy="45325"/>
            </a:xfrm>
            <a:custGeom>
              <a:rect b="b" l="l" r="r" t="t"/>
              <a:pathLst>
                <a:path extrusionOk="0" h="1813" w="1884">
                  <a:moveTo>
                    <a:pt x="978" y="0"/>
                  </a:moveTo>
                  <a:cubicBezTo>
                    <a:pt x="611" y="0"/>
                    <a:pt x="281" y="221"/>
                    <a:pt x="141" y="559"/>
                  </a:cubicBezTo>
                  <a:cubicBezTo>
                    <a:pt x="0" y="898"/>
                    <a:pt x="78" y="1287"/>
                    <a:pt x="338" y="1547"/>
                  </a:cubicBezTo>
                  <a:cubicBezTo>
                    <a:pt x="511" y="1720"/>
                    <a:pt x="742" y="1812"/>
                    <a:pt x="978" y="1812"/>
                  </a:cubicBezTo>
                  <a:cubicBezTo>
                    <a:pt x="1094" y="1812"/>
                    <a:pt x="1212" y="1790"/>
                    <a:pt x="1324" y="1743"/>
                  </a:cubicBezTo>
                  <a:cubicBezTo>
                    <a:pt x="1663" y="1603"/>
                    <a:pt x="1884" y="1272"/>
                    <a:pt x="1884" y="907"/>
                  </a:cubicBezTo>
                  <a:cubicBezTo>
                    <a:pt x="1884" y="406"/>
                    <a:pt x="1478" y="0"/>
                    <a:pt x="97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66"/>
            <p:cNvSpPr/>
            <p:nvPr/>
          </p:nvSpPr>
          <p:spPr>
            <a:xfrm>
              <a:off x="2116375" y="1488025"/>
              <a:ext cx="47100" cy="45325"/>
            </a:xfrm>
            <a:custGeom>
              <a:rect b="b" l="l" r="r" t="t"/>
              <a:pathLst>
                <a:path extrusionOk="0" h="1813" w="1884">
                  <a:moveTo>
                    <a:pt x="977" y="0"/>
                  </a:moveTo>
                  <a:cubicBezTo>
                    <a:pt x="611" y="0"/>
                    <a:pt x="280" y="221"/>
                    <a:pt x="141" y="559"/>
                  </a:cubicBezTo>
                  <a:cubicBezTo>
                    <a:pt x="0" y="898"/>
                    <a:pt x="78" y="1287"/>
                    <a:pt x="336" y="1547"/>
                  </a:cubicBezTo>
                  <a:cubicBezTo>
                    <a:pt x="510" y="1720"/>
                    <a:pt x="742" y="1812"/>
                    <a:pt x="977" y="1812"/>
                  </a:cubicBezTo>
                  <a:cubicBezTo>
                    <a:pt x="1094" y="1812"/>
                    <a:pt x="1212" y="1790"/>
                    <a:pt x="1324" y="1743"/>
                  </a:cubicBezTo>
                  <a:cubicBezTo>
                    <a:pt x="1663" y="1603"/>
                    <a:pt x="1883" y="1272"/>
                    <a:pt x="1883" y="907"/>
                  </a:cubicBezTo>
                  <a:cubicBezTo>
                    <a:pt x="1883" y="406"/>
                    <a:pt x="1478" y="0"/>
                    <a:pt x="9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66"/>
            <p:cNvSpPr/>
            <p:nvPr/>
          </p:nvSpPr>
          <p:spPr>
            <a:xfrm>
              <a:off x="2240875" y="1488025"/>
              <a:ext cx="47125" cy="45325"/>
            </a:xfrm>
            <a:custGeom>
              <a:rect b="b" l="l" r="r" t="t"/>
              <a:pathLst>
                <a:path extrusionOk="0" h="1813" w="1885">
                  <a:moveTo>
                    <a:pt x="979" y="0"/>
                  </a:moveTo>
                  <a:cubicBezTo>
                    <a:pt x="612" y="0"/>
                    <a:pt x="282" y="221"/>
                    <a:pt x="141" y="559"/>
                  </a:cubicBezTo>
                  <a:cubicBezTo>
                    <a:pt x="1" y="898"/>
                    <a:pt x="79" y="1287"/>
                    <a:pt x="337" y="1547"/>
                  </a:cubicBezTo>
                  <a:cubicBezTo>
                    <a:pt x="511" y="1720"/>
                    <a:pt x="743" y="1812"/>
                    <a:pt x="978" y="1812"/>
                  </a:cubicBezTo>
                  <a:cubicBezTo>
                    <a:pt x="1095" y="1812"/>
                    <a:pt x="1213" y="1790"/>
                    <a:pt x="1325" y="1743"/>
                  </a:cubicBezTo>
                  <a:cubicBezTo>
                    <a:pt x="1664" y="1603"/>
                    <a:pt x="1884" y="1272"/>
                    <a:pt x="1884" y="907"/>
                  </a:cubicBezTo>
                  <a:cubicBezTo>
                    <a:pt x="1884" y="406"/>
                    <a:pt x="1479" y="0"/>
                    <a:pt x="97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66"/>
            <p:cNvSpPr/>
            <p:nvPr/>
          </p:nvSpPr>
          <p:spPr>
            <a:xfrm>
              <a:off x="2365425" y="1488025"/>
              <a:ext cx="47125" cy="45325"/>
            </a:xfrm>
            <a:custGeom>
              <a:rect b="b" l="l" r="r" t="t"/>
              <a:pathLst>
                <a:path extrusionOk="0" h="1813" w="1885">
                  <a:moveTo>
                    <a:pt x="978" y="0"/>
                  </a:moveTo>
                  <a:cubicBezTo>
                    <a:pt x="611" y="0"/>
                    <a:pt x="281" y="221"/>
                    <a:pt x="140" y="559"/>
                  </a:cubicBezTo>
                  <a:cubicBezTo>
                    <a:pt x="1" y="898"/>
                    <a:pt x="77" y="1287"/>
                    <a:pt x="337" y="1547"/>
                  </a:cubicBezTo>
                  <a:cubicBezTo>
                    <a:pt x="510" y="1720"/>
                    <a:pt x="742" y="1812"/>
                    <a:pt x="978" y="1812"/>
                  </a:cubicBezTo>
                  <a:cubicBezTo>
                    <a:pt x="1095" y="1812"/>
                    <a:pt x="1213" y="1790"/>
                    <a:pt x="1325" y="1743"/>
                  </a:cubicBezTo>
                  <a:cubicBezTo>
                    <a:pt x="1662" y="1603"/>
                    <a:pt x="1884" y="1272"/>
                    <a:pt x="1884" y="907"/>
                  </a:cubicBezTo>
                  <a:cubicBezTo>
                    <a:pt x="1884" y="406"/>
                    <a:pt x="1478" y="0"/>
                    <a:pt x="97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66"/>
            <p:cNvSpPr/>
            <p:nvPr/>
          </p:nvSpPr>
          <p:spPr>
            <a:xfrm>
              <a:off x="2489950" y="1488025"/>
              <a:ext cx="47100" cy="45325"/>
            </a:xfrm>
            <a:custGeom>
              <a:rect b="b" l="l" r="r" t="t"/>
              <a:pathLst>
                <a:path extrusionOk="0" h="1813" w="1884">
                  <a:moveTo>
                    <a:pt x="978" y="0"/>
                  </a:moveTo>
                  <a:cubicBezTo>
                    <a:pt x="612" y="0"/>
                    <a:pt x="281" y="221"/>
                    <a:pt x="141" y="559"/>
                  </a:cubicBezTo>
                  <a:cubicBezTo>
                    <a:pt x="0" y="898"/>
                    <a:pt x="78" y="1287"/>
                    <a:pt x="337" y="1547"/>
                  </a:cubicBezTo>
                  <a:cubicBezTo>
                    <a:pt x="510" y="1720"/>
                    <a:pt x="742" y="1812"/>
                    <a:pt x="978" y="1812"/>
                  </a:cubicBezTo>
                  <a:cubicBezTo>
                    <a:pt x="1095" y="1812"/>
                    <a:pt x="1212" y="1790"/>
                    <a:pt x="1325" y="1743"/>
                  </a:cubicBezTo>
                  <a:cubicBezTo>
                    <a:pt x="1663" y="1603"/>
                    <a:pt x="1884" y="1272"/>
                    <a:pt x="1884" y="907"/>
                  </a:cubicBezTo>
                  <a:cubicBezTo>
                    <a:pt x="1884" y="406"/>
                    <a:pt x="1478" y="0"/>
                    <a:pt x="97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66"/>
            <p:cNvSpPr/>
            <p:nvPr/>
          </p:nvSpPr>
          <p:spPr>
            <a:xfrm>
              <a:off x="2614500" y="1488025"/>
              <a:ext cx="47075" cy="45325"/>
            </a:xfrm>
            <a:custGeom>
              <a:rect b="b" l="l" r="r" t="t"/>
              <a:pathLst>
                <a:path extrusionOk="0" h="1813" w="1883">
                  <a:moveTo>
                    <a:pt x="977" y="0"/>
                  </a:moveTo>
                  <a:cubicBezTo>
                    <a:pt x="610" y="0"/>
                    <a:pt x="280" y="221"/>
                    <a:pt x="140" y="559"/>
                  </a:cubicBezTo>
                  <a:cubicBezTo>
                    <a:pt x="0" y="898"/>
                    <a:pt x="77" y="1287"/>
                    <a:pt x="337" y="1547"/>
                  </a:cubicBezTo>
                  <a:cubicBezTo>
                    <a:pt x="510" y="1720"/>
                    <a:pt x="741" y="1812"/>
                    <a:pt x="977" y="1812"/>
                  </a:cubicBezTo>
                  <a:cubicBezTo>
                    <a:pt x="1093" y="1812"/>
                    <a:pt x="1211" y="1790"/>
                    <a:pt x="1323" y="1743"/>
                  </a:cubicBezTo>
                  <a:cubicBezTo>
                    <a:pt x="1662" y="1603"/>
                    <a:pt x="1883" y="1272"/>
                    <a:pt x="1883" y="907"/>
                  </a:cubicBezTo>
                  <a:cubicBezTo>
                    <a:pt x="1883" y="406"/>
                    <a:pt x="1477" y="0"/>
                    <a:pt x="9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66"/>
            <p:cNvSpPr/>
            <p:nvPr/>
          </p:nvSpPr>
          <p:spPr>
            <a:xfrm>
              <a:off x="2739025" y="1488025"/>
              <a:ext cx="47100" cy="45325"/>
            </a:xfrm>
            <a:custGeom>
              <a:rect b="b" l="l" r="r" t="t"/>
              <a:pathLst>
                <a:path extrusionOk="0" h="1813" w="1884">
                  <a:moveTo>
                    <a:pt x="977" y="0"/>
                  </a:moveTo>
                  <a:cubicBezTo>
                    <a:pt x="611" y="0"/>
                    <a:pt x="280" y="221"/>
                    <a:pt x="141" y="559"/>
                  </a:cubicBezTo>
                  <a:cubicBezTo>
                    <a:pt x="0" y="898"/>
                    <a:pt x="78" y="1287"/>
                    <a:pt x="336" y="1547"/>
                  </a:cubicBezTo>
                  <a:cubicBezTo>
                    <a:pt x="510" y="1720"/>
                    <a:pt x="742" y="1812"/>
                    <a:pt x="977" y="1812"/>
                  </a:cubicBezTo>
                  <a:cubicBezTo>
                    <a:pt x="1094" y="1812"/>
                    <a:pt x="1212" y="1790"/>
                    <a:pt x="1324" y="1743"/>
                  </a:cubicBezTo>
                  <a:cubicBezTo>
                    <a:pt x="1663" y="1603"/>
                    <a:pt x="1883" y="1272"/>
                    <a:pt x="1883" y="907"/>
                  </a:cubicBezTo>
                  <a:cubicBezTo>
                    <a:pt x="1883" y="406"/>
                    <a:pt x="1478" y="0"/>
                    <a:pt x="97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66"/>
            <p:cNvSpPr/>
            <p:nvPr/>
          </p:nvSpPr>
          <p:spPr>
            <a:xfrm>
              <a:off x="1988475" y="1756475"/>
              <a:ext cx="362075" cy="14225"/>
            </a:xfrm>
            <a:custGeom>
              <a:rect b="b" l="l" r="r" t="t"/>
              <a:pathLst>
                <a:path extrusionOk="0" h="569" w="14483">
                  <a:moveTo>
                    <a:pt x="14198" y="0"/>
                  </a:moveTo>
                  <a:cubicBezTo>
                    <a:pt x="14193" y="0"/>
                    <a:pt x="14188" y="0"/>
                    <a:pt x="14183" y="0"/>
                  </a:cubicBezTo>
                  <a:lnTo>
                    <a:pt x="267" y="0"/>
                  </a:lnTo>
                  <a:cubicBezTo>
                    <a:pt x="117" y="9"/>
                    <a:pt x="0" y="133"/>
                    <a:pt x="0" y="284"/>
                  </a:cubicBezTo>
                  <a:cubicBezTo>
                    <a:pt x="0" y="435"/>
                    <a:pt x="117" y="559"/>
                    <a:pt x="267" y="568"/>
                  </a:cubicBezTo>
                  <a:lnTo>
                    <a:pt x="14183" y="568"/>
                  </a:lnTo>
                  <a:cubicBezTo>
                    <a:pt x="14188" y="569"/>
                    <a:pt x="14193" y="569"/>
                    <a:pt x="14198" y="569"/>
                  </a:cubicBezTo>
                  <a:cubicBezTo>
                    <a:pt x="14354" y="569"/>
                    <a:pt x="14483" y="442"/>
                    <a:pt x="14483" y="284"/>
                  </a:cubicBezTo>
                  <a:cubicBezTo>
                    <a:pt x="14483" y="127"/>
                    <a:pt x="14354" y="0"/>
                    <a:pt x="1419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66"/>
            <p:cNvSpPr/>
            <p:nvPr/>
          </p:nvSpPr>
          <p:spPr>
            <a:xfrm>
              <a:off x="1988475" y="1991525"/>
              <a:ext cx="362075" cy="14225"/>
            </a:xfrm>
            <a:custGeom>
              <a:rect b="b" l="l" r="r" t="t"/>
              <a:pathLst>
                <a:path extrusionOk="0" h="569" w="14483">
                  <a:moveTo>
                    <a:pt x="14200" y="0"/>
                  </a:moveTo>
                  <a:cubicBezTo>
                    <a:pt x="14194" y="0"/>
                    <a:pt x="14189" y="0"/>
                    <a:pt x="14183" y="1"/>
                  </a:cubicBezTo>
                  <a:lnTo>
                    <a:pt x="267" y="1"/>
                  </a:lnTo>
                  <a:cubicBezTo>
                    <a:pt x="117" y="9"/>
                    <a:pt x="0" y="134"/>
                    <a:pt x="0" y="284"/>
                  </a:cubicBezTo>
                  <a:cubicBezTo>
                    <a:pt x="0" y="435"/>
                    <a:pt x="117" y="559"/>
                    <a:pt x="267" y="568"/>
                  </a:cubicBezTo>
                  <a:lnTo>
                    <a:pt x="14183" y="568"/>
                  </a:lnTo>
                  <a:cubicBezTo>
                    <a:pt x="14189" y="568"/>
                    <a:pt x="14194" y="568"/>
                    <a:pt x="14200" y="568"/>
                  </a:cubicBezTo>
                  <a:cubicBezTo>
                    <a:pt x="14355" y="568"/>
                    <a:pt x="14483" y="442"/>
                    <a:pt x="14483" y="284"/>
                  </a:cubicBezTo>
                  <a:cubicBezTo>
                    <a:pt x="14483" y="127"/>
                    <a:pt x="14355" y="0"/>
                    <a:pt x="1420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66"/>
            <p:cNvSpPr/>
            <p:nvPr/>
          </p:nvSpPr>
          <p:spPr>
            <a:xfrm>
              <a:off x="1987625" y="2226550"/>
              <a:ext cx="362950" cy="14225"/>
            </a:xfrm>
            <a:custGeom>
              <a:rect b="b" l="l" r="r" t="t"/>
              <a:pathLst>
                <a:path extrusionOk="0" h="569" w="14518">
                  <a:moveTo>
                    <a:pt x="284" y="0"/>
                  </a:moveTo>
                  <a:cubicBezTo>
                    <a:pt x="128" y="0"/>
                    <a:pt x="0" y="127"/>
                    <a:pt x="0" y="284"/>
                  </a:cubicBezTo>
                  <a:cubicBezTo>
                    <a:pt x="0" y="442"/>
                    <a:pt x="127" y="568"/>
                    <a:pt x="282" y="568"/>
                  </a:cubicBezTo>
                  <a:cubicBezTo>
                    <a:pt x="289" y="568"/>
                    <a:pt x="295" y="568"/>
                    <a:pt x="301" y="568"/>
                  </a:cubicBezTo>
                  <a:lnTo>
                    <a:pt x="14217" y="568"/>
                  </a:lnTo>
                  <a:cubicBezTo>
                    <a:pt x="14223" y="568"/>
                    <a:pt x="14230" y="568"/>
                    <a:pt x="14236" y="568"/>
                  </a:cubicBezTo>
                  <a:cubicBezTo>
                    <a:pt x="14391" y="568"/>
                    <a:pt x="14518" y="442"/>
                    <a:pt x="14518" y="284"/>
                  </a:cubicBezTo>
                  <a:cubicBezTo>
                    <a:pt x="14518" y="127"/>
                    <a:pt x="14390" y="0"/>
                    <a:pt x="14234" y="0"/>
                  </a:cubicBezTo>
                  <a:cubicBezTo>
                    <a:pt x="14228" y="0"/>
                    <a:pt x="14223" y="1"/>
                    <a:pt x="14217" y="1"/>
                  </a:cubicBezTo>
                  <a:lnTo>
                    <a:pt x="301" y="1"/>
                  </a:lnTo>
                  <a:cubicBezTo>
                    <a:pt x="295" y="1"/>
                    <a:pt x="290" y="0"/>
                    <a:pt x="2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66"/>
            <p:cNvSpPr/>
            <p:nvPr/>
          </p:nvSpPr>
          <p:spPr>
            <a:xfrm>
              <a:off x="4707650" y="1162225"/>
              <a:ext cx="434275" cy="598325"/>
            </a:xfrm>
            <a:custGeom>
              <a:rect b="b" l="l" r="r" t="t"/>
              <a:pathLst>
                <a:path extrusionOk="0" h="23933" w="17371">
                  <a:moveTo>
                    <a:pt x="16538" y="0"/>
                  </a:moveTo>
                  <a:lnTo>
                    <a:pt x="2964" y="833"/>
                  </a:lnTo>
                  <a:cubicBezTo>
                    <a:pt x="2964" y="833"/>
                    <a:pt x="1247" y="5298"/>
                    <a:pt x="1604" y="5894"/>
                  </a:cubicBezTo>
                  <a:cubicBezTo>
                    <a:pt x="1961" y="6489"/>
                    <a:pt x="2845" y="7978"/>
                    <a:pt x="2368" y="9168"/>
                  </a:cubicBezTo>
                  <a:cubicBezTo>
                    <a:pt x="1892" y="10359"/>
                    <a:pt x="1" y="10562"/>
                    <a:pt x="239" y="11514"/>
                  </a:cubicBezTo>
                  <a:cubicBezTo>
                    <a:pt x="477" y="12467"/>
                    <a:pt x="1787" y="13181"/>
                    <a:pt x="1787" y="13181"/>
                  </a:cubicBezTo>
                  <a:cubicBezTo>
                    <a:pt x="1787" y="13181"/>
                    <a:pt x="3202" y="19527"/>
                    <a:pt x="3797" y="20360"/>
                  </a:cubicBezTo>
                  <a:cubicBezTo>
                    <a:pt x="4075" y="20750"/>
                    <a:pt x="4924" y="20854"/>
                    <a:pt x="5750" y="20854"/>
                  </a:cubicBezTo>
                  <a:cubicBezTo>
                    <a:pt x="6694" y="20854"/>
                    <a:pt x="7607" y="20719"/>
                    <a:pt x="7607" y="20719"/>
                  </a:cubicBezTo>
                  <a:lnTo>
                    <a:pt x="7845" y="23933"/>
                  </a:lnTo>
                  <a:lnTo>
                    <a:pt x="17371" y="23338"/>
                  </a:lnTo>
                  <a:lnTo>
                    <a:pt x="17014" y="17622"/>
                  </a:lnTo>
                  <a:lnTo>
                    <a:pt x="1653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66"/>
            <p:cNvSpPr/>
            <p:nvPr/>
          </p:nvSpPr>
          <p:spPr>
            <a:xfrm>
              <a:off x="4702350" y="1155125"/>
              <a:ext cx="446900" cy="612525"/>
            </a:xfrm>
            <a:custGeom>
              <a:rect b="b" l="l" r="r" t="t"/>
              <a:pathLst>
                <a:path extrusionOk="0" h="24501" w="17876">
                  <a:moveTo>
                    <a:pt x="16474" y="585"/>
                  </a:moveTo>
                  <a:lnTo>
                    <a:pt x="16942" y="17924"/>
                  </a:lnTo>
                  <a:lnTo>
                    <a:pt x="17282" y="23357"/>
                  </a:lnTo>
                  <a:lnTo>
                    <a:pt x="8319" y="23917"/>
                  </a:lnTo>
                  <a:lnTo>
                    <a:pt x="8103" y="20981"/>
                  </a:lnTo>
                  <a:cubicBezTo>
                    <a:pt x="8091" y="20833"/>
                    <a:pt x="7967" y="20719"/>
                    <a:pt x="7819" y="20719"/>
                  </a:cubicBezTo>
                  <a:cubicBezTo>
                    <a:pt x="7805" y="20719"/>
                    <a:pt x="7791" y="20720"/>
                    <a:pt x="7778" y="20722"/>
                  </a:cubicBezTo>
                  <a:cubicBezTo>
                    <a:pt x="7242" y="20801"/>
                    <a:pt x="6586" y="20855"/>
                    <a:pt x="5983" y="20855"/>
                  </a:cubicBezTo>
                  <a:cubicBezTo>
                    <a:pt x="5161" y="20855"/>
                    <a:pt x="4435" y="20755"/>
                    <a:pt x="4239" y="20480"/>
                  </a:cubicBezTo>
                  <a:cubicBezTo>
                    <a:pt x="3827" y="19903"/>
                    <a:pt x="2838" y="15933"/>
                    <a:pt x="2275" y="13404"/>
                  </a:cubicBezTo>
                  <a:cubicBezTo>
                    <a:pt x="2257" y="13325"/>
                    <a:pt x="2205" y="13257"/>
                    <a:pt x="2134" y="13218"/>
                  </a:cubicBezTo>
                  <a:cubicBezTo>
                    <a:pt x="2122" y="13210"/>
                    <a:pt x="930" y="12549"/>
                    <a:pt x="725" y="11730"/>
                  </a:cubicBezTo>
                  <a:cubicBezTo>
                    <a:pt x="657" y="11455"/>
                    <a:pt x="903" y="11267"/>
                    <a:pt x="1480" y="10903"/>
                  </a:cubicBezTo>
                  <a:cubicBezTo>
                    <a:pt x="1998" y="10576"/>
                    <a:pt x="2584" y="10206"/>
                    <a:pt x="2843" y="9557"/>
                  </a:cubicBezTo>
                  <a:cubicBezTo>
                    <a:pt x="3376" y="8226"/>
                    <a:pt x="2419" y="6631"/>
                    <a:pt x="2063" y="6039"/>
                  </a:cubicBezTo>
                  <a:cubicBezTo>
                    <a:pt x="1918" y="5672"/>
                    <a:pt x="2621" y="3376"/>
                    <a:pt x="3375" y="1389"/>
                  </a:cubicBezTo>
                  <a:lnTo>
                    <a:pt x="16474" y="585"/>
                  </a:lnTo>
                  <a:close/>
                  <a:moveTo>
                    <a:pt x="16752" y="0"/>
                  </a:moveTo>
                  <a:cubicBezTo>
                    <a:pt x="16745" y="0"/>
                    <a:pt x="16739" y="0"/>
                    <a:pt x="16732" y="1"/>
                  </a:cubicBezTo>
                  <a:lnTo>
                    <a:pt x="3159" y="834"/>
                  </a:lnTo>
                  <a:cubicBezTo>
                    <a:pt x="3048" y="841"/>
                    <a:pt x="2951" y="912"/>
                    <a:pt x="2911" y="1016"/>
                  </a:cubicBezTo>
                  <a:cubicBezTo>
                    <a:pt x="2381" y="2397"/>
                    <a:pt x="1187" y="5679"/>
                    <a:pt x="1574" y="6323"/>
                  </a:cubicBezTo>
                  <a:cubicBezTo>
                    <a:pt x="1894" y="6858"/>
                    <a:pt x="2745" y="8277"/>
                    <a:pt x="2317" y="9347"/>
                  </a:cubicBezTo>
                  <a:cubicBezTo>
                    <a:pt x="2125" y="9825"/>
                    <a:pt x="1644" y="10129"/>
                    <a:pt x="1178" y="10423"/>
                  </a:cubicBezTo>
                  <a:cubicBezTo>
                    <a:pt x="626" y="10772"/>
                    <a:pt x="1" y="11166"/>
                    <a:pt x="176" y="11866"/>
                  </a:cubicBezTo>
                  <a:cubicBezTo>
                    <a:pt x="399" y="12762"/>
                    <a:pt x="1405" y="13439"/>
                    <a:pt x="1749" y="13648"/>
                  </a:cubicBezTo>
                  <a:cubicBezTo>
                    <a:pt x="1985" y="14699"/>
                    <a:pt x="3195" y="19993"/>
                    <a:pt x="3777" y="20809"/>
                  </a:cubicBezTo>
                  <a:cubicBezTo>
                    <a:pt x="4127" y="21297"/>
                    <a:pt x="5083" y="21426"/>
                    <a:pt x="5992" y="21426"/>
                  </a:cubicBezTo>
                  <a:cubicBezTo>
                    <a:pt x="6600" y="21426"/>
                    <a:pt x="7187" y="21369"/>
                    <a:pt x="7559" y="21323"/>
                  </a:cubicBezTo>
                  <a:lnTo>
                    <a:pt x="7775" y="24238"/>
                  </a:lnTo>
                  <a:cubicBezTo>
                    <a:pt x="7786" y="24385"/>
                    <a:pt x="7909" y="24500"/>
                    <a:pt x="8057" y="24500"/>
                  </a:cubicBezTo>
                  <a:lnTo>
                    <a:pt x="8075" y="24500"/>
                  </a:lnTo>
                  <a:lnTo>
                    <a:pt x="17601" y="23905"/>
                  </a:lnTo>
                  <a:cubicBezTo>
                    <a:pt x="17757" y="23895"/>
                    <a:pt x="17876" y="23760"/>
                    <a:pt x="17866" y="23604"/>
                  </a:cubicBezTo>
                  <a:lnTo>
                    <a:pt x="17509" y="17899"/>
                  </a:lnTo>
                  <a:lnTo>
                    <a:pt x="17033" y="276"/>
                  </a:lnTo>
                  <a:cubicBezTo>
                    <a:pt x="17031" y="199"/>
                    <a:pt x="16997" y="126"/>
                    <a:pt x="16941" y="74"/>
                  </a:cubicBezTo>
                  <a:cubicBezTo>
                    <a:pt x="16890" y="27"/>
                    <a:pt x="16822" y="0"/>
                    <a:pt x="1675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66"/>
            <p:cNvSpPr/>
            <p:nvPr/>
          </p:nvSpPr>
          <p:spPr>
            <a:xfrm>
              <a:off x="4660275" y="1011275"/>
              <a:ext cx="612600" cy="600325"/>
            </a:xfrm>
            <a:custGeom>
              <a:rect b="b" l="l" r="r" t="t"/>
              <a:pathLst>
                <a:path extrusionOk="0" h="24013" w="24504">
                  <a:moveTo>
                    <a:pt x="12830" y="1"/>
                  </a:moveTo>
                  <a:cubicBezTo>
                    <a:pt x="10402" y="1"/>
                    <a:pt x="9363" y="1214"/>
                    <a:pt x="7801" y="1214"/>
                  </a:cubicBezTo>
                  <a:cubicBezTo>
                    <a:pt x="6898" y="1214"/>
                    <a:pt x="6169" y="575"/>
                    <a:pt x="5211" y="575"/>
                  </a:cubicBezTo>
                  <a:cubicBezTo>
                    <a:pt x="4514" y="575"/>
                    <a:pt x="3695" y="913"/>
                    <a:pt x="2600" y="2081"/>
                  </a:cubicBezTo>
                  <a:cubicBezTo>
                    <a:pt x="0" y="4855"/>
                    <a:pt x="3295" y="7803"/>
                    <a:pt x="3295" y="7803"/>
                  </a:cubicBezTo>
                  <a:cubicBezTo>
                    <a:pt x="4135" y="8560"/>
                    <a:pt x="4782" y="8727"/>
                    <a:pt x="5437" y="8727"/>
                  </a:cubicBezTo>
                  <a:cubicBezTo>
                    <a:pt x="5581" y="8727"/>
                    <a:pt x="5724" y="8719"/>
                    <a:pt x="5870" y="8707"/>
                  </a:cubicBezTo>
                  <a:lnTo>
                    <a:pt x="5870" y="8707"/>
                  </a:lnTo>
                  <a:cubicBezTo>
                    <a:pt x="5764" y="9236"/>
                    <a:pt x="5543" y="10388"/>
                    <a:pt x="5454" y="11277"/>
                  </a:cubicBezTo>
                  <a:cubicBezTo>
                    <a:pt x="5335" y="12468"/>
                    <a:pt x="7478" y="13778"/>
                    <a:pt x="7478" y="13778"/>
                  </a:cubicBezTo>
                  <a:cubicBezTo>
                    <a:pt x="7478" y="13778"/>
                    <a:pt x="7359" y="15564"/>
                    <a:pt x="7597" y="16159"/>
                  </a:cubicBezTo>
                  <a:cubicBezTo>
                    <a:pt x="7736" y="16506"/>
                    <a:pt x="7995" y="16691"/>
                    <a:pt x="8259" y="16691"/>
                  </a:cubicBezTo>
                  <a:cubicBezTo>
                    <a:pt x="8447" y="16691"/>
                    <a:pt x="8638" y="16596"/>
                    <a:pt x="8787" y="16397"/>
                  </a:cubicBezTo>
                  <a:cubicBezTo>
                    <a:pt x="9083" y="16002"/>
                    <a:pt x="9297" y="14379"/>
                    <a:pt x="9566" y="14379"/>
                  </a:cubicBezTo>
                  <a:cubicBezTo>
                    <a:pt x="9621" y="14379"/>
                    <a:pt x="9679" y="14448"/>
                    <a:pt x="9740" y="14611"/>
                  </a:cubicBezTo>
                  <a:cubicBezTo>
                    <a:pt x="10097" y="15564"/>
                    <a:pt x="11525" y="22707"/>
                    <a:pt x="12478" y="23541"/>
                  </a:cubicBezTo>
                  <a:cubicBezTo>
                    <a:pt x="12883" y="23895"/>
                    <a:pt x="13889" y="24013"/>
                    <a:pt x="15004" y="24013"/>
                  </a:cubicBezTo>
                  <a:cubicBezTo>
                    <a:pt x="16514" y="24013"/>
                    <a:pt x="18223" y="23797"/>
                    <a:pt x="18908" y="23660"/>
                  </a:cubicBezTo>
                  <a:cubicBezTo>
                    <a:pt x="20099" y="23422"/>
                    <a:pt x="22361" y="18421"/>
                    <a:pt x="23433" y="15445"/>
                  </a:cubicBezTo>
                  <a:cubicBezTo>
                    <a:pt x="24504" y="12468"/>
                    <a:pt x="24029" y="7228"/>
                    <a:pt x="22481" y="4847"/>
                  </a:cubicBezTo>
                  <a:cubicBezTo>
                    <a:pt x="21320" y="3061"/>
                    <a:pt x="19287" y="2279"/>
                    <a:pt x="17690" y="2101"/>
                  </a:cubicBezTo>
                  <a:cubicBezTo>
                    <a:pt x="17687" y="2090"/>
                    <a:pt x="17684" y="2081"/>
                    <a:pt x="17684" y="2081"/>
                  </a:cubicBezTo>
                  <a:cubicBezTo>
                    <a:pt x="17684" y="2081"/>
                    <a:pt x="15257" y="1"/>
                    <a:pt x="1283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66"/>
            <p:cNvSpPr/>
            <p:nvPr/>
          </p:nvSpPr>
          <p:spPr>
            <a:xfrm>
              <a:off x="4692250" y="1004200"/>
              <a:ext cx="587825" cy="614425"/>
            </a:xfrm>
            <a:custGeom>
              <a:rect b="b" l="l" r="r" t="t"/>
              <a:pathLst>
                <a:path extrusionOk="0" h="24577" w="23513">
                  <a:moveTo>
                    <a:pt x="11552" y="567"/>
                  </a:moveTo>
                  <a:cubicBezTo>
                    <a:pt x="13669" y="567"/>
                    <a:pt x="15841" y="2268"/>
                    <a:pt x="16177" y="2542"/>
                  </a:cubicBezTo>
                  <a:cubicBezTo>
                    <a:pt x="16223" y="2611"/>
                    <a:pt x="16298" y="2656"/>
                    <a:pt x="16380" y="2666"/>
                  </a:cubicBezTo>
                  <a:cubicBezTo>
                    <a:pt x="17109" y="2747"/>
                    <a:pt x="19594" y="3176"/>
                    <a:pt x="20965" y="5284"/>
                  </a:cubicBezTo>
                  <a:cubicBezTo>
                    <a:pt x="22474" y="7606"/>
                    <a:pt x="22932" y="12732"/>
                    <a:pt x="21888" y="15632"/>
                  </a:cubicBezTo>
                  <a:cubicBezTo>
                    <a:pt x="20574" y="19278"/>
                    <a:pt x="18451" y="23489"/>
                    <a:pt x="17574" y="23665"/>
                  </a:cubicBezTo>
                  <a:cubicBezTo>
                    <a:pt x="16752" y="23830"/>
                    <a:pt x="15119" y="24010"/>
                    <a:pt x="13719" y="24010"/>
                  </a:cubicBezTo>
                  <a:cubicBezTo>
                    <a:pt x="12654" y="24010"/>
                    <a:pt x="11724" y="23906"/>
                    <a:pt x="11386" y="23611"/>
                  </a:cubicBezTo>
                  <a:cubicBezTo>
                    <a:pt x="10778" y="23079"/>
                    <a:pt x="9805" y="19071"/>
                    <a:pt x="9281" y="16918"/>
                  </a:cubicBezTo>
                  <a:cubicBezTo>
                    <a:pt x="9025" y="15854"/>
                    <a:pt x="8838" y="15087"/>
                    <a:pt x="8727" y="14794"/>
                  </a:cubicBezTo>
                  <a:cubicBezTo>
                    <a:pt x="8688" y="14690"/>
                    <a:pt x="8571" y="14379"/>
                    <a:pt x="8290" y="14379"/>
                  </a:cubicBezTo>
                  <a:lnTo>
                    <a:pt x="8289" y="14379"/>
                  </a:lnTo>
                  <a:cubicBezTo>
                    <a:pt x="8284" y="14379"/>
                    <a:pt x="8277" y="14379"/>
                    <a:pt x="8272" y="14378"/>
                  </a:cubicBezTo>
                  <a:cubicBezTo>
                    <a:pt x="7921" y="14394"/>
                    <a:pt x="7801" y="14835"/>
                    <a:pt x="7603" y="15568"/>
                  </a:cubicBezTo>
                  <a:cubicBezTo>
                    <a:pt x="7507" y="15926"/>
                    <a:pt x="7386" y="16372"/>
                    <a:pt x="7283" y="16508"/>
                  </a:cubicBezTo>
                  <a:cubicBezTo>
                    <a:pt x="7194" y="16626"/>
                    <a:pt x="7087" y="16689"/>
                    <a:pt x="6979" y="16689"/>
                  </a:cubicBezTo>
                  <a:cubicBezTo>
                    <a:pt x="6968" y="16689"/>
                    <a:pt x="6956" y="16688"/>
                    <a:pt x="6944" y="16686"/>
                  </a:cubicBezTo>
                  <a:cubicBezTo>
                    <a:pt x="6798" y="16667"/>
                    <a:pt x="6662" y="16536"/>
                    <a:pt x="6582" y="16335"/>
                  </a:cubicBezTo>
                  <a:cubicBezTo>
                    <a:pt x="6407" y="15897"/>
                    <a:pt x="6451" y="14557"/>
                    <a:pt x="6482" y="14078"/>
                  </a:cubicBezTo>
                  <a:cubicBezTo>
                    <a:pt x="6490" y="13972"/>
                    <a:pt x="6438" y="13871"/>
                    <a:pt x="6347" y="13817"/>
                  </a:cubicBezTo>
                  <a:cubicBezTo>
                    <a:pt x="5831" y="13501"/>
                    <a:pt x="4375" y="12414"/>
                    <a:pt x="4457" y="11587"/>
                  </a:cubicBezTo>
                  <a:cubicBezTo>
                    <a:pt x="4547" y="10690"/>
                    <a:pt x="4775" y="9511"/>
                    <a:pt x="4870" y="9045"/>
                  </a:cubicBezTo>
                  <a:cubicBezTo>
                    <a:pt x="4905" y="8868"/>
                    <a:pt x="4768" y="8706"/>
                    <a:pt x="4592" y="8706"/>
                  </a:cubicBezTo>
                  <a:cubicBezTo>
                    <a:pt x="4584" y="8706"/>
                    <a:pt x="4577" y="8706"/>
                    <a:pt x="4570" y="8707"/>
                  </a:cubicBezTo>
                  <a:cubicBezTo>
                    <a:pt x="4428" y="8718"/>
                    <a:pt x="4289" y="8726"/>
                    <a:pt x="4151" y="8726"/>
                  </a:cubicBezTo>
                  <a:cubicBezTo>
                    <a:pt x="3562" y="8726"/>
                    <a:pt x="2986" y="8577"/>
                    <a:pt x="2205" y="7874"/>
                  </a:cubicBezTo>
                  <a:cubicBezTo>
                    <a:pt x="2191" y="7860"/>
                    <a:pt x="683" y="6492"/>
                    <a:pt x="609" y="4815"/>
                  </a:cubicBezTo>
                  <a:cubicBezTo>
                    <a:pt x="573" y="4006"/>
                    <a:pt x="883" y="3247"/>
                    <a:pt x="1530" y="2558"/>
                  </a:cubicBezTo>
                  <a:cubicBezTo>
                    <a:pt x="2555" y="1463"/>
                    <a:pt x="3298" y="1144"/>
                    <a:pt x="3937" y="1144"/>
                  </a:cubicBezTo>
                  <a:cubicBezTo>
                    <a:pt x="4376" y="1144"/>
                    <a:pt x="4767" y="1295"/>
                    <a:pt x="5166" y="1449"/>
                  </a:cubicBezTo>
                  <a:cubicBezTo>
                    <a:pt x="5589" y="1611"/>
                    <a:pt x="6026" y="1780"/>
                    <a:pt x="6524" y="1780"/>
                  </a:cubicBezTo>
                  <a:cubicBezTo>
                    <a:pt x="7273" y="1780"/>
                    <a:pt x="7905" y="1524"/>
                    <a:pt x="8573" y="1253"/>
                  </a:cubicBezTo>
                  <a:cubicBezTo>
                    <a:pt x="9364" y="930"/>
                    <a:pt x="10260" y="567"/>
                    <a:pt x="11552" y="567"/>
                  </a:cubicBezTo>
                  <a:close/>
                  <a:moveTo>
                    <a:pt x="11551" y="0"/>
                  </a:moveTo>
                  <a:cubicBezTo>
                    <a:pt x="10149" y="0"/>
                    <a:pt x="9198" y="386"/>
                    <a:pt x="8359" y="727"/>
                  </a:cubicBezTo>
                  <a:cubicBezTo>
                    <a:pt x="7717" y="988"/>
                    <a:pt x="7163" y="1214"/>
                    <a:pt x="6524" y="1214"/>
                  </a:cubicBezTo>
                  <a:cubicBezTo>
                    <a:pt x="6132" y="1214"/>
                    <a:pt x="5762" y="1071"/>
                    <a:pt x="5369" y="920"/>
                  </a:cubicBezTo>
                  <a:cubicBezTo>
                    <a:pt x="4929" y="750"/>
                    <a:pt x="4465" y="571"/>
                    <a:pt x="3930" y="571"/>
                  </a:cubicBezTo>
                  <a:cubicBezTo>
                    <a:pt x="3176" y="571"/>
                    <a:pt x="2281" y="928"/>
                    <a:pt x="1115" y="2170"/>
                  </a:cubicBezTo>
                  <a:cubicBezTo>
                    <a:pt x="361" y="2975"/>
                    <a:pt x="0" y="3873"/>
                    <a:pt x="42" y="4841"/>
                  </a:cubicBezTo>
                  <a:cubicBezTo>
                    <a:pt x="127" y="6754"/>
                    <a:pt x="1757" y="8234"/>
                    <a:pt x="1826" y="8296"/>
                  </a:cubicBezTo>
                  <a:cubicBezTo>
                    <a:pt x="2755" y="9132"/>
                    <a:pt x="3493" y="9294"/>
                    <a:pt x="4175" y="9294"/>
                  </a:cubicBezTo>
                  <a:cubicBezTo>
                    <a:pt x="4198" y="9294"/>
                    <a:pt x="4221" y="9293"/>
                    <a:pt x="4244" y="9293"/>
                  </a:cubicBezTo>
                  <a:lnTo>
                    <a:pt x="4244" y="9293"/>
                  </a:lnTo>
                  <a:cubicBezTo>
                    <a:pt x="4133" y="9872"/>
                    <a:pt x="3968" y="10791"/>
                    <a:pt x="3894" y="11531"/>
                  </a:cubicBezTo>
                  <a:cubicBezTo>
                    <a:pt x="3776" y="12710"/>
                    <a:pt x="5378" y="13863"/>
                    <a:pt x="5907" y="14210"/>
                  </a:cubicBezTo>
                  <a:cubicBezTo>
                    <a:pt x="5882" y="14696"/>
                    <a:pt x="5838" y="16003"/>
                    <a:pt x="6056" y="16547"/>
                  </a:cubicBezTo>
                  <a:cubicBezTo>
                    <a:pt x="6213" y="16941"/>
                    <a:pt x="6517" y="17203"/>
                    <a:pt x="6869" y="17250"/>
                  </a:cubicBezTo>
                  <a:cubicBezTo>
                    <a:pt x="6907" y="17255"/>
                    <a:pt x="6944" y="17257"/>
                    <a:pt x="6982" y="17257"/>
                  </a:cubicBezTo>
                  <a:cubicBezTo>
                    <a:pt x="7268" y="17257"/>
                    <a:pt x="7539" y="17113"/>
                    <a:pt x="7736" y="16850"/>
                  </a:cubicBezTo>
                  <a:cubicBezTo>
                    <a:pt x="7904" y="16626"/>
                    <a:pt x="8024" y="16184"/>
                    <a:pt x="8151" y="15717"/>
                  </a:cubicBezTo>
                  <a:cubicBezTo>
                    <a:pt x="8187" y="15580"/>
                    <a:pt x="8234" y="15410"/>
                    <a:pt x="8279" y="15258"/>
                  </a:cubicBezTo>
                  <a:cubicBezTo>
                    <a:pt x="8389" y="15645"/>
                    <a:pt x="8551" y="16309"/>
                    <a:pt x="8732" y="17052"/>
                  </a:cubicBezTo>
                  <a:cubicBezTo>
                    <a:pt x="9573" y="20518"/>
                    <a:pt x="10326" y="23436"/>
                    <a:pt x="11014" y="24037"/>
                  </a:cubicBezTo>
                  <a:cubicBezTo>
                    <a:pt x="11482" y="24447"/>
                    <a:pt x="12561" y="24576"/>
                    <a:pt x="13724" y="24576"/>
                  </a:cubicBezTo>
                  <a:cubicBezTo>
                    <a:pt x="15413" y="24576"/>
                    <a:pt x="17277" y="24304"/>
                    <a:pt x="17686" y="24221"/>
                  </a:cubicBezTo>
                  <a:cubicBezTo>
                    <a:pt x="19482" y="23862"/>
                    <a:pt x="22393" y="15903"/>
                    <a:pt x="22421" y="15823"/>
                  </a:cubicBezTo>
                  <a:cubicBezTo>
                    <a:pt x="23513" y="12791"/>
                    <a:pt x="23027" y="7417"/>
                    <a:pt x="21440" y="4975"/>
                  </a:cubicBezTo>
                  <a:cubicBezTo>
                    <a:pt x="19997" y="2754"/>
                    <a:pt x="17454" y="2232"/>
                    <a:pt x="16550" y="2115"/>
                  </a:cubicBezTo>
                  <a:cubicBezTo>
                    <a:pt x="16209" y="1832"/>
                    <a:pt x="13911" y="0"/>
                    <a:pt x="11551" y="0"/>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66"/>
            <p:cNvSpPr/>
            <p:nvPr/>
          </p:nvSpPr>
          <p:spPr>
            <a:xfrm>
              <a:off x="4863625" y="1358700"/>
              <a:ext cx="69050" cy="172750"/>
            </a:xfrm>
            <a:custGeom>
              <a:rect b="b" l="l" r="r" t="t"/>
              <a:pathLst>
                <a:path extrusionOk="0" h="6910" w="2762">
                  <a:moveTo>
                    <a:pt x="1674" y="0"/>
                  </a:moveTo>
                  <a:cubicBezTo>
                    <a:pt x="1405" y="0"/>
                    <a:pt x="1051" y="186"/>
                    <a:pt x="582" y="655"/>
                  </a:cubicBezTo>
                  <a:cubicBezTo>
                    <a:pt x="582" y="655"/>
                    <a:pt x="873" y="2689"/>
                    <a:pt x="873" y="3997"/>
                  </a:cubicBezTo>
                  <a:cubicBezTo>
                    <a:pt x="873" y="5305"/>
                    <a:pt x="1" y="6032"/>
                    <a:pt x="582" y="6613"/>
                  </a:cubicBezTo>
                  <a:cubicBezTo>
                    <a:pt x="781" y="6813"/>
                    <a:pt x="964" y="6910"/>
                    <a:pt x="1135" y="6910"/>
                  </a:cubicBezTo>
                  <a:cubicBezTo>
                    <a:pt x="1463" y="6910"/>
                    <a:pt x="1749" y="6555"/>
                    <a:pt x="2036" y="5887"/>
                  </a:cubicBezTo>
                  <a:cubicBezTo>
                    <a:pt x="2472" y="4869"/>
                    <a:pt x="2761" y="3125"/>
                    <a:pt x="2617" y="2108"/>
                  </a:cubicBezTo>
                  <a:cubicBezTo>
                    <a:pt x="2511" y="1365"/>
                    <a:pt x="2404" y="0"/>
                    <a:pt x="16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66"/>
            <p:cNvSpPr/>
            <p:nvPr/>
          </p:nvSpPr>
          <p:spPr>
            <a:xfrm>
              <a:off x="4861750" y="1351575"/>
              <a:ext cx="77975" cy="186950"/>
            </a:xfrm>
            <a:custGeom>
              <a:rect b="b" l="l" r="r" t="t"/>
              <a:pathLst>
                <a:path extrusionOk="0" h="7478" w="3119">
                  <a:moveTo>
                    <a:pt x="1752" y="569"/>
                  </a:moveTo>
                  <a:cubicBezTo>
                    <a:pt x="1785" y="569"/>
                    <a:pt x="1810" y="574"/>
                    <a:pt x="1828" y="580"/>
                  </a:cubicBezTo>
                  <a:cubicBezTo>
                    <a:pt x="2181" y="700"/>
                    <a:pt x="2311" y="1681"/>
                    <a:pt x="2381" y="2209"/>
                  </a:cubicBezTo>
                  <a:lnTo>
                    <a:pt x="2411" y="2432"/>
                  </a:lnTo>
                  <a:cubicBezTo>
                    <a:pt x="2543" y="3358"/>
                    <a:pt x="2281" y="5053"/>
                    <a:pt x="1850" y="6060"/>
                  </a:cubicBezTo>
                  <a:cubicBezTo>
                    <a:pt x="1552" y="6753"/>
                    <a:pt x="1341" y="6888"/>
                    <a:pt x="1242" y="6908"/>
                  </a:cubicBezTo>
                  <a:cubicBezTo>
                    <a:pt x="1232" y="6910"/>
                    <a:pt x="1221" y="6911"/>
                    <a:pt x="1210" y="6911"/>
                  </a:cubicBezTo>
                  <a:cubicBezTo>
                    <a:pt x="1096" y="6911"/>
                    <a:pt x="957" y="6796"/>
                    <a:pt x="857" y="6697"/>
                  </a:cubicBezTo>
                  <a:cubicBezTo>
                    <a:pt x="672" y="6512"/>
                    <a:pt x="718" y="6325"/>
                    <a:pt x="911" y="5792"/>
                  </a:cubicBezTo>
                  <a:cubicBezTo>
                    <a:pt x="1054" y="5395"/>
                    <a:pt x="1231" y="4901"/>
                    <a:pt x="1231" y="4282"/>
                  </a:cubicBezTo>
                  <a:cubicBezTo>
                    <a:pt x="1231" y="3155"/>
                    <a:pt x="1024" y="1533"/>
                    <a:pt x="957" y="1043"/>
                  </a:cubicBezTo>
                  <a:cubicBezTo>
                    <a:pt x="1378" y="645"/>
                    <a:pt x="1625" y="569"/>
                    <a:pt x="1752" y="569"/>
                  </a:cubicBezTo>
                  <a:close/>
                  <a:moveTo>
                    <a:pt x="1748" y="0"/>
                  </a:moveTo>
                  <a:cubicBezTo>
                    <a:pt x="1376" y="0"/>
                    <a:pt x="951" y="245"/>
                    <a:pt x="456" y="739"/>
                  </a:cubicBezTo>
                  <a:cubicBezTo>
                    <a:pt x="394" y="802"/>
                    <a:pt x="363" y="892"/>
                    <a:pt x="376" y="979"/>
                  </a:cubicBezTo>
                  <a:cubicBezTo>
                    <a:pt x="379" y="1000"/>
                    <a:pt x="664" y="3009"/>
                    <a:pt x="664" y="4282"/>
                  </a:cubicBezTo>
                  <a:cubicBezTo>
                    <a:pt x="664" y="4803"/>
                    <a:pt x="512" y="5227"/>
                    <a:pt x="376" y="5601"/>
                  </a:cubicBezTo>
                  <a:cubicBezTo>
                    <a:pt x="192" y="6113"/>
                    <a:pt x="1" y="6643"/>
                    <a:pt x="456" y="7098"/>
                  </a:cubicBezTo>
                  <a:cubicBezTo>
                    <a:pt x="709" y="7350"/>
                    <a:pt x="962" y="7478"/>
                    <a:pt x="1210" y="7478"/>
                  </a:cubicBezTo>
                  <a:cubicBezTo>
                    <a:pt x="1257" y="7478"/>
                    <a:pt x="1304" y="7474"/>
                    <a:pt x="1349" y="7464"/>
                  </a:cubicBezTo>
                  <a:cubicBezTo>
                    <a:pt x="1737" y="7389"/>
                    <a:pt x="2053" y="7025"/>
                    <a:pt x="2371" y="6282"/>
                  </a:cubicBezTo>
                  <a:cubicBezTo>
                    <a:pt x="2844" y="5180"/>
                    <a:pt x="3119" y="3380"/>
                    <a:pt x="2973" y="2352"/>
                  </a:cubicBezTo>
                  <a:lnTo>
                    <a:pt x="2944" y="2135"/>
                  </a:lnTo>
                  <a:cubicBezTo>
                    <a:pt x="2839" y="1350"/>
                    <a:pt x="2697" y="276"/>
                    <a:pt x="2010" y="43"/>
                  </a:cubicBezTo>
                  <a:cubicBezTo>
                    <a:pt x="1926" y="15"/>
                    <a:pt x="1838" y="0"/>
                    <a:pt x="174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66"/>
            <p:cNvSpPr/>
            <p:nvPr/>
          </p:nvSpPr>
          <p:spPr>
            <a:xfrm>
              <a:off x="4446475" y="3047525"/>
              <a:ext cx="1082950" cy="2160925"/>
            </a:xfrm>
            <a:custGeom>
              <a:rect b="b" l="l" r="r" t="t"/>
              <a:pathLst>
                <a:path extrusionOk="0" h="86437" w="43318">
                  <a:moveTo>
                    <a:pt x="7576" y="0"/>
                  </a:moveTo>
                  <a:cubicBezTo>
                    <a:pt x="7576" y="0"/>
                    <a:pt x="4598" y="19855"/>
                    <a:pt x="2299" y="39393"/>
                  </a:cubicBezTo>
                  <a:cubicBezTo>
                    <a:pt x="0" y="58931"/>
                    <a:pt x="288" y="86228"/>
                    <a:pt x="288" y="86228"/>
                  </a:cubicBezTo>
                  <a:lnTo>
                    <a:pt x="6342" y="86194"/>
                  </a:lnTo>
                  <a:cubicBezTo>
                    <a:pt x="6342" y="86194"/>
                    <a:pt x="13217" y="48013"/>
                    <a:pt x="14654" y="43703"/>
                  </a:cubicBezTo>
                  <a:cubicBezTo>
                    <a:pt x="16091" y="39393"/>
                    <a:pt x="20975" y="21292"/>
                    <a:pt x="20975" y="21292"/>
                  </a:cubicBezTo>
                  <a:cubicBezTo>
                    <a:pt x="20975" y="21292"/>
                    <a:pt x="23562" y="41980"/>
                    <a:pt x="24424" y="43415"/>
                  </a:cubicBezTo>
                  <a:cubicBezTo>
                    <a:pt x="25286" y="44852"/>
                    <a:pt x="36988" y="86437"/>
                    <a:pt x="36988" y="86437"/>
                  </a:cubicBezTo>
                  <a:lnTo>
                    <a:pt x="43317" y="86356"/>
                  </a:lnTo>
                  <a:lnTo>
                    <a:pt x="37065" y="41405"/>
                  </a:lnTo>
                  <a:lnTo>
                    <a:pt x="33617" y="30"/>
                  </a:lnTo>
                  <a:lnTo>
                    <a:pt x="7576" y="0"/>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66"/>
            <p:cNvSpPr/>
            <p:nvPr/>
          </p:nvSpPr>
          <p:spPr>
            <a:xfrm>
              <a:off x="4440025" y="3040425"/>
              <a:ext cx="1096950" cy="2175150"/>
            </a:xfrm>
            <a:custGeom>
              <a:rect b="b" l="l" r="r" t="t"/>
              <a:pathLst>
                <a:path extrusionOk="0" h="87006" w="43878">
                  <a:moveTo>
                    <a:pt x="8079" y="569"/>
                  </a:moveTo>
                  <a:lnTo>
                    <a:pt x="33615" y="597"/>
                  </a:lnTo>
                  <a:lnTo>
                    <a:pt x="37043" y="41728"/>
                  </a:lnTo>
                  <a:lnTo>
                    <a:pt x="43249" y="86361"/>
                  </a:lnTo>
                  <a:lnTo>
                    <a:pt x="37461" y="86435"/>
                  </a:lnTo>
                  <a:cubicBezTo>
                    <a:pt x="36462" y="82889"/>
                    <a:pt x="25772" y="44968"/>
                    <a:pt x="24924" y="43553"/>
                  </a:cubicBezTo>
                  <a:cubicBezTo>
                    <a:pt x="24314" y="42537"/>
                    <a:pt x="22551" y="29832"/>
                    <a:pt x="21514" y="21540"/>
                  </a:cubicBezTo>
                  <a:cubicBezTo>
                    <a:pt x="21497" y="21406"/>
                    <a:pt x="21388" y="21302"/>
                    <a:pt x="21252" y="21292"/>
                  </a:cubicBezTo>
                  <a:lnTo>
                    <a:pt x="21233" y="21292"/>
                  </a:lnTo>
                  <a:cubicBezTo>
                    <a:pt x="21105" y="21292"/>
                    <a:pt x="20993" y="21379"/>
                    <a:pt x="20959" y="21502"/>
                  </a:cubicBezTo>
                  <a:cubicBezTo>
                    <a:pt x="20911" y="21683"/>
                    <a:pt x="16061" y="39645"/>
                    <a:pt x="14644" y="43897"/>
                  </a:cubicBezTo>
                  <a:cubicBezTo>
                    <a:pt x="13259" y="48049"/>
                    <a:pt x="6992" y="82707"/>
                    <a:pt x="6363" y="86196"/>
                  </a:cubicBezTo>
                  <a:lnTo>
                    <a:pt x="827" y="86226"/>
                  </a:lnTo>
                  <a:cubicBezTo>
                    <a:pt x="806" y="83275"/>
                    <a:pt x="693" y="57950"/>
                    <a:pt x="2839" y="39711"/>
                  </a:cubicBezTo>
                  <a:cubicBezTo>
                    <a:pt x="4975" y="21553"/>
                    <a:pt x="7733" y="2896"/>
                    <a:pt x="8079" y="569"/>
                  </a:cubicBezTo>
                  <a:close/>
                  <a:moveTo>
                    <a:pt x="7834" y="1"/>
                  </a:moveTo>
                  <a:cubicBezTo>
                    <a:pt x="7694" y="1"/>
                    <a:pt x="7575" y="103"/>
                    <a:pt x="7554" y="242"/>
                  </a:cubicBezTo>
                  <a:cubicBezTo>
                    <a:pt x="7524" y="441"/>
                    <a:pt x="4549" y="20325"/>
                    <a:pt x="2276" y="39645"/>
                  </a:cubicBezTo>
                  <a:cubicBezTo>
                    <a:pt x="1" y="58977"/>
                    <a:pt x="259" y="86242"/>
                    <a:pt x="263" y="86514"/>
                  </a:cubicBezTo>
                  <a:cubicBezTo>
                    <a:pt x="264" y="86670"/>
                    <a:pt x="390" y="86795"/>
                    <a:pt x="546" y="86795"/>
                  </a:cubicBezTo>
                  <a:lnTo>
                    <a:pt x="548" y="86795"/>
                  </a:lnTo>
                  <a:lnTo>
                    <a:pt x="6602" y="86762"/>
                  </a:lnTo>
                  <a:cubicBezTo>
                    <a:pt x="6739" y="86762"/>
                    <a:pt x="6855" y="86663"/>
                    <a:pt x="6879" y="86529"/>
                  </a:cubicBezTo>
                  <a:cubicBezTo>
                    <a:pt x="6948" y="86146"/>
                    <a:pt x="13767" y="48318"/>
                    <a:pt x="15181" y="44077"/>
                  </a:cubicBezTo>
                  <a:cubicBezTo>
                    <a:pt x="16370" y="40509"/>
                    <a:pt x="19959" y="27356"/>
                    <a:pt x="21131" y="23034"/>
                  </a:cubicBezTo>
                  <a:cubicBezTo>
                    <a:pt x="21761" y="27973"/>
                    <a:pt x="23675" y="42573"/>
                    <a:pt x="24439" y="43845"/>
                  </a:cubicBezTo>
                  <a:cubicBezTo>
                    <a:pt x="25104" y="44956"/>
                    <a:pt x="32929" y="72428"/>
                    <a:pt x="36974" y="86798"/>
                  </a:cubicBezTo>
                  <a:cubicBezTo>
                    <a:pt x="37008" y="86920"/>
                    <a:pt x="37120" y="87004"/>
                    <a:pt x="37246" y="87004"/>
                  </a:cubicBezTo>
                  <a:lnTo>
                    <a:pt x="37251" y="87005"/>
                  </a:lnTo>
                  <a:lnTo>
                    <a:pt x="43578" y="86924"/>
                  </a:lnTo>
                  <a:cubicBezTo>
                    <a:pt x="43748" y="86921"/>
                    <a:pt x="43878" y="86771"/>
                    <a:pt x="43855" y="86602"/>
                  </a:cubicBezTo>
                  <a:lnTo>
                    <a:pt x="37607" y="41664"/>
                  </a:lnTo>
                  <a:lnTo>
                    <a:pt x="34157" y="289"/>
                  </a:lnTo>
                  <a:cubicBezTo>
                    <a:pt x="34145" y="143"/>
                    <a:pt x="34022" y="30"/>
                    <a:pt x="33875" y="30"/>
                  </a:cubicBezTo>
                  <a:lnTo>
                    <a:pt x="7834"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66"/>
            <p:cNvSpPr/>
            <p:nvPr/>
          </p:nvSpPr>
          <p:spPr>
            <a:xfrm>
              <a:off x="4963975" y="3405300"/>
              <a:ext cx="291075" cy="179850"/>
            </a:xfrm>
            <a:custGeom>
              <a:rect b="b" l="l" r="r" t="t"/>
              <a:pathLst>
                <a:path extrusionOk="0" h="7194" w="11643">
                  <a:moveTo>
                    <a:pt x="11403" y="0"/>
                  </a:moveTo>
                  <a:cubicBezTo>
                    <a:pt x="11379" y="0"/>
                    <a:pt x="11355" y="4"/>
                    <a:pt x="11331" y="13"/>
                  </a:cubicBezTo>
                  <a:lnTo>
                    <a:pt x="2876" y="3212"/>
                  </a:lnTo>
                  <a:cubicBezTo>
                    <a:pt x="2838" y="3227"/>
                    <a:pt x="2805" y="3250"/>
                    <a:pt x="2782" y="3284"/>
                  </a:cubicBezTo>
                  <a:lnTo>
                    <a:pt x="105" y="6854"/>
                  </a:lnTo>
                  <a:cubicBezTo>
                    <a:pt x="0" y="6994"/>
                    <a:pt x="100" y="7194"/>
                    <a:pt x="275" y="7194"/>
                  </a:cubicBezTo>
                  <a:cubicBezTo>
                    <a:pt x="342" y="7194"/>
                    <a:pt x="405" y="7161"/>
                    <a:pt x="445" y="7108"/>
                  </a:cubicBezTo>
                  <a:lnTo>
                    <a:pt x="3083" y="3588"/>
                  </a:lnTo>
                  <a:lnTo>
                    <a:pt x="11482" y="411"/>
                  </a:lnTo>
                  <a:cubicBezTo>
                    <a:pt x="11590" y="367"/>
                    <a:pt x="11643" y="246"/>
                    <a:pt x="11602" y="138"/>
                  </a:cubicBezTo>
                  <a:cubicBezTo>
                    <a:pt x="11570" y="52"/>
                    <a:pt x="11489" y="0"/>
                    <a:pt x="114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66"/>
            <p:cNvSpPr/>
            <p:nvPr/>
          </p:nvSpPr>
          <p:spPr>
            <a:xfrm>
              <a:off x="4735375" y="3171050"/>
              <a:ext cx="199175" cy="10650"/>
            </a:xfrm>
            <a:custGeom>
              <a:rect b="b" l="l" r="r" t="t"/>
              <a:pathLst>
                <a:path extrusionOk="0" h="426" w="7967">
                  <a:moveTo>
                    <a:pt x="214" y="1"/>
                  </a:moveTo>
                  <a:cubicBezTo>
                    <a:pt x="96" y="1"/>
                    <a:pt x="1" y="96"/>
                    <a:pt x="1" y="213"/>
                  </a:cubicBezTo>
                  <a:cubicBezTo>
                    <a:pt x="1" y="331"/>
                    <a:pt x="96" y="426"/>
                    <a:pt x="214" y="426"/>
                  </a:cubicBezTo>
                  <a:lnTo>
                    <a:pt x="7754" y="426"/>
                  </a:lnTo>
                  <a:cubicBezTo>
                    <a:pt x="7872" y="426"/>
                    <a:pt x="7966" y="331"/>
                    <a:pt x="7966" y="213"/>
                  </a:cubicBezTo>
                  <a:cubicBezTo>
                    <a:pt x="7966" y="96"/>
                    <a:pt x="7872" y="1"/>
                    <a:pt x="775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66"/>
            <p:cNvSpPr/>
            <p:nvPr/>
          </p:nvSpPr>
          <p:spPr>
            <a:xfrm>
              <a:off x="5192400" y="3171050"/>
              <a:ext cx="84925" cy="10650"/>
            </a:xfrm>
            <a:custGeom>
              <a:rect b="b" l="l" r="r" t="t"/>
              <a:pathLst>
                <a:path extrusionOk="0" h="426" w="3397">
                  <a:moveTo>
                    <a:pt x="214" y="1"/>
                  </a:moveTo>
                  <a:cubicBezTo>
                    <a:pt x="96" y="1"/>
                    <a:pt x="0" y="96"/>
                    <a:pt x="0" y="213"/>
                  </a:cubicBezTo>
                  <a:cubicBezTo>
                    <a:pt x="0" y="331"/>
                    <a:pt x="96" y="426"/>
                    <a:pt x="214" y="426"/>
                  </a:cubicBezTo>
                  <a:lnTo>
                    <a:pt x="3184" y="426"/>
                  </a:lnTo>
                  <a:cubicBezTo>
                    <a:pt x="3301" y="426"/>
                    <a:pt x="3396" y="331"/>
                    <a:pt x="3396" y="213"/>
                  </a:cubicBezTo>
                  <a:cubicBezTo>
                    <a:pt x="3396" y="96"/>
                    <a:pt x="3301" y="1"/>
                    <a:pt x="318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66"/>
            <p:cNvSpPr/>
            <p:nvPr/>
          </p:nvSpPr>
          <p:spPr>
            <a:xfrm>
              <a:off x="4199325" y="5206425"/>
              <a:ext cx="411775" cy="149375"/>
            </a:xfrm>
            <a:custGeom>
              <a:rect b="b" l="l" r="r" t="t"/>
              <a:pathLst>
                <a:path extrusionOk="0" h="5975" w="16471">
                  <a:moveTo>
                    <a:pt x="16470" y="1"/>
                  </a:moveTo>
                  <a:lnTo>
                    <a:pt x="9851" y="81"/>
                  </a:lnTo>
                  <a:lnTo>
                    <a:pt x="8801" y="1534"/>
                  </a:lnTo>
                  <a:cubicBezTo>
                    <a:pt x="8801" y="1534"/>
                    <a:pt x="82" y="5086"/>
                    <a:pt x="82" y="5409"/>
                  </a:cubicBezTo>
                  <a:cubicBezTo>
                    <a:pt x="82" y="5732"/>
                    <a:pt x="1" y="5975"/>
                    <a:pt x="728" y="5975"/>
                  </a:cubicBezTo>
                  <a:lnTo>
                    <a:pt x="11949" y="5975"/>
                  </a:lnTo>
                  <a:lnTo>
                    <a:pt x="13160" y="5571"/>
                  </a:lnTo>
                  <a:lnTo>
                    <a:pt x="13160" y="5975"/>
                  </a:lnTo>
                  <a:lnTo>
                    <a:pt x="16389" y="5975"/>
                  </a:lnTo>
                  <a:lnTo>
                    <a:pt x="1647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66"/>
            <p:cNvSpPr/>
            <p:nvPr/>
          </p:nvSpPr>
          <p:spPr>
            <a:xfrm>
              <a:off x="5125700" y="5206425"/>
              <a:ext cx="411775" cy="149375"/>
            </a:xfrm>
            <a:custGeom>
              <a:rect b="b" l="l" r="r" t="t"/>
              <a:pathLst>
                <a:path extrusionOk="0" h="5975" w="16471">
                  <a:moveTo>
                    <a:pt x="16470" y="1"/>
                  </a:moveTo>
                  <a:lnTo>
                    <a:pt x="9851" y="81"/>
                  </a:lnTo>
                  <a:lnTo>
                    <a:pt x="8801" y="1534"/>
                  </a:lnTo>
                  <a:cubicBezTo>
                    <a:pt x="8801" y="1534"/>
                    <a:pt x="82" y="5086"/>
                    <a:pt x="82" y="5409"/>
                  </a:cubicBezTo>
                  <a:cubicBezTo>
                    <a:pt x="82" y="5732"/>
                    <a:pt x="1" y="5975"/>
                    <a:pt x="728" y="5975"/>
                  </a:cubicBezTo>
                  <a:lnTo>
                    <a:pt x="11949" y="5975"/>
                  </a:lnTo>
                  <a:lnTo>
                    <a:pt x="13160" y="5571"/>
                  </a:lnTo>
                  <a:lnTo>
                    <a:pt x="13160" y="5975"/>
                  </a:lnTo>
                  <a:lnTo>
                    <a:pt x="16389" y="5975"/>
                  </a:lnTo>
                  <a:lnTo>
                    <a:pt x="16470"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66"/>
            <p:cNvSpPr/>
            <p:nvPr/>
          </p:nvSpPr>
          <p:spPr>
            <a:xfrm>
              <a:off x="4781725" y="1727075"/>
              <a:ext cx="440575" cy="143650"/>
            </a:xfrm>
            <a:custGeom>
              <a:rect b="b" l="l" r="r" t="t"/>
              <a:pathLst>
                <a:path extrusionOk="0" h="5746" w="17623">
                  <a:moveTo>
                    <a:pt x="8537" y="1"/>
                  </a:moveTo>
                  <a:cubicBezTo>
                    <a:pt x="6393" y="1"/>
                    <a:pt x="4198" y="236"/>
                    <a:pt x="2620" y="982"/>
                  </a:cubicBezTo>
                  <a:lnTo>
                    <a:pt x="1" y="5745"/>
                  </a:lnTo>
                  <a:cubicBezTo>
                    <a:pt x="1" y="5745"/>
                    <a:pt x="6549" y="3840"/>
                    <a:pt x="10121" y="3840"/>
                  </a:cubicBezTo>
                  <a:cubicBezTo>
                    <a:pt x="13694" y="3840"/>
                    <a:pt x="17623" y="4555"/>
                    <a:pt x="17623" y="4555"/>
                  </a:cubicBezTo>
                  <a:lnTo>
                    <a:pt x="15739" y="694"/>
                  </a:lnTo>
                  <a:cubicBezTo>
                    <a:pt x="15739" y="694"/>
                    <a:pt x="12214" y="1"/>
                    <a:pt x="8537" y="1"/>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66"/>
            <p:cNvSpPr/>
            <p:nvPr/>
          </p:nvSpPr>
          <p:spPr>
            <a:xfrm>
              <a:off x="4772950" y="1719850"/>
              <a:ext cx="458075" cy="157950"/>
            </a:xfrm>
            <a:custGeom>
              <a:rect b="b" l="l" r="r" t="t"/>
              <a:pathLst>
                <a:path extrusionOk="0" h="6318" w="18323">
                  <a:moveTo>
                    <a:pt x="8873" y="576"/>
                  </a:moveTo>
                  <a:cubicBezTo>
                    <a:pt x="12090" y="576"/>
                    <a:pt x="15213" y="1111"/>
                    <a:pt x="15899" y="1235"/>
                  </a:cubicBezTo>
                  <a:lnTo>
                    <a:pt x="17477" y="4473"/>
                  </a:lnTo>
                  <a:cubicBezTo>
                    <a:pt x="16267" y="4279"/>
                    <a:pt x="13248" y="3845"/>
                    <a:pt x="10472" y="3845"/>
                  </a:cubicBezTo>
                  <a:cubicBezTo>
                    <a:pt x="7527" y="3845"/>
                    <a:pt x="2682" y="5097"/>
                    <a:pt x="925" y="5579"/>
                  </a:cubicBezTo>
                  <a:lnTo>
                    <a:pt x="3174" y="1490"/>
                  </a:lnTo>
                  <a:lnTo>
                    <a:pt x="3174" y="1489"/>
                  </a:lnTo>
                  <a:cubicBezTo>
                    <a:pt x="4697" y="797"/>
                    <a:pt x="6804" y="576"/>
                    <a:pt x="8873" y="576"/>
                  </a:cubicBezTo>
                  <a:close/>
                  <a:moveTo>
                    <a:pt x="8908" y="1"/>
                  </a:moveTo>
                  <a:cubicBezTo>
                    <a:pt x="6727" y="1"/>
                    <a:pt x="4482" y="243"/>
                    <a:pt x="2850" y="1014"/>
                  </a:cubicBezTo>
                  <a:cubicBezTo>
                    <a:pt x="2796" y="1040"/>
                    <a:pt x="2751" y="1082"/>
                    <a:pt x="2722" y="1134"/>
                  </a:cubicBezTo>
                  <a:lnTo>
                    <a:pt x="103" y="5898"/>
                  </a:lnTo>
                  <a:cubicBezTo>
                    <a:pt x="0" y="6086"/>
                    <a:pt x="137" y="6316"/>
                    <a:pt x="352" y="6317"/>
                  </a:cubicBezTo>
                  <a:cubicBezTo>
                    <a:pt x="378" y="6317"/>
                    <a:pt x="405" y="6313"/>
                    <a:pt x="431" y="6306"/>
                  </a:cubicBezTo>
                  <a:cubicBezTo>
                    <a:pt x="496" y="6287"/>
                    <a:pt x="6981" y="4412"/>
                    <a:pt x="10472" y="4412"/>
                  </a:cubicBezTo>
                  <a:cubicBezTo>
                    <a:pt x="13976" y="4412"/>
                    <a:pt x="17884" y="5114"/>
                    <a:pt x="17923" y="5122"/>
                  </a:cubicBezTo>
                  <a:cubicBezTo>
                    <a:pt x="17940" y="5125"/>
                    <a:pt x="17957" y="5127"/>
                    <a:pt x="17974" y="5127"/>
                  </a:cubicBezTo>
                  <a:cubicBezTo>
                    <a:pt x="18177" y="5127"/>
                    <a:pt x="18322" y="4911"/>
                    <a:pt x="18228" y="4719"/>
                  </a:cubicBezTo>
                  <a:lnTo>
                    <a:pt x="16346" y="857"/>
                  </a:lnTo>
                  <a:cubicBezTo>
                    <a:pt x="16307" y="777"/>
                    <a:pt x="16232" y="721"/>
                    <a:pt x="16146" y="704"/>
                  </a:cubicBezTo>
                  <a:cubicBezTo>
                    <a:pt x="15919" y="659"/>
                    <a:pt x="12500" y="1"/>
                    <a:pt x="89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66"/>
            <p:cNvSpPr/>
            <p:nvPr/>
          </p:nvSpPr>
          <p:spPr>
            <a:xfrm>
              <a:off x="5154275" y="1927700"/>
              <a:ext cx="518725" cy="985300"/>
            </a:xfrm>
            <a:custGeom>
              <a:rect b="b" l="l" r="r" t="t"/>
              <a:pathLst>
                <a:path extrusionOk="0" h="39412" w="20749">
                  <a:moveTo>
                    <a:pt x="12201" y="1"/>
                  </a:moveTo>
                  <a:cubicBezTo>
                    <a:pt x="9248" y="241"/>
                    <a:pt x="7266" y="20313"/>
                    <a:pt x="7266" y="20313"/>
                  </a:cubicBezTo>
                  <a:lnTo>
                    <a:pt x="9134" y="29655"/>
                  </a:lnTo>
                  <a:lnTo>
                    <a:pt x="415" y="33806"/>
                  </a:lnTo>
                  <a:lnTo>
                    <a:pt x="0" y="39412"/>
                  </a:lnTo>
                  <a:lnTo>
                    <a:pt x="0" y="39412"/>
                  </a:lnTo>
                  <a:lnTo>
                    <a:pt x="17363" y="37029"/>
                  </a:lnTo>
                  <a:cubicBezTo>
                    <a:pt x="19402" y="36748"/>
                    <a:pt x="20749" y="34765"/>
                    <a:pt x="20257" y="32768"/>
                  </a:cubicBezTo>
                  <a:lnTo>
                    <a:pt x="12201" y="1"/>
                  </a:ln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66"/>
            <p:cNvSpPr/>
            <p:nvPr/>
          </p:nvSpPr>
          <p:spPr>
            <a:xfrm>
              <a:off x="5146900" y="1920600"/>
              <a:ext cx="527025" cy="999500"/>
            </a:xfrm>
            <a:custGeom>
              <a:rect b="b" l="l" r="r" t="t"/>
              <a:pathLst>
                <a:path extrusionOk="0" h="39980" w="21081">
                  <a:moveTo>
                    <a:pt x="12291" y="638"/>
                  </a:moveTo>
                  <a:lnTo>
                    <a:pt x="20277" y="33121"/>
                  </a:lnTo>
                  <a:cubicBezTo>
                    <a:pt x="20492" y="33996"/>
                    <a:pt x="20326" y="34922"/>
                    <a:pt x="19819" y="35667"/>
                  </a:cubicBezTo>
                  <a:cubicBezTo>
                    <a:pt x="19313" y="36413"/>
                    <a:pt x="18513" y="36909"/>
                    <a:pt x="17620" y="37031"/>
                  </a:cubicBezTo>
                  <a:lnTo>
                    <a:pt x="604" y="39367"/>
                  </a:lnTo>
                  <a:lnTo>
                    <a:pt x="982" y="34276"/>
                  </a:lnTo>
                  <a:lnTo>
                    <a:pt x="9552" y="30194"/>
                  </a:lnTo>
                  <a:cubicBezTo>
                    <a:pt x="9669" y="30139"/>
                    <a:pt x="9734" y="30010"/>
                    <a:pt x="9708" y="29883"/>
                  </a:cubicBezTo>
                  <a:lnTo>
                    <a:pt x="7848" y="20582"/>
                  </a:lnTo>
                  <a:cubicBezTo>
                    <a:pt x="8579" y="13206"/>
                    <a:pt x="10395" y="1660"/>
                    <a:pt x="12291" y="638"/>
                  </a:cubicBezTo>
                  <a:close/>
                  <a:moveTo>
                    <a:pt x="12492" y="0"/>
                  </a:moveTo>
                  <a:cubicBezTo>
                    <a:pt x="12486" y="0"/>
                    <a:pt x="12479" y="1"/>
                    <a:pt x="12472" y="1"/>
                  </a:cubicBezTo>
                  <a:cubicBezTo>
                    <a:pt x="9437" y="249"/>
                    <a:pt x="7615" y="17177"/>
                    <a:pt x="7279" y="20568"/>
                  </a:cubicBezTo>
                  <a:cubicBezTo>
                    <a:pt x="7277" y="20596"/>
                    <a:pt x="7278" y="20624"/>
                    <a:pt x="7284" y="20652"/>
                  </a:cubicBezTo>
                  <a:lnTo>
                    <a:pt x="9109" y="29778"/>
                  </a:lnTo>
                  <a:lnTo>
                    <a:pt x="589" y="33835"/>
                  </a:lnTo>
                  <a:cubicBezTo>
                    <a:pt x="497" y="33878"/>
                    <a:pt x="436" y="33968"/>
                    <a:pt x="428" y="34069"/>
                  </a:cubicBezTo>
                  <a:lnTo>
                    <a:pt x="13" y="39674"/>
                  </a:lnTo>
                  <a:cubicBezTo>
                    <a:pt x="1" y="39839"/>
                    <a:pt x="131" y="39978"/>
                    <a:pt x="295" y="39979"/>
                  </a:cubicBezTo>
                  <a:cubicBezTo>
                    <a:pt x="308" y="39978"/>
                    <a:pt x="321" y="39978"/>
                    <a:pt x="333" y="39976"/>
                  </a:cubicBezTo>
                  <a:lnTo>
                    <a:pt x="17696" y="37593"/>
                  </a:lnTo>
                  <a:cubicBezTo>
                    <a:pt x="18749" y="37449"/>
                    <a:pt x="19690" y="36865"/>
                    <a:pt x="20287" y="35986"/>
                  </a:cubicBezTo>
                  <a:cubicBezTo>
                    <a:pt x="20885" y="35107"/>
                    <a:pt x="21080" y="34016"/>
                    <a:pt x="20826" y="32985"/>
                  </a:cubicBezTo>
                  <a:lnTo>
                    <a:pt x="12771" y="216"/>
                  </a:lnTo>
                  <a:cubicBezTo>
                    <a:pt x="12738" y="89"/>
                    <a:pt x="12623" y="0"/>
                    <a:pt x="124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66"/>
            <p:cNvSpPr/>
            <p:nvPr/>
          </p:nvSpPr>
          <p:spPr>
            <a:xfrm>
              <a:off x="4543950" y="1815650"/>
              <a:ext cx="918300" cy="1251350"/>
            </a:xfrm>
            <a:custGeom>
              <a:rect b="b" l="l" r="r" t="t"/>
              <a:pathLst>
                <a:path extrusionOk="0" h="50054" w="36732">
                  <a:moveTo>
                    <a:pt x="18657" y="0"/>
                  </a:moveTo>
                  <a:cubicBezTo>
                    <a:pt x="15879" y="0"/>
                    <a:pt x="13007" y="296"/>
                    <a:pt x="10308" y="861"/>
                  </a:cubicBezTo>
                  <a:cubicBezTo>
                    <a:pt x="7851" y="1374"/>
                    <a:pt x="5538" y="2109"/>
                    <a:pt x="3571" y="3046"/>
                  </a:cubicBezTo>
                  <a:cubicBezTo>
                    <a:pt x="1071" y="4236"/>
                    <a:pt x="0" y="4593"/>
                    <a:pt x="0" y="4593"/>
                  </a:cubicBezTo>
                  <a:cubicBezTo>
                    <a:pt x="0" y="4593"/>
                    <a:pt x="3081" y="44513"/>
                    <a:pt x="3081" y="46537"/>
                  </a:cubicBezTo>
                  <a:cubicBezTo>
                    <a:pt x="3081" y="48561"/>
                    <a:pt x="2962" y="48680"/>
                    <a:pt x="3676" y="49275"/>
                  </a:cubicBezTo>
                  <a:cubicBezTo>
                    <a:pt x="4281" y="49779"/>
                    <a:pt x="7024" y="50053"/>
                    <a:pt x="11825" y="50053"/>
                  </a:cubicBezTo>
                  <a:cubicBezTo>
                    <a:pt x="12695" y="50053"/>
                    <a:pt x="13632" y="50044"/>
                    <a:pt x="14635" y="50026"/>
                  </a:cubicBezTo>
                  <a:cubicBezTo>
                    <a:pt x="17364" y="49976"/>
                    <a:pt x="19968" y="49962"/>
                    <a:pt x="22121" y="49962"/>
                  </a:cubicBezTo>
                  <a:cubicBezTo>
                    <a:pt x="25134" y="49962"/>
                    <a:pt x="27263" y="49990"/>
                    <a:pt x="27610" y="49990"/>
                  </a:cubicBezTo>
                  <a:cubicBezTo>
                    <a:pt x="28205" y="49990"/>
                    <a:pt x="29277" y="49632"/>
                    <a:pt x="29991" y="48561"/>
                  </a:cubicBezTo>
                  <a:cubicBezTo>
                    <a:pt x="30706" y="47489"/>
                    <a:pt x="36496" y="4959"/>
                    <a:pt x="36614" y="4483"/>
                  </a:cubicBezTo>
                  <a:cubicBezTo>
                    <a:pt x="36732" y="4005"/>
                    <a:pt x="27619" y="1251"/>
                    <a:pt x="26777" y="1011"/>
                  </a:cubicBezTo>
                  <a:cubicBezTo>
                    <a:pt x="24383" y="327"/>
                    <a:pt x="21572" y="0"/>
                    <a:pt x="18657" y="0"/>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66"/>
            <p:cNvSpPr/>
            <p:nvPr/>
          </p:nvSpPr>
          <p:spPr>
            <a:xfrm>
              <a:off x="4536625" y="1808450"/>
              <a:ext cx="933050" cy="1265625"/>
            </a:xfrm>
            <a:custGeom>
              <a:rect b="b" l="l" r="r" t="t"/>
              <a:pathLst>
                <a:path extrusionOk="0" h="50625" w="37322">
                  <a:moveTo>
                    <a:pt x="18942" y="566"/>
                  </a:moveTo>
                  <a:cubicBezTo>
                    <a:pt x="21873" y="566"/>
                    <a:pt x="24649" y="902"/>
                    <a:pt x="26992" y="1572"/>
                  </a:cubicBezTo>
                  <a:cubicBezTo>
                    <a:pt x="28646" y="2044"/>
                    <a:pt x="35732" y="4245"/>
                    <a:pt x="36607" y="4844"/>
                  </a:cubicBezTo>
                  <a:cubicBezTo>
                    <a:pt x="36534" y="5315"/>
                    <a:pt x="36301" y="6968"/>
                    <a:pt x="35754" y="10873"/>
                  </a:cubicBezTo>
                  <a:cubicBezTo>
                    <a:pt x="34212" y="21871"/>
                    <a:pt x="30602" y="47625"/>
                    <a:pt x="30048" y="48691"/>
                  </a:cubicBezTo>
                  <a:cubicBezTo>
                    <a:pt x="29362" y="49721"/>
                    <a:pt x="28345" y="49994"/>
                    <a:pt x="27903" y="49994"/>
                  </a:cubicBezTo>
                  <a:lnTo>
                    <a:pt x="27314" y="49989"/>
                  </a:lnTo>
                  <a:cubicBezTo>
                    <a:pt x="26453" y="49982"/>
                    <a:pt x="24693" y="49966"/>
                    <a:pt x="22431" y="49966"/>
                  </a:cubicBezTo>
                  <a:cubicBezTo>
                    <a:pt x="20270" y="49966"/>
                    <a:pt x="17652" y="49981"/>
                    <a:pt x="14924" y="50030"/>
                  </a:cubicBezTo>
                  <a:cubicBezTo>
                    <a:pt x="13893" y="50049"/>
                    <a:pt x="12961" y="50058"/>
                    <a:pt x="12116" y="50058"/>
                  </a:cubicBezTo>
                  <a:cubicBezTo>
                    <a:pt x="5763" y="50058"/>
                    <a:pt x="4426" y="49575"/>
                    <a:pt x="4152" y="49346"/>
                  </a:cubicBezTo>
                  <a:cubicBezTo>
                    <a:pt x="3641" y="48920"/>
                    <a:pt x="3642" y="48870"/>
                    <a:pt x="3654" y="47575"/>
                  </a:cubicBezTo>
                  <a:cubicBezTo>
                    <a:pt x="3656" y="47358"/>
                    <a:pt x="3658" y="47110"/>
                    <a:pt x="3658" y="46825"/>
                  </a:cubicBezTo>
                  <a:cubicBezTo>
                    <a:pt x="3658" y="44868"/>
                    <a:pt x="861" y="8568"/>
                    <a:pt x="592" y="5075"/>
                  </a:cubicBezTo>
                  <a:cubicBezTo>
                    <a:pt x="1014" y="4918"/>
                    <a:pt x="2088" y="4494"/>
                    <a:pt x="3987" y="3589"/>
                  </a:cubicBezTo>
                  <a:cubicBezTo>
                    <a:pt x="5896" y="2679"/>
                    <a:pt x="8141" y="1951"/>
                    <a:pt x="10658" y="1426"/>
                  </a:cubicBezTo>
                  <a:cubicBezTo>
                    <a:pt x="13405" y="851"/>
                    <a:pt x="16239" y="566"/>
                    <a:pt x="18942" y="566"/>
                  </a:cubicBezTo>
                  <a:close/>
                  <a:moveTo>
                    <a:pt x="18942" y="1"/>
                  </a:moveTo>
                  <a:cubicBezTo>
                    <a:pt x="16199" y="1"/>
                    <a:pt x="13325" y="290"/>
                    <a:pt x="10543" y="872"/>
                  </a:cubicBezTo>
                  <a:cubicBezTo>
                    <a:pt x="7982" y="1406"/>
                    <a:pt x="5694" y="2149"/>
                    <a:pt x="3743" y="3077"/>
                  </a:cubicBezTo>
                  <a:cubicBezTo>
                    <a:pt x="1294" y="4244"/>
                    <a:pt x="213" y="4609"/>
                    <a:pt x="204" y="4613"/>
                  </a:cubicBezTo>
                  <a:cubicBezTo>
                    <a:pt x="79" y="4654"/>
                    <a:pt x="0" y="4774"/>
                    <a:pt x="10" y="4904"/>
                  </a:cubicBezTo>
                  <a:cubicBezTo>
                    <a:pt x="41" y="5302"/>
                    <a:pt x="3091" y="44834"/>
                    <a:pt x="3091" y="46825"/>
                  </a:cubicBezTo>
                  <a:cubicBezTo>
                    <a:pt x="3091" y="47108"/>
                    <a:pt x="3089" y="47355"/>
                    <a:pt x="3087" y="47569"/>
                  </a:cubicBezTo>
                  <a:cubicBezTo>
                    <a:pt x="3074" y="48905"/>
                    <a:pt x="3071" y="49183"/>
                    <a:pt x="3789" y="49780"/>
                  </a:cubicBezTo>
                  <a:cubicBezTo>
                    <a:pt x="4462" y="50342"/>
                    <a:pt x="7258" y="50624"/>
                    <a:pt x="12117" y="50624"/>
                  </a:cubicBezTo>
                  <a:cubicBezTo>
                    <a:pt x="12990" y="50624"/>
                    <a:pt x="13929" y="50616"/>
                    <a:pt x="14934" y="50597"/>
                  </a:cubicBezTo>
                  <a:cubicBezTo>
                    <a:pt x="17659" y="50548"/>
                    <a:pt x="20273" y="50533"/>
                    <a:pt x="22431" y="50533"/>
                  </a:cubicBezTo>
                  <a:cubicBezTo>
                    <a:pt x="24691" y="50533"/>
                    <a:pt x="26449" y="50549"/>
                    <a:pt x="27309" y="50556"/>
                  </a:cubicBezTo>
                  <a:lnTo>
                    <a:pt x="27903" y="50560"/>
                  </a:lnTo>
                  <a:cubicBezTo>
                    <a:pt x="28490" y="50560"/>
                    <a:pt x="29702" y="50234"/>
                    <a:pt x="30520" y="49006"/>
                  </a:cubicBezTo>
                  <a:cubicBezTo>
                    <a:pt x="31004" y="48279"/>
                    <a:pt x="33187" y="33267"/>
                    <a:pt x="36314" y="10952"/>
                  </a:cubicBezTo>
                  <a:cubicBezTo>
                    <a:pt x="36799" y="7494"/>
                    <a:pt x="37149" y="4994"/>
                    <a:pt x="37182" y="4839"/>
                  </a:cubicBezTo>
                  <a:cubicBezTo>
                    <a:pt x="37263" y="4515"/>
                    <a:pt x="37321" y="4280"/>
                    <a:pt x="32437" y="2676"/>
                  </a:cubicBezTo>
                  <a:cubicBezTo>
                    <a:pt x="30038" y="1890"/>
                    <a:pt x="27564" y="1145"/>
                    <a:pt x="27149" y="1026"/>
                  </a:cubicBezTo>
                  <a:cubicBezTo>
                    <a:pt x="24758" y="344"/>
                    <a:pt x="21927" y="1"/>
                    <a:pt x="1894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66"/>
            <p:cNvSpPr/>
            <p:nvPr/>
          </p:nvSpPr>
          <p:spPr>
            <a:xfrm>
              <a:off x="5098750" y="2607025"/>
              <a:ext cx="76075" cy="61225"/>
            </a:xfrm>
            <a:custGeom>
              <a:rect b="b" l="l" r="r" t="t"/>
              <a:pathLst>
                <a:path extrusionOk="0" h="2449" w="3043">
                  <a:moveTo>
                    <a:pt x="2721" y="0"/>
                  </a:moveTo>
                  <a:cubicBezTo>
                    <a:pt x="2646" y="0"/>
                    <a:pt x="2571" y="30"/>
                    <a:pt x="2515" y="89"/>
                  </a:cubicBezTo>
                  <a:cubicBezTo>
                    <a:pt x="1775" y="762"/>
                    <a:pt x="984" y="1376"/>
                    <a:pt x="150" y="1928"/>
                  </a:cubicBezTo>
                  <a:cubicBezTo>
                    <a:pt x="47" y="1997"/>
                    <a:pt x="0" y="2126"/>
                    <a:pt x="36" y="2245"/>
                  </a:cubicBezTo>
                  <a:cubicBezTo>
                    <a:pt x="71" y="2365"/>
                    <a:pt x="182" y="2447"/>
                    <a:pt x="306" y="2448"/>
                  </a:cubicBezTo>
                  <a:cubicBezTo>
                    <a:pt x="361" y="2448"/>
                    <a:pt x="415" y="2432"/>
                    <a:pt x="462" y="2402"/>
                  </a:cubicBezTo>
                  <a:cubicBezTo>
                    <a:pt x="1321" y="1834"/>
                    <a:pt x="2134" y="1201"/>
                    <a:pt x="2896" y="507"/>
                  </a:cubicBezTo>
                  <a:cubicBezTo>
                    <a:pt x="3026" y="406"/>
                    <a:pt x="3042" y="215"/>
                    <a:pt x="2931" y="93"/>
                  </a:cubicBezTo>
                  <a:cubicBezTo>
                    <a:pt x="2875" y="31"/>
                    <a:pt x="2798" y="0"/>
                    <a:pt x="27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66"/>
            <p:cNvSpPr/>
            <p:nvPr/>
          </p:nvSpPr>
          <p:spPr>
            <a:xfrm>
              <a:off x="5213825" y="2219000"/>
              <a:ext cx="179225" cy="342950"/>
            </a:xfrm>
            <a:custGeom>
              <a:rect b="b" l="l" r="r" t="t"/>
              <a:pathLst>
                <a:path extrusionOk="0" h="13718" w="7169">
                  <a:moveTo>
                    <a:pt x="6857" y="1"/>
                  </a:moveTo>
                  <a:cubicBezTo>
                    <a:pt x="6726" y="1"/>
                    <a:pt x="6608" y="92"/>
                    <a:pt x="6580" y="225"/>
                  </a:cubicBezTo>
                  <a:cubicBezTo>
                    <a:pt x="6563" y="297"/>
                    <a:pt x="4880" y="7540"/>
                    <a:pt x="153" y="13252"/>
                  </a:cubicBezTo>
                  <a:cubicBezTo>
                    <a:pt x="0" y="13437"/>
                    <a:pt x="131" y="13717"/>
                    <a:pt x="371" y="13718"/>
                  </a:cubicBezTo>
                  <a:cubicBezTo>
                    <a:pt x="456" y="13718"/>
                    <a:pt x="536" y="13680"/>
                    <a:pt x="589" y="13615"/>
                  </a:cubicBezTo>
                  <a:cubicBezTo>
                    <a:pt x="5406" y="7795"/>
                    <a:pt x="7115" y="424"/>
                    <a:pt x="7132" y="350"/>
                  </a:cubicBezTo>
                  <a:cubicBezTo>
                    <a:pt x="7168" y="197"/>
                    <a:pt x="7073" y="43"/>
                    <a:pt x="6920" y="8"/>
                  </a:cubicBezTo>
                  <a:cubicBezTo>
                    <a:pt x="6899" y="3"/>
                    <a:pt x="6878" y="1"/>
                    <a:pt x="685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66"/>
            <p:cNvSpPr/>
            <p:nvPr/>
          </p:nvSpPr>
          <p:spPr>
            <a:xfrm>
              <a:off x="5395900" y="2664750"/>
              <a:ext cx="165100" cy="82175"/>
            </a:xfrm>
            <a:custGeom>
              <a:rect b="b" l="l" r="r" t="t"/>
              <a:pathLst>
                <a:path extrusionOk="0" h="3287" w="6604">
                  <a:moveTo>
                    <a:pt x="321" y="0"/>
                  </a:moveTo>
                  <a:cubicBezTo>
                    <a:pt x="264" y="0"/>
                    <a:pt x="206" y="17"/>
                    <a:pt x="156" y="53"/>
                  </a:cubicBezTo>
                  <a:cubicBezTo>
                    <a:pt x="34" y="140"/>
                    <a:pt x="0" y="307"/>
                    <a:pt x="80" y="435"/>
                  </a:cubicBezTo>
                  <a:cubicBezTo>
                    <a:pt x="154" y="538"/>
                    <a:pt x="1951" y="2996"/>
                    <a:pt x="6304" y="3285"/>
                  </a:cubicBezTo>
                  <a:cubicBezTo>
                    <a:pt x="6312" y="3286"/>
                    <a:pt x="6317" y="3286"/>
                    <a:pt x="6323" y="3286"/>
                  </a:cubicBezTo>
                  <a:lnTo>
                    <a:pt x="6325" y="3286"/>
                  </a:lnTo>
                  <a:cubicBezTo>
                    <a:pt x="6474" y="3281"/>
                    <a:pt x="6594" y="3161"/>
                    <a:pt x="6598" y="3012"/>
                  </a:cubicBezTo>
                  <a:cubicBezTo>
                    <a:pt x="6604" y="2861"/>
                    <a:pt x="6491" y="2734"/>
                    <a:pt x="6343" y="2719"/>
                  </a:cubicBezTo>
                  <a:cubicBezTo>
                    <a:pt x="2272" y="2449"/>
                    <a:pt x="558" y="128"/>
                    <a:pt x="541" y="105"/>
                  </a:cubicBezTo>
                  <a:cubicBezTo>
                    <a:pt x="485" y="36"/>
                    <a:pt x="404" y="0"/>
                    <a:pt x="3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66"/>
            <p:cNvSpPr/>
            <p:nvPr/>
          </p:nvSpPr>
          <p:spPr>
            <a:xfrm>
              <a:off x="5375050" y="2662275"/>
              <a:ext cx="104575" cy="116525"/>
            </a:xfrm>
            <a:custGeom>
              <a:rect b="b" l="l" r="r" t="t"/>
              <a:pathLst>
                <a:path extrusionOk="0" h="4661" w="4183">
                  <a:moveTo>
                    <a:pt x="308" y="0"/>
                  </a:moveTo>
                  <a:cubicBezTo>
                    <a:pt x="285" y="0"/>
                    <a:pt x="262" y="3"/>
                    <a:pt x="239" y="9"/>
                  </a:cubicBezTo>
                  <a:cubicBezTo>
                    <a:pt x="92" y="46"/>
                    <a:pt x="0" y="191"/>
                    <a:pt x="29" y="340"/>
                  </a:cubicBezTo>
                  <a:cubicBezTo>
                    <a:pt x="57" y="453"/>
                    <a:pt x="753" y="3131"/>
                    <a:pt x="3751" y="4631"/>
                  </a:cubicBezTo>
                  <a:cubicBezTo>
                    <a:pt x="3791" y="4650"/>
                    <a:pt x="3834" y="4660"/>
                    <a:pt x="3877" y="4661"/>
                  </a:cubicBezTo>
                  <a:cubicBezTo>
                    <a:pt x="4008" y="4660"/>
                    <a:pt x="4122" y="4569"/>
                    <a:pt x="4152" y="4441"/>
                  </a:cubicBezTo>
                  <a:cubicBezTo>
                    <a:pt x="4182" y="4315"/>
                    <a:pt x="4121" y="4183"/>
                    <a:pt x="4005" y="4123"/>
                  </a:cubicBezTo>
                  <a:cubicBezTo>
                    <a:pt x="1250" y="2746"/>
                    <a:pt x="585" y="227"/>
                    <a:pt x="580" y="203"/>
                  </a:cubicBezTo>
                  <a:cubicBezTo>
                    <a:pt x="543" y="80"/>
                    <a:pt x="430" y="0"/>
                    <a:pt x="3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66"/>
            <p:cNvSpPr/>
            <p:nvPr/>
          </p:nvSpPr>
          <p:spPr>
            <a:xfrm>
              <a:off x="3624925" y="1542075"/>
              <a:ext cx="1000550" cy="848475"/>
            </a:xfrm>
            <a:custGeom>
              <a:rect b="b" l="l" r="r" t="t"/>
              <a:pathLst>
                <a:path extrusionOk="0" h="33939" w="40022">
                  <a:moveTo>
                    <a:pt x="3242" y="1"/>
                  </a:moveTo>
                  <a:lnTo>
                    <a:pt x="1" y="2702"/>
                  </a:lnTo>
                  <a:lnTo>
                    <a:pt x="14963" y="31490"/>
                  </a:lnTo>
                  <a:cubicBezTo>
                    <a:pt x="15757" y="33017"/>
                    <a:pt x="17327" y="33938"/>
                    <a:pt x="18995" y="33938"/>
                  </a:cubicBezTo>
                  <a:cubicBezTo>
                    <a:pt x="19319" y="33938"/>
                    <a:pt x="19646" y="33904"/>
                    <a:pt x="19972" y="33832"/>
                  </a:cubicBezTo>
                  <a:lnTo>
                    <a:pt x="37823" y="29898"/>
                  </a:lnTo>
                  <a:cubicBezTo>
                    <a:pt x="37823" y="29898"/>
                    <a:pt x="40022" y="23868"/>
                    <a:pt x="36761" y="15536"/>
                  </a:cubicBezTo>
                  <a:lnTo>
                    <a:pt x="19940" y="20794"/>
                  </a:lnTo>
                  <a:lnTo>
                    <a:pt x="3242" y="1"/>
                  </a:ln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66"/>
            <p:cNvSpPr/>
            <p:nvPr/>
          </p:nvSpPr>
          <p:spPr>
            <a:xfrm>
              <a:off x="3617100" y="1535000"/>
              <a:ext cx="1015025" cy="862625"/>
            </a:xfrm>
            <a:custGeom>
              <a:rect b="b" l="l" r="r" t="t"/>
              <a:pathLst>
                <a:path extrusionOk="0" h="34505" w="40601">
                  <a:moveTo>
                    <a:pt x="3515" y="685"/>
                  </a:moveTo>
                  <a:lnTo>
                    <a:pt x="20032" y="21254"/>
                  </a:lnTo>
                  <a:cubicBezTo>
                    <a:pt x="20086" y="21322"/>
                    <a:pt x="20168" y="21360"/>
                    <a:pt x="20252" y="21360"/>
                  </a:cubicBezTo>
                  <a:cubicBezTo>
                    <a:pt x="20281" y="21360"/>
                    <a:pt x="20309" y="21356"/>
                    <a:pt x="20337" y="21347"/>
                  </a:cubicBezTo>
                  <a:lnTo>
                    <a:pt x="36904" y="16168"/>
                  </a:lnTo>
                  <a:cubicBezTo>
                    <a:pt x="39682" y="23470"/>
                    <a:pt x="38210" y="28988"/>
                    <a:pt x="37916" y="29939"/>
                  </a:cubicBezTo>
                  <a:lnTo>
                    <a:pt x="20225" y="33838"/>
                  </a:lnTo>
                  <a:cubicBezTo>
                    <a:pt x="19920" y="33905"/>
                    <a:pt x="19613" y="33938"/>
                    <a:pt x="19310" y="33938"/>
                  </a:cubicBezTo>
                  <a:cubicBezTo>
                    <a:pt x="17746" y="33938"/>
                    <a:pt x="16271" y="33072"/>
                    <a:pt x="15529" y="31643"/>
                  </a:cubicBezTo>
                  <a:lnTo>
                    <a:pt x="671" y="3056"/>
                  </a:lnTo>
                  <a:lnTo>
                    <a:pt x="3515" y="685"/>
                  </a:lnTo>
                  <a:close/>
                  <a:moveTo>
                    <a:pt x="3559" y="0"/>
                  </a:moveTo>
                  <a:cubicBezTo>
                    <a:pt x="3491" y="0"/>
                    <a:pt x="3426" y="23"/>
                    <a:pt x="3374" y="65"/>
                  </a:cubicBezTo>
                  <a:lnTo>
                    <a:pt x="132" y="2768"/>
                  </a:lnTo>
                  <a:cubicBezTo>
                    <a:pt x="30" y="2853"/>
                    <a:pt x="1" y="2998"/>
                    <a:pt x="62" y="3116"/>
                  </a:cubicBezTo>
                  <a:lnTo>
                    <a:pt x="15025" y="31904"/>
                  </a:lnTo>
                  <a:cubicBezTo>
                    <a:pt x="15867" y="33524"/>
                    <a:pt x="17540" y="34504"/>
                    <a:pt x="19311" y="34504"/>
                  </a:cubicBezTo>
                  <a:cubicBezTo>
                    <a:pt x="19659" y="34504"/>
                    <a:pt x="20006" y="34467"/>
                    <a:pt x="20346" y="34392"/>
                  </a:cubicBezTo>
                  <a:lnTo>
                    <a:pt x="38196" y="30458"/>
                  </a:lnTo>
                  <a:cubicBezTo>
                    <a:pt x="38291" y="30438"/>
                    <a:pt x="38368" y="30370"/>
                    <a:pt x="38402" y="30279"/>
                  </a:cubicBezTo>
                  <a:cubicBezTo>
                    <a:pt x="38494" y="30028"/>
                    <a:pt x="40600" y="24052"/>
                    <a:pt x="37338" y="15716"/>
                  </a:cubicBezTo>
                  <a:cubicBezTo>
                    <a:pt x="37294" y="15605"/>
                    <a:pt x="37187" y="15536"/>
                    <a:pt x="37073" y="15536"/>
                  </a:cubicBezTo>
                  <a:cubicBezTo>
                    <a:pt x="37045" y="15536"/>
                    <a:pt x="37017" y="15540"/>
                    <a:pt x="36989" y="15548"/>
                  </a:cubicBezTo>
                  <a:lnTo>
                    <a:pt x="20354" y="20748"/>
                  </a:lnTo>
                  <a:lnTo>
                    <a:pt x="3777" y="106"/>
                  </a:lnTo>
                  <a:cubicBezTo>
                    <a:pt x="3729" y="47"/>
                    <a:pt x="3659" y="9"/>
                    <a:pt x="3584" y="1"/>
                  </a:cubicBezTo>
                  <a:cubicBezTo>
                    <a:pt x="3575" y="1"/>
                    <a:pt x="3567" y="0"/>
                    <a:pt x="355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66"/>
            <p:cNvSpPr/>
            <p:nvPr/>
          </p:nvSpPr>
          <p:spPr>
            <a:xfrm>
              <a:off x="4061850" y="2072550"/>
              <a:ext cx="56025" cy="127775"/>
            </a:xfrm>
            <a:custGeom>
              <a:rect b="b" l="l" r="r" t="t"/>
              <a:pathLst>
                <a:path extrusionOk="0" h="5111" w="2241">
                  <a:moveTo>
                    <a:pt x="1920" y="0"/>
                  </a:moveTo>
                  <a:cubicBezTo>
                    <a:pt x="1839" y="0"/>
                    <a:pt x="1758" y="36"/>
                    <a:pt x="1702" y="103"/>
                  </a:cubicBezTo>
                  <a:cubicBezTo>
                    <a:pt x="1633" y="195"/>
                    <a:pt x="1" y="2403"/>
                    <a:pt x="189" y="4849"/>
                  </a:cubicBezTo>
                  <a:cubicBezTo>
                    <a:pt x="200" y="4996"/>
                    <a:pt x="323" y="5110"/>
                    <a:pt x="470" y="5110"/>
                  </a:cubicBezTo>
                  <a:lnTo>
                    <a:pt x="493" y="5110"/>
                  </a:lnTo>
                  <a:cubicBezTo>
                    <a:pt x="649" y="5097"/>
                    <a:pt x="765" y="4961"/>
                    <a:pt x="754" y="4805"/>
                  </a:cubicBezTo>
                  <a:cubicBezTo>
                    <a:pt x="583" y="2576"/>
                    <a:pt x="2139" y="464"/>
                    <a:pt x="2156" y="442"/>
                  </a:cubicBezTo>
                  <a:cubicBezTo>
                    <a:pt x="2240" y="317"/>
                    <a:pt x="2211" y="148"/>
                    <a:pt x="2090" y="57"/>
                  </a:cubicBezTo>
                  <a:cubicBezTo>
                    <a:pt x="2039" y="19"/>
                    <a:pt x="1980" y="0"/>
                    <a:pt x="192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66"/>
            <p:cNvSpPr/>
            <p:nvPr/>
          </p:nvSpPr>
          <p:spPr>
            <a:xfrm>
              <a:off x="4016325" y="2118125"/>
              <a:ext cx="48075" cy="145975"/>
            </a:xfrm>
            <a:custGeom>
              <a:rect b="b" l="l" r="r" t="t"/>
              <a:pathLst>
                <a:path extrusionOk="0" h="5839" w="1923">
                  <a:moveTo>
                    <a:pt x="1014" y="1"/>
                  </a:moveTo>
                  <a:cubicBezTo>
                    <a:pt x="889" y="1"/>
                    <a:pt x="774" y="84"/>
                    <a:pt x="740" y="210"/>
                  </a:cubicBezTo>
                  <a:cubicBezTo>
                    <a:pt x="710" y="348"/>
                    <a:pt x="1" y="3627"/>
                    <a:pt x="1324" y="5707"/>
                  </a:cubicBezTo>
                  <a:cubicBezTo>
                    <a:pt x="1376" y="5789"/>
                    <a:pt x="1467" y="5838"/>
                    <a:pt x="1563" y="5838"/>
                  </a:cubicBezTo>
                  <a:cubicBezTo>
                    <a:pt x="1787" y="5837"/>
                    <a:pt x="1922" y="5591"/>
                    <a:pt x="1802" y="5402"/>
                  </a:cubicBezTo>
                  <a:cubicBezTo>
                    <a:pt x="607" y="3522"/>
                    <a:pt x="1286" y="364"/>
                    <a:pt x="1294" y="332"/>
                  </a:cubicBezTo>
                  <a:cubicBezTo>
                    <a:pt x="1319" y="184"/>
                    <a:pt x="1223" y="41"/>
                    <a:pt x="1075" y="7"/>
                  </a:cubicBezTo>
                  <a:cubicBezTo>
                    <a:pt x="1055" y="3"/>
                    <a:pt x="1034" y="1"/>
                    <a:pt x="10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66"/>
            <p:cNvSpPr/>
            <p:nvPr/>
          </p:nvSpPr>
          <p:spPr>
            <a:xfrm>
              <a:off x="4562225" y="2282075"/>
              <a:ext cx="202250" cy="177900"/>
            </a:xfrm>
            <a:custGeom>
              <a:rect b="b" l="l" r="r" t="t"/>
              <a:pathLst>
                <a:path extrusionOk="0" h="7116" w="8090">
                  <a:moveTo>
                    <a:pt x="318" y="0"/>
                  </a:moveTo>
                  <a:cubicBezTo>
                    <a:pt x="253" y="0"/>
                    <a:pt x="188" y="22"/>
                    <a:pt x="134" y="68"/>
                  </a:cubicBezTo>
                  <a:cubicBezTo>
                    <a:pt x="8" y="175"/>
                    <a:pt x="1" y="365"/>
                    <a:pt x="115" y="483"/>
                  </a:cubicBezTo>
                  <a:cubicBezTo>
                    <a:pt x="287" y="685"/>
                    <a:pt x="4366" y="5438"/>
                    <a:pt x="7659" y="7085"/>
                  </a:cubicBezTo>
                  <a:cubicBezTo>
                    <a:pt x="7698" y="7104"/>
                    <a:pt x="7741" y="7115"/>
                    <a:pt x="7786" y="7115"/>
                  </a:cubicBezTo>
                  <a:cubicBezTo>
                    <a:pt x="7916" y="7114"/>
                    <a:pt x="8030" y="7024"/>
                    <a:pt x="8060" y="6897"/>
                  </a:cubicBezTo>
                  <a:cubicBezTo>
                    <a:pt x="8090" y="6769"/>
                    <a:pt x="8029" y="6637"/>
                    <a:pt x="7912" y="6577"/>
                  </a:cubicBezTo>
                  <a:cubicBezTo>
                    <a:pt x="4723" y="4983"/>
                    <a:pt x="588" y="163"/>
                    <a:pt x="546" y="114"/>
                  </a:cubicBezTo>
                  <a:cubicBezTo>
                    <a:pt x="490" y="39"/>
                    <a:pt x="404" y="0"/>
                    <a:pt x="3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66"/>
            <p:cNvSpPr/>
            <p:nvPr/>
          </p:nvSpPr>
          <p:spPr>
            <a:xfrm>
              <a:off x="4589600" y="2345875"/>
              <a:ext cx="193125" cy="214300"/>
            </a:xfrm>
            <a:custGeom>
              <a:rect b="b" l="l" r="r" t="t"/>
              <a:pathLst>
                <a:path extrusionOk="0" h="8572" w="7725">
                  <a:moveTo>
                    <a:pt x="319" y="0"/>
                  </a:moveTo>
                  <a:cubicBezTo>
                    <a:pt x="281" y="0"/>
                    <a:pt x="243" y="8"/>
                    <a:pt x="206" y="24"/>
                  </a:cubicBezTo>
                  <a:cubicBezTo>
                    <a:pt x="68" y="84"/>
                    <a:pt x="0" y="241"/>
                    <a:pt x="52" y="383"/>
                  </a:cubicBezTo>
                  <a:cubicBezTo>
                    <a:pt x="151" y="610"/>
                    <a:pt x="2516" y="5969"/>
                    <a:pt x="7284" y="8538"/>
                  </a:cubicBezTo>
                  <a:cubicBezTo>
                    <a:pt x="7326" y="8559"/>
                    <a:pt x="7372" y="8571"/>
                    <a:pt x="7420" y="8571"/>
                  </a:cubicBezTo>
                  <a:lnTo>
                    <a:pt x="7419" y="8570"/>
                  </a:lnTo>
                  <a:cubicBezTo>
                    <a:pt x="7548" y="8570"/>
                    <a:pt x="7661" y="8481"/>
                    <a:pt x="7692" y="8356"/>
                  </a:cubicBezTo>
                  <a:cubicBezTo>
                    <a:pt x="7725" y="8230"/>
                    <a:pt x="7667" y="8100"/>
                    <a:pt x="7554" y="8038"/>
                  </a:cubicBezTo>
                  <a:cubicBezTo>
                    <a:pt x="2960" y="5565"/>
                    <a:pt x="597" y="212"/>
                    <a:pt x="573" y="158"/>
                  </a:cubicBezTo>
                  <a:cubicBezTo>
                    <a:pt x="523" y="58"/>
                    <a:pt x="423" y="0"/>
                    <a:pt x="3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66"/>
            <p:cNvSpPr/>
            <p:nvPr/>
          </p:nvSpPr>
          <p:spPr>
            <a:xfrm>
              <a:off x="3653275" y="1616225"/>
              <a:ext cx="105450" cy="72550"/>
            </a:xfrm>
            <a:custGeom>
              <a:rect b="b" l="l" r="r" t="t"/>
              <a:pathLst>
                <a:path extrusionOk="0" h="2902" w="4218">
                  <a:moveTo>
                    <a:pt x="3896" y="1"/>
                  </a:moveTo>
                  <a:cubicBezTo>
                    <a:pt x="3848" y="1"/>
                    <a:pt x="3799" y="13"/>
                    <a:pt x="3754" y="39"/>
                  </a:cubicBezTo>
                  <a:lnTo>
                    <a:pt x="153" y="2380"/>
                  </a:lnTo>
                  <a:cubicBezTo>
                    <a:pt x="48" y="2449"/>
                    <a:pt x="0" y="2578"/>
                    <a:pt x="36" y="2698"/>
                  </a:cubicBezTo>
                  <a:cubicBezTo>
                    <a:pt x="72" y="2818"/>
                    <a:pt x="182" y="2900"/>
                    <a:pt x="308" y="2902"/>
                  </a:cubicBezTo>
                  <a:cubicBezTo>
                    <a:pt x="362" y="2902"/>
                    <a:pt x="416" y="2885"/>
                    <a:pt x="461" y="2856"/>
                  </a:cubicBezTo>
                  <a:lnTo>
                    <a:pt x="4064" y="514"/>
                  </a:lnTo>
                  <a:cubicBezTo>
                    <a:pt x="4186" y="425"/>
                    <a:pt x="4217" y="256"/>
                    <a:pt x="4135" y="130"/>
                  </a:cubicBezTo>
                  <a:cubicBezTo>
                    <a:pt x="4080" y="47"/>
                    <a:pt x="3989" y="1"/>
                    <a:pt x="38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66"/>
            <p:cNvSpPr/>
            <p:nvPr/>
          </p:nvSpPr>
          <p:spPr>
            <a:xfrm>
              <a:off x="3491600" y="1214750"/>
              <a:ext cx="282475" cy="394900"/>
            </a:xfrm>
            <a:custGeom>
              <a:rect b="b" l="l" r="r" t="t"/>
              <a:pathLst>
                <a:path extrusionOk="0" h="15796" w="11299">
                  <a:moveTo>
                    <a:pt x="2077" y="0"/>
                  </a:moveTo>
                  <a:cubicBezTo>
                    <a:pt x="1428" y="0"/>
                    <a:pt x="779" y="390"/>
                    <a:pt x="1169" y="1039"/>
                  </a:cubicBezTo>
                  <a:cubicBezTo>
                    <a:pt x="1558" y="1689"/>
                    <a:pt x="3506" y="4806"/>
                    <a:pt x="3506" y="4806"/>
                  </a:cubicBezTo>
                  <a:lnTo>
                    <a:pt x="3896" y="6104"/>
                  </a:lnTo>
                  <a:cubicBezTo>
                    <a:pt x="3896" y="6104"/>
                    <a:pt x="1688" y="6234"/>
                    <a:pt x="1428" y="6623"/>
                  </a:cubicBezTo>
                  <a:cubicBezTo>
                    <a:pt x="1169" y="7013"/>
                    <a:pt x="1298" y="8182"/>
                    <a:pt x="649" y="8961"/>
                  </a:cubicBezTo>
                  <a:cubicBezTo>
                    <a:pt x="0" y="9740"/>
                    <a:pt x="130" y="10519"/>
                    <a:pt x="390" y="11299"/>
                  </a:cubicBezTo>
                  <a:cubicBezTo>
                    <a:pt x="649" y="12078"/>
                    <a:pt x="1428" y="13377"/>
                    <a:pt x="1947" y="13377"/>
                  </a:cubicBezTo>
                  <a:cubicBezTo>
                    <a:pt x="2467" y="13377"/>
                    <a:pt x="2857" y="13117"/>
                    <a:pt x="2857" y="13117"/>
                  </a:cubicBezTo>
                  <a:lnTo>
                    <a:pt x="5334" y="15795"/>
                  </a:lnTo>
                  <a:lnTo>
                    <a:pt x="8575" y="13094"/>
                  </a:lnTo>
                  <a:cubicBezTo>
                    <a:pt x="8575" y="13094"/>
                    <a:pt x="9741" y="11688"/>
                    <a:pt x="9741" y="10390"/>
                  </a:cubicBezTo>
                  <a:cubicBezTo>
                    <a:pt x="9741" y="9091"/>
                    <a:pt x="8831" y="7533"/>
                    <a:pt x="9221" y="6493"/>
                  </a:cubicBezTo>
                  <a:cubicBezTo>
                    <a:pt x="9611" y="5455"/>
                    <a:pt x="11299" y="4157"/>
                    <a:pt x="9870" y="3766"/>
                  </a:cubicBezTo>
                  <a:cubicBezTo>
                    <a:pt x="9614" y="3696"/>
                    <a:pt x="9367" y="3664"/>
                    <a:pt x="9132" y="3664"/>
                  </a:cubicBezTo>
                  <a:cubicBezTo>
                    <a:pt x="8056" y="3664"/>
                    <a:pt x="7249" y="4343"/>
                    <a:pt x="7142" y="5195"/>
                  </a:cubicBezTo>
                  <a:cubicBezTo>
                    <a:pt x="7045" y="5977"/>
                    <a:pt x="7094" y="6244"/>
                    <a:pt x="7124" y="6328"/>
                  </a:cubicBezTo>
                  <a:lnTo>
                    <a:pt x="7124" y="6328"/>
                  </a:lnTo>
                  <a:cubicBezTo>
                    <a:pt x="6949" y="5980"/>
                    <a:pt x="5519" y="3182"/>
                    <a:pt x="4545" y="2208"/>
                  </a:cubicBezTo>
                  <a:cubicBezTo>
                    <a:pt x="3506" y="1169"/>
                    <a:pt x="2727" y="0"/>
                    <a:pt x="207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66"/>
            <p:cNvSpPr/>
            <p:nvPr/>
          </p:nvSpPr>
          <p:spPr>
            <a:xfrm>
              <a:off x="3483825" y="1207625"/>
              <a:ext cx="278975" cy="409100"/>
            </a:xfrm>
            <a:custGeom>
              <a:rect b="b" l="l" r="r" t="t"/>
              <a:pathLst>
                <a:path extrusionOk="0" h="16364" w="11159">
                  <a:moveTo>
                    <a:pt x="2389" y="569"/>
                  </a:moveTo>
                  <a:cubicBezTo>
                    <a:pt x="2723" y="569"/>
                    <a:pt x="3271" y="1182"/>
                    <a:pt x="3801" y="1775"/>
                  </a:cubicBezTo>
                  <a:cubicBezTo>
                    <a:pt x="4066" y="2070"/>
                    <a:pt x="4350" y="2387"/>
                    <a:pt x="4656" y="2694"/>
                  </a:cubicBezTo>
                  <a:cubicBezTo>
                    <a:pt x="5582" y="3619"/>
                    <a:pt x="6975" y="6332"/>
                    <a:pt x="7176" y="6728"/>
                  </a:cubicBezTo>
                  <a:cubicBezTo>
                    <a:pt x="7193" y="6773"/>
                    <a:pt x="7220" y="6815"/>
                    <a:pt x="7253" y="6850"/>
                  </a:cubicBezTo>
                  <a:cubicBezTo>
                    <a:pt x="7308" y="6903"/>
                    <a:pt x="7380" y="6931"/>
                    <a:pt x="7452" y="6931"/>
                  </a:cubicBezTo>
                  <a:cubicBezTo>
                    <a:pt x="7510" y="6931"/>
                    <a:pt x="7568" y="6913"/>
                    <a:pt x="7618" y="6877"/>
                  </a:cubicBezTo>
                  <a:cubicBezTo>
                    <a:pt x="7730" y="6797"/>
                    <a:pt x="7768" y="6646"/>
                    <a:pt x="7708" y="6522"/>
                  </a:cubicBezTo>
                  <a:cubicBezTo>
                    <a:pt x="7705" y="6519"/>
                    <a:pt x="7703" y="6513"/>
                    <a:pt x="7699" y="6507"/>
                  </a:cubicBezTo>
                  <a:cubicBezTo>
                    <a:pt x="7687" y="6457"/>
                    <a:pt x="7647" y="6223"/>
                    <a:pt x="7735" y="5516"/>
                  </a:cubicBezTo>
                  <a:cubicBezTo>
                    <a:pt x="7783" y="5128"/>
                    <a:pt x="8007" y="4781"/>
                    <a:pt x="8363" y="4542"/>
                  </a:cubicBezTo>
                  <a:cubicBezTo>
                    <a:pt x="8668" y="4339"/>
                    <a:pt x="9045" y="4234"/>
                    <a:pt x="9446" y="4234"/>
                  </a:cubicBezTo>
                  <a:cubicBezTo>
                    <a:pt x="9662" y="4234"/>
                    <a:pt x="9884" y="4264"/>
                    <a:pt x="10107" y="4325"/>
                  </a:cubicBezTo>
                  <a:cubicBezTo>
                    <a:pt x="10303" y="4379"/>
                    <a:pt x="10426" y="4450"/>
                    <a:pt x="10453" y="4528"/>
                  </a:cubicBezTo>
                  <a:cubicBezTo>
                    <a:pt x="10527" y="4733"/>
                    <a:pt x="10183" y="5217"/>
                    <a:pt x="9907" y="5607"/>
                  </a:cubicBezTo>
                  <a:cubicBezTo>
                    <a:pt x="9659" y="5958"/>
                    <a:pt x="9401" y="6323"/>
                    <a:pt x="9267" y="6680"/>
                  </a:cubicBezTo>
                  <a:cubicBezTo>
                    <a:pt x="9008" y="7368"/>
                    <a:pt x="9238" y="8215"/>
                    <a:pt x="9460" y="9034"/>
                  </a:cubicBezTo>
                  <a:cubicBezTo>
                    <a:pt x="9612" y="9591"/>
                    <a:pt x="9767" y="10168"/>
                    <a:pt x="9767" y="10675"/>
                  </a:cubicBezTo>
                  <a:cubicBezTo>
                    <a:pt x="9767" y="11778"/>
                    <a:pt x="8817" y="13012"/>
                    <a:pt x="8683" y="13179"/>
                  </a:cubicBezTo>
                  <a:lnTo>
                    <a:pt x="5671" y="15691"/>
                  </a:lnTo>
                  <a:lnTo>
                    <a:pt x="3377" y="13210"/>
                  </a:lnTo>
                  <a:cubicBezTo>
                    <a:pt x="3323" y="13152"/>
                    <a:pt x="3247" y="13119"/>
                    <a:pt x="3168" y="13119"/>
                  </a:cubicBezTo>
                  <a:cubicBezTo>
                    <a:pt x="3112" y="13119"/>
                    <a:pt x="3057" y="13135"/>
                    <a:pt x="3010" y="13167"/>
                  </a:cubicBezTo>
                  <a:cubicBezTo>
                    <a:pt x="3007" y="13169"/>
                    <a:pt x="2680" y="13379"/>
                    <a:pt x="2258" y="13379"/>
                  </a:cubicBezTo>
                  <a:cubicBezTo>
                    <a:pt x="1991" y="13379"/>
                    <a:pt x="1266" y="12387"/>
                    <a:pt x="969" y="11494"/>
                  </a:cubicBezTo>
                  <a:cubicBezTo>
                    <a:pt x="702" y="10694"/>
                    <a:pt x="644" y="10068"/>
                    <a:pt x="1178" y="9428"/>
                  </a:cubicBezTo>
                  <a:cubicBezTo>
                    <a:pt x="1630" y="8886"/>
                    <a:pt x="1743" y="8184"/>
                    <a:pt x="1827" y="7672"/>
                  </a:cubicBezTo>
                  <a:cubicBezTo>
                    <a:pt x="1868" y="7422"/>
                    <a:pt x="1910" y="7162"/>
                    <a:pt x="1969" y="7075"/>
                  </a:cubicBezTo>
                  <a:cubicBezTo>
                    <a:pt x="2122" y="6919"/>
                    <a:pt x="3155" y="6735"/>
                    <a:pt x="4223" y="6672"/>
                  </a:cubicBezTo>
                  <a:cubicBezTo>
                    <a:pt x="4406" y="6662"/>
                    <a:pt x="4530" y="6483"/>
                    <a:pt x="4478" y="6308"/>
                  </a:cubicBezTo>
                  <a:lnTo>
                    <a:pt x="4089" y="5010"/>
                  </a:lnTo>
                  <a:cubicBezTo>
                    <a:pt x="4081" y="4986"/>
                    <a:pt x="4072" y="4962"/>
                    <a:pt x="4058" y="4940"/>
                  </a:cubicBezTo>
                  <a:cubicBezTo>
                    <a:pt x="4038" y="4910"/>
                    <a:pt x="2107" y="1818"/>
                    <a:pt x="1723" y="1179"/>
                  </a:cubicBezTo>
                  <a:cubicBezTo>
                    <a:pt x="1601" y="975"/>
                    <a:pt x="1655" y="879"/>
                    <a:pt x="1673" y="848"/>
                  </a:cubicBezTo>
                  <a:cubicBezTo>
                    <a:pt x="1765" y="687"/>
                    <a:pt x="2066" y="569"/>
                    <a:pt x="2389" y="569"/>
                  </a:cubicBezTo>
                  <a:close/>
                  <a:moveTo>
                    <a:pt x="2388" y="1"/>
                  </a:moveTo>
                  <a:cubicBezTo>
                    <a:pt x="1848" y="1"/>
                    <a:pt x="1375" y="222"/>
                    <a:pt x="1180" y="566"/>
                  </a:cubicBezTo>
                  <a:cubicBezTo>
                    <a:pt x="1091" y="722"/>
                    <a:pt x="982" y="1046"/>
                    <a:pt x="1236" y="1470"/>
                  </a:cubicBezTo>
                  <a:cubicBezTo>
                    <a:pt x="1602" y="2078"/>
                    <a:pt x="3348" y="4874"/>
                    <a:pt x="3557" y="5208"/>
                  </a:cubicBezTo>
                  <a:lnTo>
                    <a:pt x="3834" y="6130"/>
                  </a:lnTo>
                  <a:cubicBezTo>
                    <a:pt x="2952" y="6200"/>
                    <a:pt x="1760" y="6365"/>
                    <a:pt x="1503" y="6750"/>
                  </a:cubicBezTo>
                  <a:cubicBezTo>
                    <a:pt x="1370" y="6950"/>
                    <a:pt x="1323" y="7243"/>
                    <a:pt x="1267" y="7580"/>
                  </a:cubicBezTo>
                  <a:cubicBezTo>
                    <a:pt x="1191" y="8053"/>
                    <a:pt x="1095" y="8640"/>
                    <a:pt x="742" y="9064"/>
                  </a:cubicBezTo>
                  <a:cubicBezTo>
                    <a:pt x="1" y="9954"/>
                    <a:pt x="154" y="10844"/>
                    <a:pt x="431" y="11674"/>
                  </a:cubicBezTo>
                  <a:cubicBezTo>
                    <a:pt x="625" y="12256"/>
                    <a:pt x="1452" y="13946"/>
                    <a:pt x="2258" y="13946"/>
                  </a:cubicBezTo>
                  <a:cubicBezTo>
                    <a:pt x="2614" y="13946"/>
                    <a:pt x="2916" y="13842"/>
                    <a:pt x="3108" y="13755"/>
                  </a:cubicBezTo>
                  <a:lnTo>
                    <a:pt x="5436" y="16273"/>
                  </a:lnTo>
                  <a:cubicBezTo>
                    <a:pt x="5490" y="16331"/>
                    <a:pt x="5566" y="16363"/>
                    <a:pt x="5645" y="16363"/>
                  </a:cubicBezTo>
                  <a:cubicBezTo>
                    <a:pt x="5711" y="16363"/>
                    <a:pt x="5774" y="16340"/>
                    <a:pt x="5825" y="16297"/>
                  </a:cubicBezTo>
                  <a:lnTo>
                    <a:pt x="9068" y="13596"/>
                  </a:lnTo>
                  <a:cubicBezTo>
                    <a:pt x="9081" y="13584"/>
                    <a:pt x="9092" y="13572"/>
                    <a:pt x="9103" y="13559"/>
                  </a:cubicBezTo>
                  <a:cubicBezTo>
                    <a:pt x="9154" y="13499"/>
                    <a:pt x="10334" y="12060"/>
                    <a:pt x="10334" y="10674"/>
                  </a:cubicBezTo>
                  <a:cubicBezTo>
                    <a:pt x="10334" y="10091"/>
                    <a:pt x="10168" y="9478"/>
                    <a:pt x="10007" y="8884"/>
                  </a:cubicBezTo>
                  <a:cubicBezTo>
                    <a:pt x="9799" y="8118"/>
                    <a:pt x="9603" y="7395"/>
                    <a:pt x="9797" y="6878"/>
                  </a:cubicBezTo>
                  <a:cubicBezTo>
                    <a:pt x="9905" y="6589"/>
                    <a:pt x="10141" y="6256"/>
                    <a:pt x="10370" y="5933"/>
                  </a:cubicBezTo>
                  <a:cubicBezTo>
                    <a:pt x="10776" y="5360"/>
                    <a:pt x="11159" y="4818"/>
                    <a:pt x="10987" y="4336"/>
                  </a:cubicBezTo>
                  <a:cubicBezTo>
                    <a:pt x="10891" y="4072"/>
                    <a:pt x="10646" y="3884"/>
                    <a:pt x="10255" y="3777"/>
                  </a:cubicBezTo>
                  <a:cubicBezTo>
                    <a:pt x="9983" y="3703"/>
                    <a:pt x="9710" y="3666"/>
                    <a:pt x="9445" y="3666"/>
                  </a:cubicBezTo>
                  <a:cubicBezTo>
                    <a:pt x="8931" y="3666"/>
                    <a:pt x="8445" y="3804"/>
                    <a:pt x="8047" y="4071"/>
                  </a:cubicBezTo>
                  <a:cubicBezTo>
                    <a:pt x="7559" y="4397"/>
                    <a:pt x="7239" y="4898"/>
                    <a:pt x="7172" y="5444"/>
                  </a:cubicBezTo>
                  <a:cubicBezTo>
                    <a:pt x="7170" y="5461"/>
                    <a:pt x="7168" y="5476"/>
                    <a:pt x="7166" y="5492"/>
                  </a:cubicBezTo>
                  <a:cubicBezTo>
                    <a:pt x="6612" y="4473"/>
                    <a:pt x="5738" y="2972"/>
                    <a:pt x="5056" y="2292"/>
                  </a:cubicBezTo>
                  <a:cubicBezTo>
                    <a:pt x="4759" y="1993"/>
                    <a:pt x="4482" y="1684"/>
                    <a:pt x="4223" y="1395"/>
                  </a:cubicBezTo>
                  <a:cubicBezTo>
                    <a:pt x="3526" y="616"/>
                    <a:pt x="2976" y="1"/>
                    <a:pt x="238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66"/>
            <p:cNvSpPr/>
            <p:nvPr/>
          </p:nvSpPr>
          <p:spPr>
            <a:xfrm>
              <a:off x="3522725" y="1487225"/>
              <a:ext cx="49300" cy="62550"/>
            </a:xfrm>
            <a:custGeom>
              <a:rect b="b" l="l" r="r" t="t"/>
              <a:pathLst>
                <a:path extrusionOk="0" h="2502" w="1972">
                  <a:moveTo>
                    <a:pt x="322" y="0"/>
                  </a:moveTo>
                  <a:cubicBezTo>
                    <a:pt x="268" y="0"/>
                    <a:pt x="213" y="16"/>
                    <a:pt x="165" y="48"/>
                  </a:cubicBezTo>
                  <a:cubicBezTo>
                    <a:pt x="39" y="132"/>
                    <a:pt x="0" y="298"/>
                    <a:pt x="77" y="428"/>
                  </a:cubicBezTo>
                  <a:lnTo>
                    <a:pt x="1376" y="2375"/>
                  </a:lnTo>
                  <a:cubicBezTo>
                    <a:pt x="1428" y="2454"/>
                    <a:pt x="1517" y="2502"/>
                    <a:pt x="1611" y="2502"/>
                  </a:cubicBezTo>
                  <a:lnTo>
                    <a:pt x="1611" y="2502"/>
                  </a:lnTo>
                  <a:cubicBezTo>
                    <a:pt x="1837" y="2501"/>
                    <a:pt x="1971" y="2249"/>
                    <a:pt x="1847" y="2061"/>
                  </a:cubicBezTo>
                  <a:lnTo>
                    <a:pt x="549" y="113"/>
                  </a:lnTo>
                  <a:cubicBezTo>
                    <a:pt x="493" y="40"/>
                    <a:pt x="408" y="0"/>
                    <a:pt x="322" y="0"/>
                  </a:cubicBezTo>
                  <a:close/>
                  <a:moveTo>
                    <a:pt x="1611" y="2502"/>
                  </a:moveTo>
                  <a:lnTo>
                    <a:pt x="1611" y="2502"/>
                  </a:lnTo>
                  <a:cubicBezTo>
                    <a:pt x="1611" y="2502"/>
                    <a:pt x="1611" y="2502"/>
                    <a:pt x="1611" y="2502"/>
                  </a:cubicBezTo>
                  <a:lnTo>
                    <a:pt x="1612" y="2502"/>
                  </a:lnTo>
                  <a:cubicBezTo>
                    <a:pt x="1612" y="2502"/>
                    <a:pt x="1612" y="2502"/>
                    <a:pt x="1611" y="2502"/>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0" name="Shape 1710"/>
        <p:cNvGrpSpPr/>
        <p:nvPr/>
      </p:nvGrpSpPr>
      <p:grpSpPr>
        <a:xfrm>
          <a:off x="0" y="0"/>
          <a:ext cx="0" cy="0"/>
          <a:chOff x="0" y="0"/>
          <a:chExt cx="0" cy="0"/>
        </a:xfrm>
      </p:grpSpPr>
      <p:sp>
        <p:nvSpPr>
          <p:cNvPr id="1711" name="Google Shape;1711;p67"/>
          <p:cNvSpPr txBox="1"/>
          <p:nvPr>
            <p:ph idx="6" type="title"/>
          </p:nvPr>
        </p:nvSpPr>
        <p:spPr>
          <a:xfrm>
            <a:off x="1530000" y="234750"/>
            <a:ext cx="6084000" cy="53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600"/>
              <a:t>CONCLUSION</a:t>
            </a:r>
            <a:endParaRPr sz="3600"/>
          </a:p>
        </p:txBody>
      </p:sp>
      <p:sp>
        <p:nvSpPr>
          <p:cNvPr id="1712" name="Google Shape;1712;p67"/>
          <p:cNvSpPr txBox="1"/>
          <p:nvPr>
            <p:ph idx="1" type="subTitle"/>
          </p:nvPr>
        </p:nvSpPr>
        <p:spPr>
          <a:xfrm>
            <a:off x="504275" y="905200"/>
            <a:ext cx="1686000" cy="5397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700">
                <a:latin typeface="Viga"/>
                <a:ea typeface="Viga"/>
                <a:cs typeface="Viga"/>
                <a:sym typeface="Viga"/>
              </a:rPr>
              <a:t>LIMITATIONS</a:t>
            </a:r>
            <a:r>
              <a:rPr lang="en"/>
              <a:t> </a:t>
            </a:r>
            <a:endParaRPr/>
          </a:p>
        </p:txBody>
      </p:sp>
      <p:sp>
        <p:nvSpPr>
          <p:cNvPr id="1713" name="Google Shape;1713;p67"/>
          <p:cNvSpPr txBox="1"/>
          <p:nvPr>
            <p:ph idx="4294967295" type="body"/>
          </p:nvPr>
        </p:nvSpPr>
        <p:spPr>
          <a:xfrm>
            <a:off x="626625" y="1399350"/>
            <a:ext cx="5522700" cy="14922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accent1"/>
              </a:buClr>
              <a:buSzPts val="1400"/>
              <a:buFont typeface="DM Sans Medium"/>
              <a:buChar char="●"/>
            </a:pPr>
            <a:r>
              <a:rPr lang="en" sz="1400">
                <a:solidFill>
                  <a:schemeClr val="accent1"/>
                </a:solidFill>
                <a:latin typeface="DM Sans Medium"/>
                <a:ea typeface="DM Sans Medium"/>
                <a:cs typeface="DM Sans Medium"/>
                <a:sym typeface="DM Sans Medium"/>
              </a:rPr>
              <a:t>In our model, we have only utilized the base estimator i.e. logistic regression in the toad library for scorecard building process. Other non-Linear models were also giving good results. </a:t>
            </a:r>
            <a:endParaRPr sz="1400">
              <a:solidFill>
                <a:schemeClr val="accent1"/>
              </a:solidFill>
              <a:latin typeface="DM Sans Medium"/>
              <a:ea typeface="DM Sans Medium"/>
              <a:cs typeface="DM Sans Medium"/>
              <a:sym typeface="DM Sans Medium"/>
            </a:endParaRPr>
          </a:p>
          <a:p>
            <a:pPr indent="-317500" lvl="0" marL="457200" rtl="0" algn="l">
              <a:lnSpc>
                <a:spcPct val="115000"/>
              </a:lnSpc>
              <a:spcBef>
                <a:spcPts val="0"/>
              </a:spcBef>
              <a:spcAft>
                <a:spcPts val="0"/>
              </a:spcAft>
              <a:buClr>
                <a:schemeClr val="accent1"/>
              </a:buClr>
              <a:buSzPts val="1400"/>
              <a:buFont typeface="DM Sans Medium"/>
              <a:buChar char="●"/>
            </a:pPr>
            <a:r>
              <a:rPr lang="en" sz="1400">
                <a:solidFill>
                  <a:schemeClr val="accent1"/>
                </a:solidFill>
                <a:latin typeface="DM Sans Medium"/>
                <a:ea typeface="DM Sans Medium"/>
                <a:cs typeface="DM Sans Medium"/>
                <a:sym typeface="DM Sans Medium"/>
              </a:rPr>
              <a:t>Usage of Different class imbalance techniques and ratios</a:t>
            </a:r>
            <a:endParaRPr sz="1400">
              <a:solidFill>
                <a:schemeClr val="accent1"/>
              </a:solidFill>
              <a:latin typeface="DM Sans Medium"/>
              <a:ea typeface="DM Sans Medium"/>
              <a:cs typeface="DM Sans Medium"/>
              <a:sym typeface="DM Sans Medium"/>
            </a:endParaRPr>
          </a:p>
          <a:p>
            <a:pPr indent="0" lvl="0" marL="0" rtl="0" algn="l">
              <a:lnSpc>
                <a:spcPct val="115000"/>
              </a:lnSpc>
              <a:spcBef>
                <a:spcPts val="1200"/>
              </a:spcBef>
              <a:spcAft>
                <a:spcPts val="1200"/>
              </a:spcAft>
              <a:buNone/>
            </a:pPr>
            <a:r>
              <a:t/>
            </a:r>
            <a:endParaRPr sz="1400">
              <a:solidFill>
                <a:schemeClr val="dk2"/>
              </a:solidFill>
            </a:endParaRPr>
          </a:p>
        </p:txBody>
      </p:sp>
      <p:grpSp>
        <p:nvGrpSpPr>
          <p:cNvPr id="1714" name="Google Shape;1714;p67"/>
          <p:cNvGrpSpPr/>
          <p:nvPr/>
        </p:nvGrpSpPr>
        <p:grpSpPr>
          <a:xfrm>
            <a:off x="5974179" y="1071839"/>
            <a:ext cx="2901424" cy="2792678"/>
            <a:chOff x="910725" y="305150"/>
            <a:chExt cx="5738575" cy="5171625"/>
          </a:xfrm>
        </p:grpSpPr>
        <p:sp>
          <p:nvSpPr>
            <p:cNvPr id="1715" name="Google Shape;1715;p67"/>
            <p:cNvSpPr/>
            <p:nvPr/>
          </p:nvSpPr>
          <p:spPr>
            <a:xfrm>
              <a:off x="910725" y="305150"/>
              <a:ext cx="5738575" cy="5171625"/>
            </a:xfrm>
            <a:custGeom>
              <a:rect b="b" l="l" r="r" t="t"/>
              <a:pathLst>
                <a:path extrusionOk="0" h="206865" w="229543">
                  <a:moveTo>
                    <a:pt x="143620" y="0"/>
                  </a:moveTo>
                  <a:cubicBezTo>
                    <a:pt x="130205" y="0"/>
                    <a:pt x="116938" y="4603"/>
                    <a:pt x="105815" y="13117"/>
                  </a:cubicBezTo>
                  <a:cubicBezTo>
                    <a:pt x="80705" y="32337"/>
                    <a:pt x="62430" y="58549"/>
                    <a:pt x="34953" y="75203"/>
                  </a:cubicBezTo>
                  <a:cubicBezTo>
                    <a:pt x="12012" y="89108"/>
                    <a:pt x="0" y="111569"/>
                    <a:pt x="7717" y="143314"/>
                  </a:cubicBezTo>
                  <a:cubicBezTo>
                    <a:pt x="15007" y="173304"/>
                    <a:pt x="38401" y="191467"/>
                    <a:pt x="64728" y="191467"/>
                  </a:cubicBezTo>
                  <a:cubicBezTo>
                    <a:pt x="66267" y="191467"/>
                    <a:pt x="67817" y="191405"/>
                    <a:pt x="69375" y="191279"/>
                  </a:cubicBezTo>
                  <a:cubicBezTo>
                    <a:pt x="74315" y="190881"/>
                    <a:pt x="79303" y="190656"/>
                    <a:pt x="84288" y="190656"/>
                  </a:cubicBezTo>
                  <a:cubicBezTo>
                    <a:pt x="102953" y="190656"/>
                    <a:pt x="121582" y="193806"/>
                    <a:pt x="137570" y="202784"/>
                  </a:cubicBezTo>
                  <a:cubicBezTo>
                    <a:pt x="142416" y="205504"/>
                    <a:pt x="148258" y="206865"/>
                    <a:pt x="154722" y="206865"/>
                  </a:cubicBezTo>
                  <a:cubicBezTo>
                    <a:pt x="172405" y="206865"/>
                    <a:pt x="194749" y="196686"/>
                    <a:pt x="214129" y="176340"/>
                  </a:cubicBezTo>
                  <a:cubicBezTo>
                    <a:pt x="229542" y="160157"/>
                    <a:pt x="228050" y="139582"/>
                    <a:pt x="223027" y="120341"/>
                  </a:cubicBezTo>
                  <a:cubicBezTo>
                    <a:pt x="219931" y="108481"/>
                    <a:pt x="217912" y="96332"/>
                    <a:pt x="215508" y="84284"/>
                  </a:cubicBezTo>
                  <a:cubicBezTo>
                    <a:pt x="213814" y="75793"/>
                    <a:pt x="211930" y="67350"/>
                    <a:pt x="209343" y="59095"/>
                  </a:cubicBezTo>
                  <a:cubicBezTo>
                    <a:pt x="201836" y="35128"/>
                    <a:pt x="186890" y="10878"/>
                    <a:pt x="161224" y="2726"/>
                  </a:cubicBezTo>
                  <a:cubicBezTo>
                    <a:pt x="155440" y="889"/>
                    <a:pt x="149516" y="0"/>
                    <a:pt x="143620" y="0"/>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67"/>
            <p:cNvSpPr/>
            <p:nvPr/>
          </p:nvSpPr>
          <p:spPr>
            <a:xfrm>
              <a:off x="3106875" y="1384475"/>
              <a:ext cx="487175" cy="502725"/>
            </a:xfrm>
            <a:custGeom>
              <a:rect b="b" l="l" r="r" t="t"/>
              <a:pathLst>
                <a:path extrusionOk="0" h="20109" w="19487">
                  <a:moveTo>
                    <a:pt x="19421" y="0"/>
                  </a:moveTo>
                  <a:lnTo>
                    <a:pt x="19421" y="0"/>
                  </a:lnTo>
                  <a:cubicBezTo>
                    <a:pt x="19421" y="0"/>
                    <a:pt x="10690" y="268"/>
                    <a:pt x="5346" y="5820"/>
                  </a:cubicBezTo>
                  <a:cubicBezTo>
                    <a:pt x="1" y="11374"/>
                    <a:pt x="67" y="20108"/>
                    <a:pt x="67" y="20108"/>
                  </a:cubicBezTo>
                  <a:cubicBezTo>
                    <a:pt x="67" y="20108"/>
                    <a:pt x="8798" y="19840"/>
                    <a:pt x="14143" y="14288"/>
                  </a:cubicBezTo>
                  <a:cubicBezTo>
                    <a:pt x="19487" y="8735"/>
                    <a:pt x="19421" y="0"/>
                    <a:pt x="19421" y="0"/>
                  </a:cubicBezTo>
                  <a:close/>
                </a:path>
              </a:pathLst>
            </a:custGeom>
            <a:solidFill>
              <a:srgbClr val="C6FF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67"/>
            <p:cNvSpPr/>
            <p:nvPr/>
          </p:nvSpPr>
          <p:spPr>
            <a:xfrm>
              <a:off x="3106875" y="1384475"/>
              <a:ext cx="487175" cy="502725"/>
            </a:xfrm>
            <a:custGeom>
              <a:rect b="b" l="l" r="r" t="t"/>
              <a:pathLst>
                <a:path extrusionOk="0" h="20109" w="19487">
                  <a:moveTo>
                    <a:pt x="19421" y="0"/>
                  </a:moveTo>
                  <a:lnTo>
                    <a:pt x="19421" y="0"/>
                  </a:lnTo>
                  <a:cubicBezTo>
                    <a:pt x="19421" y="0"/>
                    <a:pt x="10690" y="268"/>
                    <a:pt x="5346" y="5820"/>
                  </a:cubicBezTo>
                  <a:cubicBezTo>
                    <a:pt x="1" y="11374"/>
                    <a:pt x="67" y="20108"/>
                    <a:pt x="67" y="20108"/>
                  </a:cubicBezTo>
                  <a:cubicBezTo>
                    <a:pt x="67" y="20108"/>
                    <a:pt x="8798" y="19840"/>
                    <a:pt x="14143" y="14288"/>
                  </a:cubicBezTo>
                  <a:cubicBezTo>
                    <a:pt x="19487" y="8735"/>
                    <a:pt x="19421" y="0"/>
                    <a:pt x="1942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67"/>
            <p:cNvSpPr/>
            <p:nvPr/>
          </p:nvSpPr>
          <p:spPr>
            <a:xfrm>
              <a:off x="2446725" y="1374100"/>
              <a:ext cx="475450" cy="529225"/>
            </a:xfrm>
            <a:custGeom>
              <a:rect b="b" l="l" r="r" t="t"/>
              <a:pathLst>
                <a:path extrusionOk="0" h="21169" w="19018">
                  <a:moveTo>
                    <a:pt x="411" y="1"/>
                  </a:moveTo>
                  <a:lnTo>
                    <a:pt x="1" y="367"/>
                  </a:lnTo>
                  <a:lnTo>
                    <a:pt x="6211" y="7310"/>
                  </a:lnTo>
                  <a:lnTo>
                    <a:pt x="2280" y="7358"/>
                  </a:lnTo>
                  <a:lnTo>
                    <a:pt x="2286" y="7907"/>
                  </a:lnTo>
                  <a:lnTo>
                    <a:pt x="6697" y="7854"/>
                  </a:lnTo>
                  <a:lnTo>
                    <a:pt x="11052" y="12721"/>
                  </a:lnTo>
                  <a:lnTo>
                    <a:pt x="4903" y="12729"/>
                  </a:lnTo>
                  <a:lnTo>
                    <a:pt x="4905" y="13279"/>
                  </a:lnTo>
                  <a:lnTo>
                    <a:pt x="11544" y="13271"/>
                  </a:lnTo>
                  <a:lnTo>
                    <a:pt x="15503" y="17698"/>
                  </a:lnTo>
                  <a:lnTo>
                    <a:pt x="11166" y="17959"/>
                  </a:lnTo>
                  <a:lnTo>
                    <a:pt x="11199" y="18507"/>
                  </a:lnTo>
                  <a:lnTo>
                    <a:pt x="15970" y="18220"/>
                  </a:lnTo>
                  <a:lnTo>
                    <a:pt x="18608" y="21168"/>
                  </a:lnTo>
                  <a:lnTo>
                    <a:pt x="19018" y="20802"/>
                  </a:lnTo>
                  <a:lnTo>
                    <a:pt x="14374" y="15609"/>
                  </a:lnTo>
                  <a:lnTo>
                    <a:pt x="15122" y="9016"/>
                  </a:lnTo>
                  <a:lnTo>
                    <a:pt x="14576" y="8954"/>
                  </a:lnTo>
                  <a:lnTo>
                    <a:pt x="13882" y="15060"/>
                  </a:lnTo>
                  <a:lnTo>
                    <a:pt x="10201" y="10945"/>
                  </a:lnTo>
                  <a:lnTo>
                    <a:pt x="10207" y="10943"/>
                  </a:lnTo>
                  <a:lnTo>
                    <a:pt x="9274" y="3553"/>
                  </a:lnTo>
                  <a:lnTo>
                    <a:pt x="8729" y="3622"/>
                  </a:lnTo>
                  <a:lnTo>
                    <a:pt x="9563" y="10232"/>
                  </a:lnTo>
                  <a:lnTo>
                    <a:pt x="41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67"/>
            <p:cNvSpPr/>
            <p:nvPr/>
          </p:nvSpPr>
          <p:spPr>
            <a:xfrm>
              <a:off x="3103600" y="1379700"/>
              <a:ext cx="493750" cy="512250"/>
            </a:xfrm>
            <a:custGeom>
              <a:rect b="b" l="l" r="r" t="t"/>
              <a:pathLst>
                <a:path extrusionOk="0" h="20490" w="19750">
                  <a:moveTo>
                    <a:pt x="19354" y="1"/>
                  </a:moveTo>
                  <a:lnTo>
                    <a:pt x="12895" y="6713"/>
                  </a:lnTo>
                  <a:lnTo>
                    <a:pt x="12553" y="2794"/>
                  </a:lnTo>
                  <a:lnTo>
                    <a:pt x="12006" y="2842"/>
                  </a:lnTo>
                  <a:lnTo>
                    <a:pt x="12388" y="7238"/>
                  </a:lnTo>
                  <a:lnTo>
                    <a:pt x="7859" y="11944"/>
                  </a:lnTo>
                  <a:lnTo>
                    <a:pt x="7392" y="5813"/>
                  </a:lnTo>
                  <a:lnTo>
                    <a:pt x="6844" y="5854"/>
                  </a:lnTo>
                  <a:lnTo>
                    <a:pt x="7348" y="12475"/>
                  </a:lnTo>
                  <a:lnTo>
                    <a:pt x="3229" y="16753"/>
                  </a:lnTo>
                  <a:lnTo>
                    <a:pt x="2645" y="12449"/>
                  </a:lnTo>
                  <a:lnTo>
                    <a:pt x="2100" y="12523"/>
                  </a:lnTo>
                  <a:lnTo>
                    <a:pt x="2742" y="17260"/>
                  </a:lnTo>
                  <a:lnTo>
                    <a:pt x="0" y="20109"/>
                  </a:lnTo>
                  <a:lnTo>
                    <a:pt x="395" y="20490"/>
                  </a:lnTo>
                  <a:lnTo>
                    <a:pt x="5226" y="15472"/>
                  </a:lnTo>
                  <a:lnTo>
                    <a:pt x="11858" y="15725"/>
                  </a:lnTo>
                  <a:lnTo>
                    <a:pt x="11879" y="15176"/>
                  </a:lnTo>
                  <a:lnTo>
                    <a:pt x="5737" y="14940"/>
                  </a:lnTo>
                  <a:lnTo>
                    <a:pt x="9567" y="10962"/>
                  </a:lnTo>
                  <a:lnTo>
                    <a:pt x="9569" y="10969"/>
                  </a:lnTo>
                  <a:lnTo>
                    <a:pt x="16869" y="9486"/>
                  </a:lnTo>
                  <a:lnTo>
                    <a:pt x="16760" y="8947"/>
                  </a:lnTo>
                  <a:lnTo>
                    <a:pt x="10229" y="10273"/>
                  </a:lnTo>
                  <a:lnTo>
                    <a:pt x="10229" y="10273"/>
                  </a:lnTo>
                  <a:lnTo>
                    <a:pt x="19749" y="383"/>
                  </a:lnTo>
                  <a:lnTo>
                    <a:pt x="19354"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67"/>
            <p:cNvSpPr/>
            <p:nvPr/>
          </p:nvSpPr>
          <p:spPr>
            <a:xfrm>
              <a:off x="3306500" y="859800"/>
              <a:ext cx="259275" cy="261925"/>
            </a:xfrm>
            <a:custGeom>
              <a:rect b="b" l="l" r="r" t="t"/>
              <a:pathLst>
                <a:path extrusionOk="0" h="10477" w="10371">
                  <a:moveTo>
                    <a:pt x="5185" y="0"/>
                  </a:moveTo>
                  <a:cubicBezTo>
                    <a:pt x="2321" y="0"/>
                    <a:pt x="1" y="2345"/>
                    <a:pt x="1" y="5238"/>
                  </a:cubicBezTo>
                  <a:cubicBezTo>
                    <a:pt x="1" y="6627"/>
                    <a:pt x="547" y="7960"/>
                    <a:pt x="1519" y="8942"/>
                  </a:cubicBezTo>
                  <a:cubicBezTo>
                    <a:pt x="2492" y="9924"/>
                    <a:pt x="3810" y="10477"/>
                    <a:pt x="5185" y="10477"/>
                  </a:cubicBezTo>
                  <a:cubicBezTo>
                    <a:pt x="6561" y="10477"/>
                    <a:pt x="7879" y="9924"/>
                    <a:pt x="8852" y="8942"/>
                  </a:cubicBezTo>
                  <a:cubicBezTo>
                    <a:pt x="9824" y="7960"/>
                    <a:pt x="10371" y="6627"/>
                    <a:pt x="10371" y="5238"/>
                  </a:cubicBezTo>
                  <a:cubicBezTo>
                    <a:pt x="10371" y="3849"/>
                    <a:pt x="9824" y="2517"/>
                    <a:pt x="8852" y="1535"/>
                  </a:cubicBezTo>
                  <a:cubicBezTo>
                    <a:pt x="7879" y="552"/>
                    <a:pt x="6561" y="0"/>
                    <a:pt x="518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67"/>
            <p:cNvSpPr/>
            <p:nvPr/>
          </p:nvSpPr>
          <p:spPr>
            <a:xfrm>
              <a:off x="3298850" y="852150"/>
              <a:ext cx="274575" cy="277225"/>
            </a:xfrm>
            <a:custGeom>
              <a:rect b="b" l="l" r="r" t="t"/>
              <a:pathLst>
                <a:path extrusionOk="0" h="11089" w="10983">
                  <a:moveTo>
                    <a:pt x="5491" y="612"/>
                  </a:moveTo>
                  <a:lnTo>
                    <a:pt x="5491" y="613"/>
                  </a:lnTo>
                  <a:cubicBezTo>
                    <a:pt x="8182" y="613"/>
                    <a:pt x="10371" y="2824"/>
                    <a:pt x="10371" y="5544"/>
                  </a:cubicBezTo>
                  <a:cubicBezTo>
                    <a:pt x="10371" y="8263"/>
                    <a:pt x="8182" y="10476"/>
                    <a:pt x="5491" y="10476"/>
                  </a:cubicBezTo>
                  <a:cubicBezTo>
                    <a:pt x="2801" y="10476"/>
                    <a:pt x="612" y="8263"/>
                    <a:pt x="612" y="5544"/>
                  </a:cubicBezTo>
                  <a:cubicBezTo>
                    <a:pt x="612" y="2824"/>
                    <a:pt x="2801" y="612"/>
                    <a:pt x="5491" y="612"/>
                  </a:cubicBezTo>
                  <a:close/>
                  <a:moveTo>
                    <a:pt x="5491" y="1"/>
                  </a:moveTo>
                  <a:cubicBezTo>
                    <a:pt x="2464" y="1"/>
                    <a:pt x="1" y="2486"/>
                    <a:pt x="1" y="5544"/>
                  </a:cubicBezTo>
                  <a:cubicBezTo>
                    <a:pt x="1" y="8601"/>
                    <a:pt x="2464" y="11088"/>
                    <a:pt x="5491" y="11088"/>
                  </a:cubicBezTo>
                  <a:cubicBezTo>
                    <a:pt x="8520" y="11088"/>
                    <a:pt x="10982" y="8600"/>
                    <a:pt x="10982" y="5544"/>
                  </a:cubicBezTo>
                  <a:cubicBezTo>
                    <a:pt x="10982" y="2488"/>
                    <a:pt x="8519" y="1"/>
                    <a:pt x="549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67"/>
            <p:cNvSpPr/>
            <p:nvPr/>
          </p:nvSpPr>
          <p:spPr>
            <a:xfrm>
              <a:off x="3728725" y="1349175"/>
              <a:ext cx="233850" cy="646550"/>
            </a:xfrm>
            <a:custGeom>
              <a:rect b="b" l="l" r="r" t="t"/>
              <a:pathLst>
                <a:path extrusionOk="0" h="25862" w="9354">
                  <a:moveTo>
                    <a:pt x="2702" y="1"/>
                  </a:moveTo>
                  <a:cubicBezTo>
                    <a:pt x="2692" y="1"/>
                    <a:pt x="2687" y="1"/>
                    <a:pt x="2687" y="1"/>
                  </a:cubicBezTo>
                  <a:lnTo>
                    <a:pt x="1" y="9226"/>
                  </a:lnTo>
                  <a:cubicBezTo>
                    <a:pt x="1" y="9226"/>
                    <a:pt x="2052" y="22116"/>
                    <a:pt x="2264" y="23174"/>
                  </a:cubicBezTo>
                  <a:cubicBezTo>
                    <a:pt x="2446" y="24086"/>
                    <a:pt x="3414" y="25862"/>
                    <a:pt x="5168" y="25862"/>
                  </a:cubicBezTo>
                  <a:cubicBezTo>
                    <a:pt x="5449" y="25862"/>
                    <a:pt x="5751" y="25816"/>
                    <a:pt x="6074" y="25713"/>
                  </a:cubicBezTo>
                  <a:cubicBezTo>
                    <a:pt x="8401" y="24973"/>
                    <a:pt x="9354" y="23068"/>
                    <a:pt x="9142" y="21481"/>
                  </a:cubicBezTo>
                  <a:cubicBezTo>
                    <a:pt x="8931" y="19894"/>
                    <a:pt x="6390" y="8572"/>
                    <a:pt x="5756" y="4234"/>
                  </a:cubicBezTo>
                  <a:cubicBezTo>
                    <a:pt x="5150" y="96"/>
                    <a:pt x="2909" y="1"/>
                    <a:pt x="2702" y="1"/>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67"/>
            <p:cNvSpPr/>
            <p:nvPr/>
          </p:nvSpPr>
          <p:spPr>
            <a:xfrm>
              <a:off x="3721000" y="1341525"/>
              <a:ext cx="249275" cy="661900"/>
            </a:xfrm>
            <a:custGeom>
              <a:rect b="b" l="l" r="r" t="t"/>
              <a:pathLst>
                <a:path extrusionOk="0" h="26476" w="9971">
                  <a:moveTo>
                    <a:pt x="3220" y="635"/>
                  </a:moveTo>
                  <a:cubicBezTo>
                    <a:pt x="3778" y="737"/>
                    <a:pt x="5284" y="1316"/>
                    <a:pt x="5762" y="4584"/>
                  </a:cubicBezTo>
                  <a:cubicBezTo>
                    <a:pt x="6144" y="7198"/>
                    <a:pt x="7203" y="12274"/>
                    <a:pt x="8053" y="16353"/>
                  </a:cubicBezTo>
                  <a:cubicBezTo>
                    <a:pt x="8596" y="18956"/>
                    <a:pt x="9065" y="21204"/>
                    <a:pt x="9148" y="21828"/>
                  </a:cubicBezTo>
                  <a:cubicBezTo>
                    <a:pt x="9332" y="23210"/>
                    <a:pt x="8516" y="25020"/>
                    <a:pt x="6290" y="25728"/>
                  </a:cubicBezTo>
                  <a:cubicBezTo>
                    <a:pt x="6010" y="25817"/>
                    <a:pt x="5739" y="25861"/>
                    <a:pt x="5478" y="25861"/>
                  </a:cubicBezTo>
                  <a:cubicBezTo>
                    <a:pt x="5082" y="25861"/>
                    <a:pt x="4709" y="25759"/>
                    <a:pt x="4362" y="25554"/>
                  </a:cubicBezTo>
                  <a:cubicBezTo>
                    <a:pt x="3479" y="25035"/>
                    <a:pt x="2988" y="23993"/>
                    <a:pt x="2873" y="23421"/>
                  </a:cubicBezTo>
                  <a:cubicBezTo>
                    <a:pt x="2673" y="22419"/>
                    <a:pt x="784" y="10564"/>
                    <a:pt x="622" y="9552"/>
                  </a:cubicBezTo>
                  <a:lnTo>
                    <a:pt x="3220" y="635"/>
                  </a:lnTo>
                  <a:close/>
                  <a:moveTo>
                    <a:pt x="3007" y="1"/>
                  </a:moveTo>
                  <a:cubicBezTo>
                    <a:pt x="2995" y="1"/>
                    <a:pt x="2987" y="1"/>
                    <a:pt x="2983" y="1"/>
                  </a:cubicBezTo>
                  <a:cubicBezTo>
                    <a:pt x="2852" y="7"/>
                    <a:pt x="2739" y="95"/>
                    <a:pt x="2703" y="222"/>
                  </a:cubicBezTo>
                  <a:lnTo>
                    <a:pt x="16" y="9447"/>
                  </a:lnTo>
                  <a:cubicBezTo>
                    <a:pt x="3" y="9490"/>
                    <a:pt x="1" y="9536"/>
                    <a:pt x="7" y="9580"/>
                  </a:cubicBezTo>
                  <a:cubicBezTo>
                    <a:pt x="92" y="10107"/>
                    <a:pt x="2062" y="22488"/>
                    <a:pt x="2273" y="23540"/>
                  </a:cubicBezTo>
                  <a:cubicBezTo>
                    <a:pt x="2436" y="24356"/>
                    <a:pt x="3062" y="25500"/>
                    <a:pt x="4051" y="26083"/>
                  </a:cubicBezTo>
                  <a:cubicBezTo>
                    <a:pt x="4495" y="26344"/>
                    <a:pt x="4970" y="26476"/>
                    <a:pt x="5473" y="26476"/>
                  </a:cubicBezTo>
                  <a:cubicBezTo>
                    <a:pt x="5797" y="26476"/>
                    <a:pt x="6131" y="26420"/>
                    <a:pt x="6475" y="26312"/>
                  </a:cubicBezTo>
                  <a:cubicBezTo>
                    <a:pt x="9037" y="25497"/>
                    <a:pt x="9971" y="23374"/>
                    <a:pt x="9755" y="21747"/>
                  </a:cubicBezTo>
                  <a:cubicBezTo>
                    <a:pt x="9668" y="21102"/>
                    <a:pt x="9220" y="18951"/>
                    <a:pt x="8652" y="16228"/>
                  </a:cubicBezTo>
                  <a:cubicBezTo>
                    <a:pt x="7803" y="12157"/>
                    <a:pt x="6747" y="7092"/>
                    <a:pt x="6367" y="4495"/>
                  </a:cubicBezTo>
                  <a:cubicBezTo>
                    <a:pt x="5726" y="112"/>
                    <a:pt x="3295" y="1"/>
                    <a:pt x="300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67"/>
            <p:cNvSpPr/>
            <p:nvPr/>
          </p:nvSpPr>
          <p:spPr>
            <a:xfrm>
              <a:off x="2932025" y="1529925"/>
              <a:ext cx="876550" cy="681125"/>
            </a:xfrm>
            <a:custGeom>
              <a:rect b="b" l="l" r="r" t="t"/>
              <a:pathLst>
                <a:path extrusionOk="0" h="27245" w="35062">
                  <a:moveTo>
                    <a:pt x="25097" y="0"/>
                  </a:moveTo>
                  <a:cubicBezTo>
                    <a:pt x="21863" y="0"/>
                    <a:pt x="17233" y="782"/>
                    <a:pt x="10726" y="3321"/>
                  </a:cubicBezTo>
                  <a:cubicBezTo>
                    <a:pt x="10726" y="3321"/>
                    <a:pt x="0" y="7859"/>
                    <a:pt x="0" y="9508"/>
                  </a:cubicBezTo>
                  <a:cubicBezTo>
                    <a:pt x="0" y="11159"/>
                    <a:pt x="6600" y="27245"/>
                    <a:pt x="6600" y="27245"/>
                  </a:cubicBezTo>
                  <a:lnTo>
                    <a:pt x="35061" y="19822"/>
                  </a:lnTo>
                  <a:lnTo>
                    <a:pt x="31869" y="1997"/>
                  </a:lnTo>
                  <a:cubicBezTo>
                    <a:pt x="31869" y="1997"/>
                    <a:pt x="30267" y="0"/>
                    <a:pt x="25097"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67"/>
            <p:cNvSpPr/>
            <p:nvPr/>
          </p:nvSpPr>
          <p:spPr>
            <a:xfrm>
              <a:off x="2924375" y="1521975"/>
              <a:ext cx="892450" cy="696750"/>
            </a:xfrm>
            <a:custGeom>
              <a:rect b="b" l="l" r="r" t="t"/>
              <a:pathLst>
                <a:path extrusionOk="0" h="27870" w="35698">
                  <a:moveTo>
                    <a:pt x="25369" y="639"/>
                  </a:moveTo>
                  <a:cubicBezTo>
                    <a:pt x="29860" y="639"/>
                    <a:pt x="31593" y="2158"/>
                    <a:pt x="31890" y="2456"/>
                  </a:cubicBezTo>
                  <a:lnTo>
                    <a:pt x="35016" y="19914"/>
                  </a:lnTo>
                  <a:lnTo>
                    <a:pt x="7088" y="27199"/>
                  </a:lnTo>
                  <a:cubicBezTo>
                    <a:pt x="4446" y="20750"/>
                    <a:pt x="612" y="10977"/>
                    <a:pt x="612" y="9826"/>
                  </a:cubicBezTo>
                  <a:cubicBezTo>
                    <a:pt x="612" y="8933"/>
                    <a:pt x="6079" y="6066"/>
                    <a:pt x="11147" y="3923"/>
                  </a:cubicBezTo>
                  <a:cubicBezTo>
                    <a:pt x="17596" y="1406"/>
                    <a:pt x="22179" y="639"/>
                    <a:pt x="25369" y="639"/>
                  </a:cubicBezTo>
                  <a:close/>
                  <a:moveTo>
                    <a:pt x="25433" y="1"/>
                  </a:moveTo>
                  <a:cubicBezTo>
                    <a:pt x="22155" y="1"/>
                    <a:pt x="17479" y="795"/>
                    <a:pt x="10921" y="3355"/>
                  </a:cubicBezTo>
                  <a:lnTo>
                    <a:pt x="10912" y="3357"/>
                  </a:lnTo>
                  <a:cubicBezTo>
                    <a:pt x="8352" y="4440"/>
                    <a:pt x="1" y="8107"/>
                    <a:pt x="1" y="9826"/>
                  </a:cubicBezTo>
                  <a:cubicBezTo>
                    <a:pt x="1" y="11489"/>
                    <a:pt x="5946" y="26027"/>
                    <a:pt x="6624" y="27679"/>
                  </a:cubicBezTo>
                  <a:cubicBezTo>
                    <a:pt x="6671" y="27794"/>
                    <a:pt x="6782" y="27869"/>
                    <a:pt x="6906" y="27870"/>
                  </a:cubicBezTo>
                  <a:cubicBezTo>
                    <a:pt x="6933" y="27869"/>
                    <a:pt x="6959" y="27865"/>
                    <a:pt x="6984" y="27860"/>
                  </a:cubicBezTo>
                  <a:lnTo>
                    <a:pt x="35445" y="20434"/>
                  </a:lnTo>
                  <a:cubicBezTo>
                    <a:pt x="35600" y="20393"/>
                    <a:pt x="35698" y="20241"/>
                    <a:pt x="35669" y="20084"/>
                  </a:cubicBezTo>
                  <a:lnTo>
                    <a:pt x="32476" y="2260"/>
                  </a:lnTo>
                  <a:cubicBezTo>
                    <a:pt x="32467" y="2210"/>
                    <a:pt x="32445" y="2163"/>
                    <a:pt x="32413" y="2123"/>
                  </a:cubicBezTo>
                  <a:cubicBezTo>
                    <a:pt x="32304" y="1986"/>
                    <a:pt x="30615" y="1"/>
                    <a:pt x="254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67"/>
            <p:cNvSpPr/>
            <p:nvPr/>
          </p:nvSpPr>
          <p:spPr>
            <a:xfrm>
              <a:off x="3153575" y="1347275"/>
              <a:ext cx="693100" cy="849350"/>
            </a:xfrm>
            <a:custGeom>
              <a:rect b="b" l="l" r="r" t="t"/>
              <a:pathLst>
                <a:path extrusionOk="0" h="33974" w="27724">
                  <a:moveTo>
                    <a:pt x="20132" y="0"/>
                  </a:moveTo>
                  <a:cubicBezTo>
                    <a:pt x="17271" y="0"/>
                    <a:pt x="13861" y="179"/>
                    <a:pt x="11640" y="893"/>
                  </a:cubicBezTo>
                  <a:cubicBezTo>
                    <a:pt x="11640" y="893"/>
                    <a:pt x="8571" y="2798"/>
                    <a:pt x="6138" y="4173"/>
                  </a:cubicBezTo>
                  <a:cubicBezTo>
                    <a:pt x="3704" y="5549"/>
                    <a:pt x="1" y="7453"/>
                    <a:pt x="1" y="11263"/>
                  </a:cubicBezTo>
                  <a:cubicBezTo>
                    <a:pt x="1" y="15073"/>
                    <a:pt x="2752" y="30204"/>
                    <a:pt x="2752" y="31791"/>
                  </a:cubicBezTo>
                  <a:cubicBezTo>
                    <a:pt x="2752" y="33156"/>
                    <a:pt x="2830" y="33973"/>
                    <a:pt x="2852" y="33973"/>
                  </a:cubicBezTo>
                  <a:cubicBezTo>
                    <a:pt x="2855" y="33973"/>
                    <a:pt x="2857" y="33952"/>
                    <a:pt x="2857" y="33907"/>
                  </a:cubicBezTo>
                  <a:cubicBezTo>
                    <a:pt x="2857" y="33589"/>
                    <a:pt x="21480" y="27452"/>
                    <a:pt x="21480" y="27452"/>
                  </a:cubicBezTo>
                  <a:cubicBezTo>
                    <a:pt x="21480" y="27452"/>
                    <a:pt x="22645" y="22585"/>
                    <a:pt x="23597" y="20257"/>
                  </a:cubicBezTo>
                  <a:cubicBezTo>
                    <a:pt x="24549" y="17930"/>
                    <a:pt x="23597" y="15919"/>
                    <a:pt x="24655" y="12109"/>
                  </a:cubicBezTo>
                  <a:cubicBezTo>
                    <a:pt x="25713" y="8300"/>
                    <a:pt x="27724" y="5761"/>
                    <a:pt x="26877" y="2904"/>
                  </a:cubicBezTo>
                  <a:cubicBezTo>
                    <a:pt x="26031" y="47"/>
                    <a:pt x="25819" y="152"/>
                    <a:pt x="22751" y="47"/>
                  </a:cubicBezTo>
                  <a:cubicBezTo>
                    <a:pt x="21982" y="20"/>
                    <a:pt x="21088" y="0"/>
                    <a:pt x="20132" y="0"/>
                  </a:cubicBez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67"/>
            <p:cNvSpPr/>
            <p:nvPr/>
          </p:nvSpPr>
          <p:spPr>
            <a:xfrm>
              <a:off x="3145925" y="1339600"/>
              <a:ext cx="701900" cy="864675"/>
            </a:xfrm>
            <a:custGeom>
              <a:rect b="b" l="l" r="r" t="t"/>
              <a:pathLst>
                <a:path extrusionOk="0" h="34587" w="28076">
                  <a:moveTo>
                    <a:pt x="20491" y="614"/>
                  </a:moveTo>
                  <a:cubicBezTo>
                    <a:pt x="21446" y="614"/>
                    <a:pt x="22323" y="634"/>
                    <a:pt x="23047" y="659"/>
                  </a:cubicBezTo>
                  <a:lnTo>
                    <a:pt x="23387" y="671"/>
                  </a:lnTo>
                  <a:cubicBezTo>
                    <a:pt x="26088" y="759"/>
                    <a:pt x="26139" y="762"/>
                    <a:pt x="26891" y="3297"/>
                  </a:cubicBezTo>
                  <a:cubicBezTo>
                    <a:pt x="27428" y="5111"/>
                    <a:pt x="26752" y="6780"/>
                    <a:pt x="25897" y="8894"/>
                  </a:cubicBezTo>
                  <a:cubicBezTo>
                    <a:pt x="25486" y="9911"/>
                    <a:pt x="25020" y="11063"/>
                    <a:pt x="24666" y="12334"/>
                  </a:cubicBezTo>
                  <a:cubicBezTo>
                    <a:pt x="24115" y="14322"/>
                    <a:pt x="24100" y="15814"/>
                    <a:pt x="24086" y="17130"/>
                  </a:cubicBezTo>
                  <a:cubicBezTo>
                    <a:pt x="24074" y="18330"/>
                    <a:pt x="24064" y="19366"/>
                    <a:pt x="23621" y="20448"/>
                  </a:cubicBezTo>
                  <a:cubicBezTo>
                    <a:pt x="22758" y="22556"/>
                    <a:pt x="21745" y="26636"/>
                    <a:pt x="21529" y="27522"/>
                  </a:cubicBezTo>
                  <a:cubicBezTo>
                    <a:pt x="8640" y="31770"/>
                    <a:pt x="4648" y="33205"/>
                    <a:pt x="3412" y="33789"/>
                  </a:cubicBezTo>
                  <a:cubicBezTo>
                    <a:pt x="3388" y="33436"/>
                    <a:pt x="3364" y="32867"/>
                    <a:pt x="3364" y="32097"/>
                  </a:cubicBezTo>
                  <a:cubicBezTo>
                    <a:pt x="3364" y="31451"/>
                    <a:pt x="2949" y="28795"/>
                    <a:pt x="2422" y="25431"/>
                  </a:cubicBezTo>
                  <a:cubicBezTo>
                    <a:pt x="1616" y="20276"/>
                    <a:pt x="613" y="13861"/>
                    <a:pt x="613" y="11570"/>
                  </a:cubicBezTo>
                  <a:cubicBezTo>
                    <a:pt x="613" y="8108"/>
                    <a:pt x="3879" y="6273"/>
                    <a:pt x="6264" y="4933"/>
                  </a:cubicBezTo>
                  <a:lnTo>
                    <a:pt x="6595" y="4747"/>
                  </a:lnTo>
                  <a:cubicBezTo>
                    <a:pt x="8873" y="3459"/>
                    <a:pt x="11740" y="1688"/>
                    <a:pt x="12076" y="1481"/>
                  </a:cubicBezTo>
                  <a:cubicBezTo>
                    <a:pt x="14284" y="781"/>
                    <a:pt x="17714" y="614"/>
                    <a:pt x="20491" y="614"/>
                  </a:cubicBezTo>
                  <a:close/>
                  <a:moveTo>
                    <a:pt x="20390" y="0"/>
                  </a:moveTo>
                  <a:cubicBezTo>
                    <a:pt x="17381" y="0"/>
                    <a:pt x="14063" y="198"/>
                    <a:pt x="11853" y="909"/>
                  </a:cubicBezTo>
                  <a:cubicBezTo>
                    <a:pt x="11829" y="917"/>
                    <a:pt x="11806" y="927"/>
                    <a:pt x="11785" y="940"/>
                  </a:cubicBezTo>
                  <a:cubicBezTo>
                    <a:pt x="11754" y="960"/>
                    <a:pt x="8694" y="2857"/>
                    <a:pt x="6293" y="4215"/>
                  </a:cubicBezTo>
                  <a:lnTo>
                    <a:pt x="5964" y="4400"/>
                  </a:lnTo>
                  <a:cubicBezTo>
                    <a:pt x="3447" y="5813"/>
                    <a:pt x="1" y="7749"/>
                    <a:pt x="1" y="11570"/>
                  </a:cubicBezTo>
                  <a:cubicBezTo>
                    <a:pt x="1" y="13909"/>
                    <a:pt x="1008" y="20350"/>
                    <a:pt x="1818" y="25526"/>
                  </a:cubicBezTo>
                  <a:cubicBezTo>
                    <a:pt x="2318" y="28731"/>
                    <a:pt x="2751" y="31499"/>
                    <a:pt x="2751" y="32098"/>
                  </a:cubicBezTo>
                  <a:cubicBezTo>
                    <a:pt x="2751" y="34586"/>
                    <a:pt x="2862" y="34586"/>
                    <a:pt x="3158" y="34586"/>
                  </a:cubicBezTo>
                  <a:cubicBezTo>
                    <a:pt x="3281" y="34586"/>
                    <a:pt x="3389" y="34504"/>
                    <a:pt x="3440" y="34394"/>
                  </a:cubicBezTo>
                  <a:cubicBezTo>
                    <a:pt x="4559" y="33830"/>
                    <a:pt x="14964" y="30330"/>
                    <a:pt x="21883" y="28050"/>
                  </a:cubicBezTo>
                  <a:cubicBezTo>
                    <a:pt x="21983" y="28017"/>
                    <a:pt x="22060" y="27934"/>
                    <a:pt x="22084" y="27830"/>
                  </a:cubicBezTo>
                  <a:cubicBezTo>
                    <a:pt x="22095" y="27782"/>
                    <a:pt x="23254" y="22960"/>
                    <a:pt x="24187" y="20680"/>
                  </a:cubicBezTo>
                  <a:cubicBezTo>
                    <a:pt x="24674" y="19489"/>
                    <a:pt x="24685" y="18400"/>
                    <a:pt x="24698" y="17138"/>
                  </a:cubicBezTo>
                  <a:cubicBezTo>
                    <a:pt x="24711" y="15858"/>
                    <a:pt x="24726" y="14409"/>
                    <a:pt x="25257" y="12498"/>
                  </a:cubicBezTo>
                  <a:cubicBezTo>
                    <a:pt x="25600" y="11261"/>
                    <a:pt x="26040" y="10174"/>
                    <a:pt x="26464" y="9124"/>
                  </a:cubicBezTo>
                  <a:cubicBezTo>
                    <a:pt x="27328" y="6987"/>
                    <a:pt x="28075" y="5143"/>
                    <a:pt x="27477" y="3123"/>
                  </a:cubicBezTo>
                  <a:cubicBezTo>
                    <a:pt x="26628" y="261"/>
                    <a:pt x="26284" y="155"/>
                    <a:pt x="23406" y="59"/>
                  </a:cubicBezTo>
                  <a:lnTo>
                    <a:pt x="23067" y="48"/>
                  </a:lnTo>
                  <a:cubicBezTo>
                    <a:pt x="22233" y="19"/>
                    <a:pt x="21326" y="0"/>
                    <a:pt x="2039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67"/>
            <p:cNvSpPr/>
            <p:nvPr/>
          </p:nvSpPr>
          <p:spPr>
            <a:xfrm>
              <a:off x="3348825" y="1312750"/>
              <a:ext cx="338650" cy="322150"/>
            </a:xfrm>
            <a:custGeom>
              <a:rect b="b" l="l" r="r" t="t"/>
              <a:pathLst>
                <a:path extrusionOk="0" h="12886" w="13546">
                  <a:moveTo>
                    <a:pt x="4473" y="1"/>
                  </a:moveTo>
                  <a:cubicBezTo>
                    <a:pt x="3541" y="1"/>
                    <a:pt x="2787" y="200"/>
                    <a:pt x="2434" y="611"/>
                  </a:cubicBezTo>
                  <a:cubicBezTo>
                    <a:pt x="2434" y="611"/>
                    <a:pt x="1058" y="1351"/>
                    <a:pt x="530" y="4738"/>
                  </a:cubicBezTo>
                  <a:cubicBezTo>
                    <a:pt x="0" y="8123"/>
                    <a:pt x="0" y="12886"/>
                    <a:pt x="0" y="12886"/>
                  </a:cubicBezTo>
                  <a:cubicBezTo>
                    <a:pt x="0" y="12886"/>
                    <a:pt x="5714" y="9711"/>
                    <a:pt x="6561" y="9606"/>
                  </a:cubicBezTo>
                  <a:cubicBezTo>
                    <a:pt x="6578" y="9603"/>
                    <a:pt x="6598" y="9602"/>
                    <a:pt x="6619" y="9602"/>
                  </a:cubicBezTo>
                  <a:cubicBezTo>
                    <a:pt x="7657" y="9602"/>
                    <a:pt x="13545" y="12039"/>
                    <a:pt x="13545" y="12039"/>
                  </a:cubicBezTo>
                  <a:cubicBezTo>
                    <a:pt x="13545" y="12039"/>
                    <a:pt x="12699" y="7172"/>
                    <a:pt x="11428" y="3786"/>
                  </a:cubicBezTo>
                  <a:cubicBezTo>
                    <a:pt x="10512" y="1342"/>
                    <a:pt x="6893" y="1"/>
                    <a:pt x="447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67"/>
            <p:cNvSpPr/>
            <p:nvPr/>
          </p:nvSpPr>
          <p:spPr>
            <a:xfrm>
              <a:off x="3341175" y="1305025"/>
              <a:ext cx="354675" cy="337525"/>
            </a:xfrm>
            <a:custGeom>
              <a:rect b="b" l="l" r="r" t="t"/>
              <a:pathLst>
                <a:path extrusionOk="0" h="13501" w="14187">
                  <a:moveTo>
                    <a:pt x="4784" y="616"/>
                  </a:moveTo>
                  <a:cubicBezTo>
                    <a:pt x="5202" y="616"/>
                    <a:pt x="5664" y="658"/>
                    <a:pt x="6149" y="743"/>
                  </a:cubicBezTo>
                  <a:cubicBezTo>
                    <a:pt x="8282" y="1120"/>
                    <a:pt x="10748" y="2336"/>
                    <a:pt x="11448" y="4203"/>
                  </a:cubicBezTo>
                  <a:cubicBezTo>
                    <a:pt x="12445" y="6860"/>
                    <a:pt x="13188" y="10487"/>
                    <a:pt x="13448" y="11852"/>
                  </a:cubicBezTo>
                  <a:cubicBezTo>
                    <a:pt x="11819" y="11188"/>
                    <a:pt x="7840" y="9607"/>
                    <a:pt x="6903" y="9607"/>
                  </a:cubicBezTo>
                  <a:cubicBezTo>
                    <a:pt x="6875" y="9607"/>
                    <a:pt x="6851" y="9608"/>
                    <a:pt x="6829" y="9611"/>
                  </a:cubicBezTo>
                  <a:cubicBezTo>
                    <a:pt x="6067" y="9706"/>
                    <a:pt x="2056" y="11883"/>
                    <a:pt x="618" y="12674"/>
                  </a:cubicBezTo>
                  <a:cubicBezTo>
                    <a:pt x="635" y="11348"/>
                    <a:pt x="721" y="7767"/>
                    <a:pt x="1138" y="5095"/>
                  </a:cubicBezTo>
                  <a:cubicBezTo>
                    <a:pt x="1629" y="1956"/>
                    <a:pt x="2864" y="1202"/>
                    <a:pt x="2889" y="1189"/>
                  </a:cubicBezTo>
                  <a:cubicBezTo>
                    <a:pt x="2921" y="1171"/>
                    <a:pt x="2949" y="1148"/>
                    <a:pt x="2973" y="1120"/>
                  </a:cubicBezTo>
                  <a:cubicBezTo>
                    <a:pt x="3254" y="792"/>
                    <a:pt x="3924" y="616"/>
                    <a:pt x="4784" y="616"/>
                  </a:cubicBezTo>
                  <a:close/>
                  <a:moveTo>
                    <a:pt x="4772" y="0"/>
                  </a:moveTo>
                  <a:cubicBezTo>
                    <a:pt x="3748" y="0"/>
                    <a:pt x="2956" y="236"/>
                    <a:pt x="2541" y="683"/>
                  </a:cubicBezTo>
                  <a:cubicBezTo>
                    <a:pt x="2264" y="865"/>
                    <a:pt x="1028" y="1838"/>
                    <a:pt x="533" y="4999"/>
                  </a:cubicBezTo>
                  <a:cubicBezTo>
                    <a:pt x="7" y="8370"/>
                    <a:pt x="1" y="13147"/>
                    <a:pt x="1" y="13195"/>
                  </a:cubicBezTo>
                  <a:cubicBezTo>
                    <a:pt x="1" y="13364"/>
                    <a:pt x="138" y="13500"/>
                    <a:pt x="306" y="13500"/>
                  </a:cubicBezTo>
                  <a:cubicBezTo>
                    <a:pt x="358" y="13500"/>
                    <a:pt x="409" y="13487"/>
                    <a:pt x="455" y="13462"/>
                  </a:cubicBezTo>
                  <a:cubicBezTo>
                    <a:pt x="2644" y="12245"/>
                    <a:pt x="6330" y="10290"/>
                    <a:pt x="6904" y="10218"/>
                  </a:cubicBezTo>
                  <a:cubicBezTo>
                    <a:pt x="6917" y="10216"/>
                    <a:pt x="6932" y="10215"/>
                    <a:pt x="6949" y="10215"/>
                  </a:cubicBezTo>
                  <a:cubicBezTo>
                    <a:pt x="7565" y="10215"/>
                    <a:pt x="10833" y="11430"/>
                    <a:pt x="13734" y="12631"/>
                  </a:cubicBezTo>
                  <a:cubicBezTo>
                    <a:pt x="13773" y="12647"/>
                    <a:pt x="13813" y="12654"/>
                    <a:pt x="13851" y="12654"/>
                  </a:cubicBezTo>
                  <a:cubicBezTo>
                    <a:pt x="14031" y="12654"/>
                    <a:pt x="14186" y="12491"/>
                    <a:pt x="14152" y="12295"/>
                  </a:cubicBezTo>
                  <a:cubicBezTo>
                    <a:pt x="14144" y="12247"/>
                    <a:pt x="13286" y="7361"/>
                    <a:pt x="12021" y="3987"/>
                  </a:cubicBezTo>
                  <a:cubicBezTo>
                    <a:pt x="11182" y="1752"/>
                    <a:pt x="8391" y="518"/>
                    <a:pt x="6255" y="141"/>
                  </a:cubicBezTo>
                  <a:cubicBezTo>
                    <a:pt x="5724" y="46"/>
                    <a:pt x="5225" y="0"/>
                    <a:pt x="477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67"/>
            <p:cNvSpPr/>
            <p:nvPr/>
          </p:nvSpPr>
          <p:spPr>
            <a:xfrm>
              <a:off x="3383225" y="1306875"/>
              <a:ext cx="179900" cy="351850"/>
            </a:xfrm>
            <a:custGeom>
              <a:rect b="b" l="l" r="r" t="t"/>
              <a:pathLst>
                <a:path extrusionOk="0" h="14074" w="7196">
                  <a:moveTo>
                    <a:pt x="0" y="0"/>
                  </a:moveTo>
                  <a:cubicBezTo>
                    <a:pt x="0" y="0"/>
                    <a:pt x="38" y="130"/>
                    <a:pt x="104" y="362"/>
                  </a:cubicBezTo>
                  <a:cubicBezTo>
                    <a:pt x="516" y="1794"/>
                    <a:pt x="2053" y="7095"/>
                    <a:pt x="2964" y="9735"/>
                  </a:cubicBezTo>
                  <a:cubicBezTo>
                    <a:pt x="4021" y="12804"/>
                    <a:pt x="5608" y="14073"/>
                    <a:pt x="5608" y="14073"/>
                  </a:cubicBezTo>
                  <a:lnTo>
                    <a:pt x="7195" y="7725"/>
                  </a:lnTo>
                  <a:cubicBezTo>
                    <a:pt x="7195" y="7725"/>
                    <a:pt x="953" y="1693"/>
                    <a:pt x="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67"/>
            <p:cNvSpPr/>
            <p:nvPr/>
          </p:nvSpPr>
          <p:spPr>
            <a:xfrm>
              <a:off x="3374800" y="1299200"/>
              <a:ext cx="196400" cy="367200"/>
            </a:xfrm>
            <a:custGeom>
              <a:rect b="b" l="l" r="r" t="t"/>
              <a:pathLst>
                <a:path extrusionOk="0" h="14688" w="7856">
                  <a:moveTo>
                    <a:pt x="1089" y="1808"/>
                  </a:moveTo>
                  <a:lnTo>
                    <a:pt x="1089" y="1808"/>
                  </a:lnTo>
                  <a:cubicBezTo>
                    <a:pt x="2944" y="3983"/>
                    <a:pt x="6461" y="7418"/>
                    <a:pt x="7193" y="8128"/>
                  </a:cubicBezTo>
                  <a:lnTo>
                    <a:pt x="5777" y="13790"/>
                  </a:lnTo>
                  <a:cubicBezTo>
                    <a:pt x="5262" y="13236"/>
                    <a:pt x="4301" y="12004"/>
                    <a:pt x="3590" y="9943"/>
                  </a:cubicBezTo>
                  <a:cubicBezTo>
                    <a:pt x="2856" y="7816"/>
                    <a:pt x="1700" y="3903"/>
                    <a:pt x="1089" y="1808"/>
                  </a:cubicBezTo>
                  <a:close/>
                  <a:moveTo>
                    <a:pt x="338" y="1"/>
                  </a:moveTo>
                  <a:cubicBezTo>
                    <a:pt x="298" y="1"/>
                    <a:pt x="258" y="9"/>
                    <a:pt x="220" y="25"/>
                  </a:cubicBezTo>
                  <a:cubicBezTo>
                    <a:pt x="77" y="83"/>
                    <a:pt x="0" y="242"/>
                    <a:pt x="43" y="390"/>
                  </a:cubicBezTo>
                  <a:lnTo>
                    <a:pt x="148" y="755"/>
                  </a:lnTo>
                  <a:cubicBezTo>
                    <a:pt x="589" y="2288"/>
                    <a:pt x="2099" y="7498"/>
                    <a:pt x="3011" y="10142"/>
                  </a:cubicBezTo>
                  <a:cubicBezTo>
                    <a:pt x="4085" y="13258"/>
                    <a:pt x="5687" y="14565"/>
                    <a:pt x="5754" y="14620"/>
                  </a:cubicBezTo>
                  <a:cubicBezTo>
                    <a:pt x="5809" y="14663"/>
                    <a:pt x="5876" y="14686"/>
                    <a:pt x="5945" y="14686"/>
                  </a:cubicBezTo>
                  <a:lnTo>
                    <a:pt x="5946" y="14687"/>
                  </a:lnTo>
                  <a:cubicBezTo>
                    <a:pt x="6087" y="14687"/>
                    <a:pt x="6208" y="14591"/>
                    <a:pt x="6243" y="14456"/>
                  </a:cubicBezTo>
                  <a:lnTo>
                    <a:pt x="7829" y="8105"/>
                  </a:lnTo>
                  <a:cubicBezTo>
                    <a:pt x="7856" y="8000"/>
                    <a:pt x="7824" y="7887"/>
                    <a:pt x="7745" y="7811"/>
                  </a:cubicBezTo>
                  <a:cubicBezTo>
                    <a:pt x="7683" y="7751"/>
                    <a:pt x="1524" y="1792"/>
                    <a:pt x="604" y="156"/>
                  </a:cubicBezTo>
                  <a:cubicBezTo>
                    <a:pt x="548" y="58"/>
                    <a:pt x="445" y="1"/>
                    <a:pt x="3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67"/>
            <p:cNvSpPr/>
            <p:nvPr/>
          </p:nvSpPr>
          <p:spPr>
            <a:xfrm>
              <a:off x="3303850" y="967400"/>
              <a:ext cx="410075" cy="571100"/>
            </a:xfrm>
            <a:custGeom>
              <a:rect b="b" l="l" r="r" t="t"/>
              <a:pathLst>
                <a:path extrusionOk="0" h="22844" w="16403">
                  <a:moveTo>
                    <a:pt x="8230" y="1"/>
                  </a:moveTo>
                  <a:cubicBezTo>
                    <a:pt x="6845" y="1"/>
                    <a:pt x="3239" y="542"/>
                    <a:pt x="1799" y="5960"/>
                  </a:cubicBezTo>
                  <a:cubicBezTo>
                    <a:pt x="0" y="12733"/>
                    <a:pt x="5821" y="18552"/>
                    <a:pt x="7513" y="20774"/>
                  </a:cubicBezTo>
                  <a:cubicBezTo>
                    <a:pt x="8496" y="22063"/>
                    <a:pt x="9729" y="22843"/>
                    <a:pt x="10859" y="22843"/>
                  </a:cubicBezTo>
                  <a:cubicBezTo>
                    <a:pt x="11677" y="22843"/>
                    <a:pt x="12441" y="22435"/>
                    <a:pt x="13016" y="21515"/>
                  </a:cubicBezTo>
                  <a:cubicBezTo>
                    <a:pt x="15133" y="18129"/>
                    <a:pt x="15767" y="16436"/>
                    <a:pt x="16084" y="11992"/>
                  </a:cubicBezTo>
                  <a:cubicBezTo>
                    <a:pt x="16402" y="7547"/>
                    <a:pt x="15873" y="4585"/>
                    <a:pt x="13862" y="2258"/>
                  </a:cubicBezTo>
                  <a:cubicBezTo>
                    <a:pt x="12019" y="122"/>
                    <a:pt x="9285" y="34"/>
                    <a:pt x="8845" y="34"/>
                  </a:cubicBezTo>
                  <a:cubicBezTo>
                    <a:pt x="8805" y="34"/>
                    <a:pt x="8784" y="34"/>
                    <a:pt x="8784" y="34"/>
                  </a:cubicBezTo>
                  <a:cubicBezTo>
                    <a:pt x="8784" y="34"/>
                    <a:pt x="8577" y="1"/>
                    <a:pt x="8230"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67"/>
            <p:cNvSpPr/>
            <p:nvPr/>
          </p:nvSpPr>
          <p:spPr>
            <a:xfrm>
              <a:off x="3300900" y="959900"/>
              <a:ext cx="421275" cy="586250"/>
            </a:xfrm>
            <a:custGeom>
              <a:rect b="b" l="l" r="r" t="t"/>
              <a:pathLst>
                <a:path extrusionOk="0" h="23450" w="16851">
                  <a:moveTo>
                    <a:pt x="8307" y="601"/>
                  </a:moveTo>
                  <a:lnTo>
                    <a:pt x="8307" y="602"/>
                  </a:lnTo>
                  <a:cubicBezTo>
                    <a:pt x="8616" y="602"/>
                    <a:pt x="8815" y="631"/>
                    <a:pt x="8852" y="637"/>
                  </a:cubicBezTo>
                  <a:cubicBezTo>
                    <a:pt x="8867" y="639"/>
                    <a:pt x="8882" y="641"/>
                    <a:pt x="8897" y="641"/>
                  </a:cubicBezTo>
                  <a:cubicBezTo>
                    <a:pt x="8902" y="641"/>
                    <a:pt x="8907" y="640"/>
                    <a:pt x="8912" y="640"/>
                  </a:cubicBezTo>
                  <a:cubicBezTo>
                    <a:pt x="8914" y="640"/>
                    <a:pt x="8928" y="640"/>
                    <a:pt x="8952" y="640"/>
                  </a:cubicBezTo>
                  <a:cubicBezTo>
                    <a:pt x="9311" y="640"/>
                    <a:pt x="11977" y="705"/>
                    <a:pt x="13748" y="2757"/>
                  </a:cubicBezTo>
                  <a:cubicBezTo>
                    <a:pt x="15604" y="4905"/>
                    <a:pt x="16226" y="7661"/>
                    <a:pt x="15897" y="12270"/>
                  </a:cubicBezTo>
                  <a:cubicBezTo>
                    <a:pt x="15578" y="16729"/>
                    <a:pt x="14933" y="18360"/>
                    <a:pt x="12874" y="21652"/>
                  </a:cubicBezTo>
                  <a:cubicBezTo>
                    <a:pt x="12405" y="22403"/>
                    <a:pt x="11800" y="22801"/>
                    <a:pt x="11075" y="22835"/>
                  </a:cubicBezTo>
                  <a:cubicBezTo>
                    <a:pt x="11045" y="22837"/>
                    <a:pt x="11015" y="22837"/>
                    <a:pt x="10985" y="22837"/>
                  </a:cubicBezTo>
                  <a:cubicBezTo>
                    <a:pt x="9968" y="22837"/>
                    <a:pt x="8812" y="22119"/>
                    <a:pt x="7875" y="20889"/>
                  </a:cubicBezTo>
                  <a:cubicBezTo>
                    <a:pt x="7668" y="20617"/>
                    <a:pt x="7400" y="20291"/>
                    <a:pt x="7092" y="19918"/>
                  </a:cubicBezTo>
                  <a:cubicBezTo>
                    <a:pt x="4849" y="17199"/>
                    <a:pt x="673" y="12138"/>
                    <a:pt x="2214" y="6339"/>
                  </a:cubicBezTo>
                  <a:cubicBezTo>
                    <a:pt x="3596" y="1136"/>
                    <a:pt x="6975" y="601"/>
                    <a:pt x="8307" y="601"/>
                  </a:cubicBezTo>
                  <a:close/>
                  <a:moveTo>
                    <a:pt x="8393" y="1"/>
                  </a:moveTo>
                  <a:cubicBezTo>
                    <a:pt x="6952" y="1"/>
                    <a:pt x="3117" y="552"/>
                    <a:pt x="1622" y="6181"/>
                  </a:cubicBezTo>
                  <a:cubicBezTo>
                    <a:pt x="1" y="12285"/>
                    <a:pt x="4307" y="17504"/>
                    <a:pt x="6619" y="20308"/>
                  </a:cubicBezTo>
                  <a:cubicBezTo>
                    <a:pt x="6922" y="20674"/>
                    <a:pt x="7185" y="20993"/>
                    <a:pt x="7388" y="21260"/>
                  </a:cubicBezTo>
                  <a:cubicBezTo>
                    <a:pt x="8439" y="22639"/>
                    <a:pt x="9773" y="23449"/>
                    <a:pt x="10981" y="23449"/>
                  </a:cubicBezTo>
                  <a:cubicBezTo>
                    <a:pt x="11022" y="23449"/>
                    <a:pt x="11063" y="23448"/>
                    <a:pt x="11104" y="23446"/>
                  </a:cubicBezTo>
                  <a:cubicBezTo>
                    <a:pt x="12028" y="23403"/>
                    <a:pt x="12819" y="22895"/>
                    <a:pt x="13393" y="21977"/>
                  </a:cubicBezTo>
                  <a:cubicBezTo>
                    <a:pt x="15481" y="18638"/>
                    <a:pt x="16182" y="16869"/>
                    <a:pt x="16508" y="12313"/>
                  </a:cubicBezTo>
                  <a:cubicBezTo>
                    <a:pt x="16850" y="7525"/>
                    <a:pt x="16184" y="4641"/>
                    <a:pt x="14211" y="2357"/>
                  </a:cubicBezTo>
                  <a:cubicBezTo>
                    <a:pt x="12261" y="97"/>
                    <a:pt x="9413" y="29"/>
                    <a:pt x="8950" y="29"/>
                  </a:cubicBezTo>
                  <a:cubicBezTo>
                    <a:pt x="8937" y="29"/>
                    <a:pt x="8926" y="29"/>
                    <a:pt x="8917" y="29"/>
                  </a:cubicBezTo>
                  <a:cubicBezTo>
                    <a:pt x="8845" y="20"/>
                    <a:pt x="8660" y="1"/>
                    <a:pt x="83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67"/>
            <p:cNvSpPr/>
            <p:nvPr/>
          </p:nvSpPr>
          <p:spPr>
            <a:xfrm>
              <a:off x="3335175" y="967400"/>
              <a:ext cx="369675" cy="315775"/>
            </a:xfrm>
            <a:custGeom>
              <a:rect b="b" l="l" r="r" t="t"/>
              <a:pathLst>
                <a:path extrusionOk="0" h="12631" w="14787">
                  <a:moveTo>
                    <a:pt x="6977" y="1"/>
                  </a:moveTo>
                  <a:cubicBezTo>
                    <a:pt x="5592" y="1"/>
                    <a:pt x="1986" y="542"/>
                    <a:pt x="546" y="5960"/>
                  </a:cubicBezTo>
                  <a:cubicBezTo>
                    <a:pt x="0" y="8017"/>
                    <a:pt x="159" y="9986"/>
                    <a:pt x="689" y="11792"/>
                  </a:cubicBezTo>
                  <a:cubicBezTo>
                    <a:pt x="878" y="11308"/>
                    <a:pt x="1163" y="10934"/>
                    <a:pt x="1604" y="10934"/>
                  </a:cubicBezTo>
                  <a:cubicBezTo>
                    <a:pt x="2838" y="10934"/>
                    <a:pt x="2973" y="12631"/>
                    <a:pt x="3368" y="12631"/>
                  </a:cubicBezTo>
                  <a:cubicBezTo>
                    <a:pt x="3379" y="12631"/>
                    <a:pt x="3391" y="12630"/>
                    <a:pt x="3403" y="12626"/>
                  </a:cubicBezTo>
                  <a:cubicBezTo>
                    <a:pt x="3826" y="12521"/>
                    <a:pt x="5520" y="11040"/>
                    <a:pt x="5202" y="9664"/>
                  </a:cubicBezTo>
                  <a:cubicBezTo>
                    <a:pt x="4886" y="8288"/>
                    <a:pt x="5309" y="7654"/>
                    <a:pt x="7531" y="7654"/>
                  </a:cubicBezTo>
                  <a:cubicBezTo>
                    <a:pt x="9530" y="7654"/>
                    <a:pt x="10159" y="8425"/>
                    <a:pt x="10805" y="8425"/>
                  </a:cubicBezTo>
                  <a:cubicBezTo>
                    <a:pt x="10877" y="8425"/>
                    <a:pt x="10949" y="8416"/>
                    <a:pt x="11023" y="8395"/>
                  </a:cubicBezTo>
                  <a:cubicBezTo>
                    <a:pt x="11763" y="8183"/>
                    <a:pt x="12292" y="6701"/>
                    <a:pt x="13033" y="6701"/>
                  </a:cubicBezTo>
                  <a:cubicBezTo>
                    <a:pt x="13502" y="6701"/>
                    <a:pt x="14141" y="6873"/>
                    <a:pt x="14787" y="7507"/>
                  </a:cubicBezTo>
                  <a:cubicBezTo>
                    <a:pt x="14526" y="5382"/>
                    <a:pt x="13853" y="3697"/>
                    <a:pt x="12609" y="2257"/>
                  </a:cubicBezTo>
                  <a:cubicBezTo>
                    <a:pt x="10766" y="122"/>
                    <a:pt x="8033" y="34"/>
                    <a:pt x="7592" y="34"/>
                  </a:cubicBezTo>
                  <a:cubicBezTo>
                    <a:pt x="7552" y="34"/>
                    <a:pt x="7531" y="34"/>
                    <a:pt x="7531" y="34"/>
                  </a:cubicBezTo>
                  <a:cubicBezTo>
                    <a:pt x="7531" y="34"/>
                    <a:pt x="7324" y="1"/>
                    <a:pt x="697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67"/>
            <p:cNvSpPr/>
            <p:nvPr/>
          </p:nvSpPr>
          <p:spPr>
            <a:xfrm>
              <a:off x="3328725" y="959875"/>
              <a:ext cx="384125" cy="331000"/>
            </a:xfrm>
            <a:custGeom>
              <a:rect b="b" l="l" r="r" t="t"/>
              <a:pathLst>
                <a:path extrusionOk="0" h="13240" w="15365">
                  <a:moveTo>
                    <a:pt x="7218" y="606"/>
                  </a:moveTo>
                  <a:cubicBezTo>
                    <a:pt x="7539" y="606"/>
                    <a:pt x="7749" y="635"/>
                    <a:pt x="7799" y="642"/>
                  </a:cubicBezTo>
                  <a:cubicBezTo>
                    <a:pt x="7801" y="642"/>
                    <a:pt x="7815" y="642"/>
                    <a:pt x="7840" y="642"/>
                  </a:cubicBezTo>
                  <a:cubicBezTo>
                    <a:pt x="8204" y="642"/>
                    <a:pt x="10866" y="708"/>
                    <a:pt x="12635" y="2758"/>
                  </a:cubicBezTo>
                  <a:cubicBezTo>
                    <a:pt x="13670" y="3956"/>
                    <a:pt x="14311" y="5347"/>
                    <a:pt x="14628" y="7092"/>
                  </a:cubicBezTo>
                  <a:cubicBezTo>
                    <a:pt x="14111" y="6776"/>
                    <a:pt x="13637" y="6696"/>
                    <a:pt x="13291" y="6696"/>
                  </a:cubicBezTo>
                  <a:cubicBezTo>
                    <a:pt x="12749" y="6696"/>
                    <a:pt x="12361" y="7185"/>
                    <a:pt x="11984" y="7656"/>
                  </a:cubicBezTo>
                  <a:cubicBezTo>
                    <a:pt x="11720" y="7987"/>
                    <a:pt x="11448" y="8329"/>
                    <a:pt x="11196" y="8401"/>
                  </a:cubicBezTo>
                  <a:cubicBezTo>
                    <a:pt x="11152" y="8414"/>
                    <a:pt x="11108" y="8420"/>
                    <a:pt x="11062" y="8420"/>
                  </a:cubicBezTo>
                  <a:cubicBezTo>
                    <a:pt x="10902" y="8420"/>
                    <a:pt x="10720" y="8344"/>
                    <a:pt x="10424" y="8215"/>
                  </a:cubicBezTo>
                  <a:cubicBezTo>
                    <a:pt x="9877" y="7977"/>
                    <a:pt x="9128" y="7649"/>
                    <a:pt x="7789" y="7649"/>
                  </a:cubicBezTo>
                  <a:cubicBezTo>
                    <a:pt x="6485" y="7649"/>
                    <a:pt x="5732" y="7864"/>
                    <a:pt x="5347" y="8347"/>
                  </a:cubicBezTo>
                  <a:cubicBezTo>
                    <a:pt x="4953" y="8843"/>
                    <a:pt x="5042" y="9509"/>
                    <a:pt x="5162" y="10034"/>
                  </a:cubicBezTo>
                  <a:cubicBezTo>
                    <a:pt x="5414" y="11125"/>
                    <a:pt x="4113" y="12360"/>
                    <a:pt x="3670" y="12595"/>
                  </a:cubicBezTo>
                  <a:cubicBezTo>
                    <a:pt x="3623" y="12520"/>
                    <a:pt x="3559" y="12392"/>
                    <a:pt x="3511" y="12293"/>
                  </a:cubicBezTo>
                  <a:cubicBezTo>
                    <a:pt x="3260" y="11783"/>
                    <a:pt x="2842" y="10929"/>
                    <a:pt x="1863" y="10929"/>
                  </a:cubicBezTo>
                  <a:cubicBezTo>
                    <a:pt x="1626" y="10929"/>
                    <a:pt x="1329" y="11008"/>
                    <a:pt x="1057" y="11307"/>
                  </a:cubicBezTo>
                  <a:cubicBezTo>
                    <a:pt x="664" y="9597"/>
                    <a:pt x="678" y="7930"/>
                    <a:pt x="1101" y="6341"/>
                  </a:cubicBezTo>
                  <a:cubicBezTo>
                    <a:pt x="2480" y="1148"/>
                    <a:pt x="5849" y="606"/>
                    <a:pt x="7218" y="606"/>
                  </a:cubicBezTo>
                  <a:close/>
                  <a:moveTo>
                    <a:pt x="7281" y="1"/>
                  </a:moveTo>
                  <a:cubicBezTo>
                    <a:pt x="5842" y="1"/>
                    <a:pt x="2005" y="550"/>
                    <a:pt x="509" y="6182"/>
                  </a:cubicBezTo>
                  <a:cubicBezTo>
                    <a:pt x="0" y="8099"/>
                    <a:pt x="49" y="10117"/>
                    <a:pt x="654" y="12179"/>
                  </a:cubicBezTo>
                  <a:cubicBezTo>
                    <a:pt x="690" y="12305"/>
                    <a:pt x="803" y="12392"/>
                    <a:pt x="935" y="12399"/>
                  </a:cubicBezTo>
                  <a:cubicBezTo>
                    <a:pt x="941" y="12399"/>
                    <a:pt x="947" y="12400"/>
                    <a:pt x="954" y="12400"/>
                  </a:cubicBezTo>
                  <a:cubicBezTo>
                    <a:pt x="1072" y="12400"/>
                    <a:pt x="1188" y="12320"/>
                    <a:pt x="1233" y="12203"/>
                  </a:cubicBezTo>
                  <a:cubicBezTo>
                    <a:pt x="1404" y="11763"/>
                    <a:pt x="1615" y="11541"/>
                    <a:pt x="1863" y="11541"/>
                  </a:cubicBezTo>
                  <a:cubicBezTo>
                    <a:pt x="2416" y="11541"/>
                    <a:pt x="2676" y="11983"/>
                    <a:pt x="2961" y="12562"/>
                  </a:cubicBezTo>
                  <a:cubicBezTo>
                    <a:pt x="3117" y="12882"/>
                    <a:pt x="3294" y="13240"/>
                    <a:pt x="3616" y="13240"/>
                  </a:cubicBezTo>
                  <a:cubicBezTo>
                    <a:pt x="3656" y="13239"/>
                    <a:pt x="3697" y="13234"/>
                    <a:pt x="3736" y="13224"/>
                  </a:cubicBezTo>
                  <a:cubicBezTo>
                    <a:pt x="4246" y="13096"/>
                    <a:pt x="6128" y="11498"/>
                    <a:pt x="5758" y="9895"/>
                  </a:cubicBezTo>
                  <a:cubicBezTo>
                    <a:pt x="5626" y="9323"/>
                    <a:pt x="5648" y="8952"/>
                    <a:pt x="5826" y="8728"/>
                  </a:cubicBezTo>
                  <a:cubicBezTo>
                    <a:pt x="6076" y="8412"/>
                    <a:pt x="6718" y="8260"/>
                    <a:pt x="7788" y="8260"/>
                  </a:cubicBezTo>
                  <a:cubicBezTo>
                    <a:pt x="9000" y="8260"/>
                    <a:pt x="9681" y="8558"/>
                    <a:pt x="10178" y="8776"/>
                  </a:cubicBezTo>
                  <a:cubicBezTo>
                    <a:pt x="10487" y="8911"/>
                    <a:pt x="10765" y="9032"/>
                    <a:pt x="11063" y="9032"/>
                  </a:cubicBezTo>
                  <a:cubicBezTo>
                    <a:pt x="11161" y="9032"/>
                    <a:pt x="11260" y="9019"/>
                    <a:pt x="11364" y="8989"/>
                  </a:cubicBezTo>
                  <a:cubicBezTo>
                    <a:pt x="11805" y="8863"/>
                    <a:pt x="12139" y="8443"/>
                    <a:pt x="12463" y="8037"/>
                  </a:cubicBezTo>
                  <a:cubicBezTo>
                    <a:pt x="12735" y="7695"/>
                    <a:pt x="13044" y="7308"/>
                    <a:pt x="13291" y="7308"/>
                  </a:cubicBezTo>
                  <a:cubicBezTo>
                    <a:pt x="13659" y="7308"/>
                    <a:pt x="14226" y="7432"/>
                    <a:pt x="14831" y="8026"/>
                  </a:cubicBezTo>
                  <a:cubicBezTo>
                    <a:pt x="14890" y="8083"/>
                    <a:pt x="14967" y="8113"/>
                    <a:pt x="15045" y="8113"/>
                  </a:cubicBezTo>
                  <a:cubicBezTo>
                    <a:pt x="15091" y="8113"/>
                    <a:pt x="15138" y="8102"/>
                    <a:pt x="15181" y="8081"/>
                  </a:cubicBezTo>
                  <a:cubicBezTo>
                    <a:pt x="15297" y="8023"/>
                    <a:pt x="15365" y="7899"/>
                    <a:pt x="15349" y="7770"/>
                  </a:cubicBezTo>
                  <a:cubicBezTo>
                    <a:pt x="15076" y="5537"/>
                    <a:pt x="14360" y="3818"/>
                    <a:pt x="13098" y="2357"/>
                  </a:cubicBezTo>
                  <a:cubicBezTo>
                    <a:pt x="11192" y="150"/>
                    <a:pt x="8428" y="31"/>
                    <a:pt x="7919" y="31"/>
                  </a:cubicBezTo>
                  <a:cubicBezTo>
                    <a:pt x="7872" y="31"/>
                    <a:pt x="7844" y="32"/>
                    <a:pt x="7838" y="33"/>
                  </a:cubicBezTo>
                  <a:cubicBezTo>
                    <a:pt x="7827" y="31"/>
                    <a:pt x="7621" y="1"/>
                    <a:pt x="728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67"/>
            <p:cNvSpPr/>
            <p:nvPr/>
          </p:nvSpPr>
          <p:spPr>
            <a:xfrm>
              <a:off x="3339850" y="1239750"/>
              <a:ext cx="80425" cy="120025"/>
            </a:xfrm>
            <a:custGeom>
              <a:rect b="b" l="l" r="r" t="t"/>
              <a:pathLst>
                <a:path extrusionOk="0" h="4801" w="3217">
                  <a:moveTo>
                    <a:pt x="1089" y="1"/>
                  </a:moveTo>
                  <a:cubicBezTo>
                    <a:pt x="352" y="1"/>
                    <a:pt x="1" y="683"/>
                    <a:pt x="466" y="2262"/>
                  </a:cubicBezTo>
                  <a:cubicBezTo>
                    <a:pt x="995" y="4061"/>
                    <a:pt x="1735" y="4801"/>
                    <a:pt x="2158" y="4801"/>
                  </a:cubicBezTo>
                  <a:cubicBezTo>
                    <a:pt x="2582" y="4801"/>
                    <a:pt x="2793" y="4166"/>
                    <a:pt x="2793" y="4166"/>
                  </a:cubicBezTo>
                  <a:lnTo>
                    <a:pt x="3216" y="2367"/>
                  </a:lnTo>
                  <a:cubicBezTo>
                    <a:pt x="3216" y="2367"/>
                    <a:pt x="2370" y="251"/>
                    <a:pt x="1417" y="40"/>
                  </a:cubicBezTo>
                  <a:cubicBezTo>
                    <a:pt x="1301" y="14"/>
                    <a:pt x="1191" y="1"/>
                    <a:pt x="10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67"/>
            <p:cNvSpPr/>
            <p:nvPr/>
          </p:nvSpPr>
          <p:spPr>
            <a:xfrm>
              <a:off x="3335925" y="1232100"/>
              <a:ext cx="92950" cy="135350"/>
            </a:xfrm>
            <a:custGeom>
              <a:rect b="b" l="l" r="r" t="t"/>
              <a:pathLst>
                <a:path extrusionOk="0" h="5414" w="3718">
                  <a:moveTo>
                    <a:pt x="1242" y="1"/>
                  </a:moveTo>
                  <a:cubicBezTo>
                    <a:pt x="837" y="1"/>
                    <a:pt x="587" y="165"/>
                    <a:pt x="438" y="325"/>
                  </a:cubicBezTo>
                  <a:cubicBezTo>
                    <a:pt x="37" y="753"/>
                    <a:pt x="0" y="1537"/>
                    <a:pt x="329" y="2654"/>
                  </a:cubicBezTo>
                  <a:cubicBezTo>
                    <a:pt x="822" y="4330"/>
                    <a:pt x="1602" y="5414"/>
                    <a:pt x="2315" y="5414"/>
                  </a:cubicBezTo>
                  <a:cubicBezTo>
                    <a:pt x="2941" y="5414"/>
                    <a:pt x="3212" y="4656"/>
                    <a:pt x="3240" y="4569"/>
                  </a:cubicBezTo>
                  <a:cubicBezTo>
                    <a:pt x="3288" y="4410"/>
                    <a:pt x="3202" y="4243"/>
                    <a:pt x="3044" y="4191"/>
                  </a:cubicBezTo>
                  <a:cubicBezTo>
                    <a:pt x="3012" y="4180"/>
                    <a:pt x="2980" y="4175"/>
                    <a:pt x="2947" y="4175"/>
                  </a:cubicBezTo>
                  <a:cubicBezTo>
                    <a:pt x="2823" y="4175"/>
                    <a:pt x="2706" y="4251"/>
                    <a:pt x="2661" y="4375"/>
                  </a:cubicBezTo>
                  <a:cubicBezTo>
                    <a:pt x="2601" y="4549"/>
                    <a:pt x="2444" y="4801"/>
                    <a:pt x="2315" y="4801"/>
                  </a:cubicBezTo>
                  <a:cubicBezTo>
                    <a:pt x="2124" y="4801"/>
                    <a:pt x="1437" y="4251"/>
                    <a:pt x="916" y="2482"/>
                  </a:cubicBezTo>
                  <a:cubicBezTo>
                    <a:pt x="558" y="1264"/>
                    <a:pt x="776" y="860"/>
                    <a:pt x="885" y="742"/>
                  </a:cubicBezTo>
                  <a:cubicBezTo>
                    <a:pt x="966" y="655"/>
                    <a:pt x="1086" y="612"/>
                    <a:pt x="1243" y="612"/>
                  </a:cubicBezTo>
                  <a:cubicBezTo>
                    <a:pt x="1323" y="612"/>
                    <a:pt x="1411" y="623"/>
                    <a:pt x="1509" y="645"/>
                  </a:cubicBezTo>
                  <a:cubicBezTo>
                    <a:pt x="2086" y="773"/>
                    <a:pt x="2785" y="2027"/>
                    <a:pt x="3090" y="2787"/>
                  </a:cubicBezTo>
                  <a:cubicBezTo>
                    <a:pt x="3139" y="2905"/>
                    <a:pt x="3252" y="2976"/>
                    <a:pt x="3372" y="2976"/>
                  </a:cubicBezTo>
                  <a:cubicBezTo>
                    <a:pt x="3410" y="2976"/>
                    <a:pt x="3448" y="2969"/>
                    <a:pt x="3485" y="2955"/>
                  </a:cubicBezTo>
                  <a:cubicBezTo>
                    <a:pt x="3641" y="2893"/>
                    <a:pt x="3718" y="2716"/>
                    <a:pt x="3658" y="2560"/>
                  </a:cubicBezTo>
                  <a:cubicBezTo>
                    <a:pt x="3565" y="2329"/>
                    <a:pt x="2720" y="287"/>
                    <a:pt x="1641" y="48"/>
                  </a:cubicBezTo>
                  <a:cubicBezTo>
                    <a:pt x="1493" y="15"/>
                    <a:pt x="1361" y="1"/>
                    <a:pt x="124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67"/>
            <p:cNvSpPr/>
            <p:nvPr/>
          </p:nvSpPr>
          <p:spPr>
            <a:xfrm>
              <a:off x="3218925" y="1833550"/>
              <a:ext cx="225975" cy="160275"/>
            </a:xfrm>
            <a:custGeom>
              <a:rect b="b" l="l" r="r" t="t"/>
              <a:pathLst>
                <a:path extrusionOk="0" h="6411" w="9039">
                  <a:moveTo>
                    <a:pt x="333" y="1"/>
                  </a:moveTo>
                  <a:cubicBezTo>
                    <a:pt x="316" y="1"/>
                    <a:pt x="299" y="2"/>
                    <a:pt x="281" y="5"/>
                  </a:cubicBezTo>
                  <a:cubicBezTo>
                    <a:pt x="115" y="31"/>
                    <a:pt x="1" y="187"/>
                    <a:pt x="26" y="354"/>
                  </a:cubicBezTo>
                  <a:cubicBezTo>
                    <a:pt x="49" y="498"/>
                    <a:pt x="605" y="3895"/>
                    <a:pt x="3022" y="5433"/>
                  </a:cubicBezTo>
                  <a:cubicBezTo>
                    <a:pt x="4250" y="6214"/>
                    <a:pt x="5682" y="6410"/>
                    <a:pt x="6807" y="6410"/>
                  </a:cubicBezTo>
                  <a:cubicBezTo>
                    <a:pt x="7890" y="6410"/>
                    <a:pt x="8692" y="6229"/>
                    <a:pt x="8758" y="6213"/>
                  </a:cubicBezTo>
                  <a:cubicBezTo>
                    <a:pt x="8928" y="6180"/>
                    <a:pt x="9038" y="6012"/>
                    <a:pt x="8999" y="5842"/>
                  </a:cubicBezTo>
                  <a:cubicBezTo>
                    <a:pt x="8966" y="5700"/>
                    <a:pt x="8840" y="5606"/>
                    <a:pt x="8701" y="5606"/>
                  </a:cubicBezTo>
                  <a:cubicBezTo>
                    <a:pt x="8674" y="5606"/>
                    <a:pt x="8646" y="5610"/>
                    <a:pt x="8618" y="5617"/>
                  </a:cubicBezTo>
                  <a:cubicBezTo>
                    <a:pt x="8603" y="5621"/>
                    <a:pt x="7841" y="5793"/>
                    <a:pt x="6808" y="5793"/>
                  </a:cubicBezTo>
                  <a:cubicBezTo>
                    <a:pt x="5767" y="5793"/>
                    <a:pt x="4452" y="5618"/>
                    <a:pt x="3351" y="4917"/>
                  </a:cubicBezTo>
                  <a:cubicBezTo>
                    <a:pt x="1170" y="3529"/>
                    <a:pt x="637" y="292"/>
                    <a:pt x="631" y="260"/>
                  </a:cubicBezTo>
                  <a:cubicBezTo>
                    <a:pt x="607" y="110"/>
                    <a:pt x="478" y="1"/>
                    <a:pt x="33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67"/>
            <p:cNvSpPr/>
            <p:nvPr/>
          </p:nvSpPr>
          <p:spPr>
            <a:xfrm>
              <a:off x="3514925" y="1651050"/>
              <a:ext cx="53225" cy="216375"/>
            </a:xfrm>
            <a:custGeom>
              <a:rect b="b" l="l" r="r" t="t"/>
              <a:pathLst>
                <a:path extrusionOk="0" h="8655" w="2129">
                  <a:moveTo>
                    <a:pt x="340" y="0"/>
                  </a:moveTo>
                  <a:cubicBezTo>
                    <a:pt x="315" y="0"/>
                    <a:pt x="288" y="4"/>
                    <a:pt x="262" y="11"/>
                  </a:cubicBezTo>
                  <a:cubicBezTo>
                    <a:pt x="98" y="54"/>
                    <a:pt x="1" y="221"/>
                    <a:pt x="44" y="385"/>
                  </a:cubicBezTo>
                  <a:cubicBezTo>
                    <a:pt x="59" y="440"/>
                    <a:pt x="1507" y="5962"/>
                    <a:pt x="1201" y="8309"/>
                  </a:cubicBezTo>
                  <a:cubicBezTo>
                    <a:pt x="1179" y="8476"/>
                    <a:pt x="1297" y="8630"/>
                    <a:pt x="1465" y="8651"/>
                  </a:cubicBezTo>
                  <a:cubicBezTo>
                    <a:pt x="1479" y="8653"/>
                    <a:pt x="1492" y="8655"/>
                    <a:pt x="1505" y="8655"/>
                  </a:cubicBezTo>
                  <a:cubicBezTo>
                    <a:pt x="1658" y="8653"/>
                    <a:pt x="1788" y="8540"/>
                    <a:pt x="1808" y="8388"/>
                  </a:cubicBezTo>
                  <a:cubicBezTo>
                    <a:pt x="2129" y="5923"/>
                    <a:pt x="698" y="459"/>
                    <a:pt x="636" y="228"/>
                  </a:cubicBezTo>
                  <a:cubicBezTo>
                    <a:pt x="599" y="91"/>
                    <a:pt x="476" y="0"/>
                    <a:pt x="3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67"/>
            <p:cNvSpPr/>
            <p:nvPr/>
          </p:nvSpPr>
          <p:spPr>
            <a:xfrm>
              <a:off x="2641850" y="1621350"/>
              <a:ext cx="267825" cy="546700"/>
            </a:xfrm>
            <a:custGeom>
              <a:rect b="b" l="l" r="r" t="t"/>
              <a:pathLst>
                <a:path extrusionOk="0" h="21868" w="10713">
                  <a:moveTo>
                    <a:pt x="3260" y="0"/>
                  </a:moveTo>
                  <a:cubicBezTo>
                    <a:pt x="2177" y="0"/>
                    <a:pt x="1014" y="1589"/>
                    <a:pt x="535" y="4461"/>
                  </a:cubicBezTo>
                  <a:cubicBezTo>
                    <a:pt x="0" y="7675"/>
                    <a:pt x="1071" y="13673"/>
                    <a:pt x="1500" y="14316"/>
                  </a:cubicBezTo>
                  <a:cubicBezTo>
                    <a:pt x="1908" y="14929"/>
                    <a:pt x="4652" y="21867"/>
                    <a:pt x="7320" y="21867"/>
                  </a:cubicBezTo>
                  <a:cubicBezTo>
                    <a:pt x="7451" y="21867"/>
                    <a:pt x="7582" y="21850"/>
                    <a:pt x="7712" y="21815"/>
                  </a:cubicBezTo>
                  <a:cubicBezTo>
                    <a:pt x="10497" y="21065"/>
                    <a:pt x="10712" y="18067"/>
                    <a:pt x="10070" y="15709"/>
                  </a:cubicBezTo>
                  <a:cubicBezTo>
                    <a:pt x="9426" y="13352"/>
                    <a:pt x="6856" y="7246"/>
                    <a:pt x="5891" y="3925"/>
                  </a:cubicBezTo>
                  <a:cubicBezTo>
                    <a:pt x="4927" y="604"/>
                    <a:pt x="3642" y="69"/>
                    <a:pt x="3642" y="69"/>
                  </a:cubicBezTo>
                  <a:cubicBezTo>
                    <a:pt x="3517" y="23"/>
                    <a:pt x="3389" y="0"/>
                    <a:pt x="326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67"/>
            <p:cNvSpPr/>
            <p:nvPr/>
          </p:nvSpPr>
          <p:spPr>
            <a:xfrm>
              <a:off x="2634300" y="1613675"/>
              <a:ext cx="279225" cy="562000"/>
            </a:xfrm>
            <a:custGeom>
              <a:rect b="b" l="l" r="r" t="t"/>
              <a:pathLst>
                <a:path extrusionOk="0" h="22480" w="11169">
                  <a:moveTo>
                    <a:pt x="3561" y="614"/>
                  </a:moveTo>
                  <a:cubicBezTo>
                    <a:pt x="3652" y="614"/>
                    <a:pt x="3742" y="629"/>
                    <a:pt x="3827" y="659"/>
                  </a:cubicBezTo>
                  <a:cubicBezTo>
                    <a:pt x="3917" y="706"/>
                    <a:pt x="5036" y="1340"/>
                    <a:pt x="5900" y="4318"/>
                  </a:cubicBezTo>
                  <a:cubicBezTo>
                    <a:pt x="6404" y="6055"/>
                    <a:pt x="7325" y="8497"/>
                    <a:pt x="8217" y="10858"/>
                  </a:cubicBezTo>
                  <a:cubicBezTo>
                    <a:pt x="9016" y="12977"/>
                    <a:pt x="9771" y="14978"/>
                    <a:pt x="10076" y="16096"/>
                  </a:cubicBezTo>
                  <a:cubicBezTo>
                    <a:pt x="10536" y="17780"/>
                    <a:pt x="10452" y="19351"/>
                    <a:pt x="9846" y="20406"/>
                  </a:cubicBezTo>
                  <a:cubicBezTo>
                    <a:pt x="9438" y="21118"/>
                    <a:pt x="8795" y="21595"/>
                    <a:pt x="7935" y="21827"/>
                  </a:cubicBezTo>
                  <a:cubicBezTo>
                    <a:pt x="7829" y="21855"/>
                    <a:pt x="7722" y="21869"/>
                    <a:pt x="7614" y="21869"/>
                  </a:cubicBezTo>
                  <a:cubicBezTo>
                    <a:pt x="5613" y="21869"/>
                    <a:pt x="3361" y="17146"/>
                    <a:pt x="2487" y="15310"/>
                  </a:cubicBezTo>
                  <a:cubicBezTo>
                    <a:pt x="2252" y="14815"/>
                    <a:pt x="2135" y="14573"/>
                    <a:pt x="2056" y="14453"/>
                  </a:cubicBezTo>
                  <a:cubicBezTo>
                    <a:pt x="1714" y="13941"/>
                    <a:pt x="602" y="8039"/>
                    <a:pt x="1140" y="4818"/>
                  </a:cubicBezTo>
                  <a:cubicBezTo>
                    <a:pt x="1538" y="2422"/>
                    <a:pt x="2389" y="1153"/>
                    <a:pt x="3053" y="767"/>
                  </a:cubicBezTo>
                  <a:cubicBezTo>
                    <a:pt x="3226" y="665"/>
                    <a:pt x="3396" y="614"/>
                    <a:pt x="3561" y="614"/>
                  </a:cubicBezTo>
                  <a:close/>
                  <a:moveTo>
                    <a:pt x="3562" y="1"/>
                  </a:moveTo>
                  <a:cubicBezTo>
                    <a:pt x="3289" y="1"/>
                    <a:pt x="3013" y="80"/>
                    <a:pt x="2744" y="237"/>
                  </a:cubicBezTo>
                  <a:cubicBezTo>
                    <a:pt x="1714" y="838"/>
                    <a:pt x="909" y="2470"/>
                    <a:pt x="536" y="4717"/>
                  </a:cubicBezTo>
                  <a:cubicBezTo>
                    <a:pt x="1" y="7925"/>
                    <a:pt x="1022" y="14007"/>
                    <a:pt x="1546" y="14792"/>
                  </a:cubicBezTo>
                  <a:cubicBezTo>
                    <a:pt x="1605" y="14881"/>
                    <a:pt x="1758" y="15201"/>
                    <a:pt x="1934" y="15572"/>
                  </a:cubicBezTo>
                  <a:cubicBezTo>
                    <a:pt x="2943" y="17690"/>
                    <a:pt x="5222" y="22479"/>
                    <a:pt x="7627" y="22479"/>
                  </a:cubicBezTo>
                  <a:cubicBezTo>
                    <a:pt x="7784" y="22479"/>
                    <a:pt x="7941" y="22458"/>
                    <a:pt x="8094" y="22417"/>
                  </a:cubicBezTo>
                  <a:cubicBezTo>
                    <a:pt x="9118" y="22141"/>
                    <a:pt x="9885" y="21567"/>
                    <a:pt x="10376" y="20710"/>
                  </a:cubicBezTo>
                  <a:cubicBezTo>
                    <a:pt x="11063" y="19514"/>
                    <a:pt x="11168" y="17773"/>
                    <a:pt x="10666" y="15934"/>
                  </a:cubicBezTo>
                  <a:cubicBezTo>
                    <a:pt x="10354" y="14789"/>
                    <a:pt x="9594" y="12774"/>
                    <a:pt x="8789" y="10641"/>
                  </a:cubicBezTo>
                  <a:cubicBezTo>
                    <a:pt x="7903" y="8292"/>
                    <a:pt x="6985" y="5861"/>
                    <a:pt x="6487" y="4146"/>
                  </a:cubicBezTo>
                  <a:cubicBezTo>
                    <a:pt x="5494" y="725"/>
                    <a:pt x="4119" y="117"/>
                    <a:pt x="4062" y="93"/>
                  </a:cubicBezTo>
                  <a:cubicBezTo>
                    <a:pt x="4057" y="91"/>
                    <a:pt x="4053" y="90"/>
                    <a:pt x="4049" y="88"/>
                  </a:cubicBezTo>
                  <a:cubicBezTo>
                    <a:pt x="3889" y="30"/>
                    <a:pt x="3726" y="1"/>
                    <a:pt x="356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67"/>
            <p:cNvSpPr/>
            <p:nvPr/>
          </p:nvSpPr>
          <p:spPr>
            <a:xfrm>
              <a:off x="1933175" y="1901175"/>
              <a:ext cx="693750" cy="1025525"/>
            </a:xfrm>
            <a:custGeom>
              <a:rect b="b" l="l" r="r" t="t"/>
              <a:pathLst>
                <a:path extrusionOk="0" h="41021" w="27750">
                  <a:moveTo>
                    <a:pt x="16732" y="1"/>
                  </a:moveTo>
                  <a:cubicBezTo>
                    <a:pt x="16732" y="1"/>
                    <a:pt x="0" y="16324"/>
                    <a:pt x="0" y="18772"/>
                  </a:cubicBezTo>
                  <a:cubicBezTo>
                    <a:pt x="0" y="21193"/>
                    <a:pt x="9627" y="41021"/>
                    <a:pt x="12505" y="41021"/>
                  </a:cubicBezTo>
                  <a:cubicBezTo>
                    <a:pt x="12538" y="41021"/>
                    <a:pt x="12569" y="41018"/>
                    <a:pt x="12600" y="41013"/>
                  </a:cubicBezTo>
                  <a:cubicBezTo>
                    <a:pt x="15354" y="40554"/>
                    <a:pt x="27750" y="27342"/>
                    <a:pt x="27750" y="27342"/>
                  </a:cubicBezTo>
                  <a:lnTo>
                    <a:pt x="1673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67"/>
            <p:cNvSpPr/>
            <p:nvPr/>
          </p:nvSpPr>
          <p:spPr>
            <a:xfrm>
              <a:off x="1925500" y="1893525"/>
              <a:ext cx="709625" cy="1040825"/>
            </a:xfrm>
            <a:custGeom>
              <a:rect b="b" l="l" r="r" t="t"/>
              <a:pathLst>
                <a:path extrusionOk="0" h="41633" w="28385">
                  <a:moveTo>
                    <a:pt x="16926" y="845"/>
                  </a:moveTo>
                  <a:lnTo>
                    <a:pt x="27700" y="27582"/>
                  </a:lnTo>
                  <a:cubicBezTo>
                    <a:pt x="24169" y="31335"/>
                    <a:pt x="15005" y="40659"/>
                    <a:pt x="12857" y="41018"/>
                  </a:cubicBezTo>
                  <a:cubicBezTo>
                    <a:pt x="12847" y="41019"/>
                    <a:pt x="12834" y="41020"/>
                    <a:pt x="12818" y="41020"/>
                  </a:cubicBezTo>
                  <a:cubicBezTo>
                    <a:pt x="12708" y="41020"/>
                    <a:pt x="12466" y="40965"/>
                    <a:pt x="12036" y="40602"/>
                  </a:cubicBezTo>
                  <a:cubicBezTo>
                    <a:pt x="8304" y="37440"/>
                    <a:pt x="614" y="21037"/>
                    <a:pt x="614" y="19078"/>
                  </a:cubicBezTo>
                  <a:cubicBezTo>
                    <a:pt x="614" y="17404"/>
                    <a:pt x="10245" y="7382"/>
                    <a:pt x="16926" y="845"/>
                  </a:cubicBezTo>
                  <a:close/>
                  <a:moveTo>
                    <a:pt x="17038" y="1"/>
                  </a:moveTo>
                  <a:cubicBezTo>
                    <a:pt x="16962" y="1"/>
                    <a:pt x="16886" y="28"/>
                    <a:pt x="16825" y="88"/>
                  </a:cubicBezTo>
                  <a:cubicBezTo>
                    <a:pt x="15103" y="1767"/>
                    <a:pt x="0" y="16572"/>
                    <a:pt x="0" y="19078"/>
                  </a:cubicBezTo>
                  <a:cubicBezTo>
                    <a:pt x="0" y="20360"/>
                    <a:pt x="2234" y="25426"/>
                    <a:pt x="4440" y="29767"/>
                  </a:cubicBezTo>
                  <a:cubicBezTo>
                    <a:pt x="7348" y="35488"/>
                    <a:pt x="10040" y="39713"/>
                    <a:pt x="11641" y="41069"/>
                  </a:cubicBezTo>
                  <a:cubicBezTo>
                    <a:pt x="12087" y="41446"/>
                    <a:pt x="12472" y="41633"/>
                    <a:pt x="12811" y="41633"/>
                  </a:cubicBezTo>
                  <a:cubicBezTo>
                    <a:pt x="12859" y="41633"/>
                    <a:pt x="12908" y="41628"/>
                    <a:pt x="12957" y="41620"/>
                  </a:cubicBezTo>
                  <a:cubicBezTo>
                    <a:pt x="15781" y="41150"/>
                    <a:pt x="27771" y="28400"/>
                    <a:pt x="28280" y="27857"/>
                  </a:cubicBezTo>
                  <a:cubicBezTo>
                    <a:pt x="28362" y="27771"/>
                    <a:pt x="28385" y="27645"/>
                    <a:pt x="28341" y="27534"/>
                  </a:cubicBezTo>
                  <a:lnTo>
                    <a:pt x="17323" y="192"/>
                  </a:lnTo>
                  <a:cubicBezTo>
                    <a:pt x="17273" y="69"/>
                    <a:pt x="17156" y="1"/>
                    <a:pt x="170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67"/>
            <p:cNvSpPr/>
            <p:nvPr/>
          </p:nvSpPr>
          <p:spPr>
            <a:xfrm>
              <a:off x="2044600" y="1622200"/>
              <a:ext cx="669575" cy="1206875"/>
            </a:xfrm>
            <a:custGeom>
              <a:rect b="b" l="l" r="r" t="t"/>
              <a:pathLst>
                <a:path extrusionOk="0" h="48275" w="26783">
                  <a:moveTo>
                    <a:pt x="20989" y="1"/>
                  </a:moveTo>
                  <a:cubicBezTo>
                    <a:pt x="18243" y="1"/>
                    <a:pt x="13589" y="1953"/>
                    <a:pt x="12749" y="2606"/>
                  </a:cubicBezTo>
                  <a:cubicBezTo>
                    <a:pt x="12749" y="2606"/>
                    <a:pt x="7499" y="7213"/>
                    <a:pt x="3751" y="11604"/>
                  </a:cubicBezTo>
                  <a:cubicBezTo>
                    <a:pt x="1" y="15995"/>
                    <a:pt x="322" y="23388"/>
                    <a:pt x="1501" y="28422"/>
                  </a:cubicBezTo>
                  <a:cubicBezTo>
                    <a:pt x="2680" y="33456"/>
                    <a:pt x="4822" y="47704"/>
                    <a:pt x="7499" y="48239"/>
                  </a:cubicBezTo>
                  <a:cubicBezTo>
                    <a:pt x="7618" y="48263"/>
                    <a:pt x="7736" y="48275"/>
                    <a:pt x="7853" y="48275"/>
                  </a:cubicBezTo>
                  <a:cubicBezTo>
                    <a:pt x="10373" y="48275"/>
                    <a:pt x="12530" y="42918"/>
                    <a:pt x="17034" y="39027"/>
                  </a:cubicBezTo>
                  <a:cubicBezTo>
                    <a:pt x="21748" y="34956"/>
                    <a:pt x="25496" y="31529"/>
                    <a:pt x="25818" y="28851"/>
                  </a:cubicBezTo>
                  <a:cubicBezTo>
                    <a:pt x="26139" y="26173"/>
                    <a:pt x="25711" y="17603"/>
                    <a:pt x="25925" y="16960"/>
                  </a:cubicBezTo>
                  <a:cubicBezTo>
                    <a:pt x="26139" y="16317"/>
                    <a:pt x="26782" y="10532"/>
                    <a:pt x="26782" y="7426"/>
                  </a:cubicBezTo>
                  <a:cubicBezTo>
                    <a:pt x="26782" y="4319"/>
                    <a:pt x="24425" y="891"/>
                    <a:pt x="22069" y="141"/>
                  </a:cubicBezTo>
                  <a:cubicBezTo>
                    <a:pt x="21764" y="44"/>
                    <a:pt x="21397" y="1"/>
                    <a:pt x="2098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67"/>
            <p:cNvSpPr/>
            <p:nvPr/>
          </p:nvSpPr>
          <p:spPr>
            <a:xfrm>
              <a:off x="2017575" y="1614650"/>
              <a:ext cx="704250" cy="1222100"/>
            </a:xfrm>
            <a:custGeom>
              <a:rect b="b" l="l" r="r" t="t"/>
              <a:pathLst>
                <a:path extrusionOk="0" h="48884" w="28170">
                  <a:moveTo>
                    <a:pt x="22071" y="608"/>
                  </a:moveTo>
                  <a:cubicBezTo>
                    <a:pt x="22446" y="608"/>
                    <a:pt x="22780" y="647"/>
                    <a:pt x="23057" y="735"/>
                  </a:cubicBezTo>
                  <a:cubicBezTo>
                    <a:pt x="25370" y="1471"/>
                    <a:pt x="27557" y="4870"/>
                    <a:pt x="27557" y="7728"/>
                  </a:cubicBezTo>
                  <a:cubicBezTo>
                    <a:pt x="27557" y="10802"/>
                    <a:pt x="26910" y="16583"/>
                    <a:pt x="26716" y="17165"/>
                  </a:cubicBezTo>
                  <a:cubicBezTo>
                    <a:pt x="26615" y="17467"/>
                    <a:pt x="26625" y="18666"/>
                    <a:pt x="26672" y="21535"/>
                  </a:cubicBezTo>
                  <a:cubicBezTo>
                    <a:pt x="26717" y="24253"/>
                    <a:pt x="26772" y="27635"/>
                    <a:pt x="26595" y="29117"/>
                  </a:cubicBezTo>
                  <a:cubicBezTo>
                    <a:pt x="26288" y="31680"/>
                    <a:pt x="22482" y="35154"/>
                    <a:pt x="17916" y="39098"/>
                  </a:cubicBezTo>
                  <a:cubicBezTo>
                    <a:pt x="15923" y="40819"/>
                    <a:pt x="14415" y="42782"/>
                    <a:pt x="13086" y="44515"/>
                  </a:cubicBezTo>
                  <a:cubicBezTo>
                    <a:pt x="11486" y="46598"/>
                    <a:pt x="10196" y="48270"/>
                    <a:pt x="8922" y="48270"/>
                  </a:cubicBezTo>
                  <a:cubicBezTo>
                    <a:pt x="8829" y="48270"/>
                    <a:pt x="8735" y="48261"/>
                    <a:pt x="8641" y="48242"/>
                  </a:cubicBezTo>
                  <a:cubicBezTo>
                    <a:pt x="6724" y="47858"/>
                    <a:pt x="4859" y="38451"/>
                    <a:pt x="3745" y="32831"/>
                  </a:cubicBezTo>
                  <a:cubicBezTo>
                    <a:pt x="3415" y="31158"/>
                    <a:pt x="3128" y="29714"/>
                    <a:pt x="2880" y="28655"/>
                  </a:cubicBezTo>
                  <a:cubicBezTo>
                    <a:pt x="2277" y="26078"/>
                    <a:pt x="653" y="17272"/>
                    <a:pt x="5064" y="12104"/>
                  </a:cubicBezTo>
                  <a:cubicBezTo>
                    <a:pt x="8693" y="7854"/>
                    <a:pt x="13803" y="3340"/>
                    <a:pt x="14025" y="3144"/>
                  </a:cubicBezTo>
                  <a:cubicBezTo>
                    <a:pt x="14822" y="2534"/>
                    <a:pt x="19445" y="608"/>
                    <a:pt x="22071" y="608"/>
                  </a:cubicBezTo>
                  <a:close/>
                  <a:moveTo>
                    <a:pt x="22083" y="1"/>
                  </a:moveTo>
                  <a:cubicBezTo>
                    <a:pt x="19224" y="1"/>
                    <a:pt x="14506" y="1993"/>
                    <a:pt x="13642" y="2666"/>
                  </a:cubicBezTo>
                  <a:cubicBezTo>
                    <a:pt x="13637" y="2670"/>
                    <a:pt x="13633" y="2673"/>
                    <a:pt x="13629" y="2677"/>
                  </a:cubicBezTo>
                  <a:cubicBezTo>
                    <a:pt x="13577" y="2724"/>
                    <a:pt x="8319" y="7349"/>
                    <a:pt x="4598" y="11707"/>
                  </a:cubicBezTo>
                  <a:cubicBezTo>
                    <a:pt x="1" y="17093"/>
                    <a:pt x="1665" y="26147"/>
                    <a:pt x="2284" y="28793"/>
                  </a:cubicBezTo>
                  <a:cubicBezTo>
                    <a:pt x="2529" y="29843"/>
                    <a:pt x="2814" y="31282"/>
                    <a:pt x="3145" y="32949"/>
                  </a:cubicBezTo>
                  <a:cubicBezTo>
                    <a:pt x="4817" y="41391"/>
                    <a:pt x="6377" y="48414"/>
                    <a:pt x="8521" y="48842"/>
                  </a:cubicBezTo>
                  <a:cubicBezTo>
                    <a:pt x="8657" y="48869"/>
                    <a:pt x="8796" y="48884"/>
                    <a:pt x="8936" y="48884"/>
                  </a:cubicBezTo>
                  <a:cubicBezTo>
                    <a:pt x="10504" y="48884"/>
                    <a:pt x="11873" y="47099"/>
                    <a:pt x="13571" y="44887"/>
                  </a:cubicBezTo>
                  <a:cubicBezTo>
                    <a:pt x="14884" y="43178"/>
                    <a:pt x="16370" y="41240"/>
                    <a:pt x="18316" y="39561"/>
                  </a:cubicBezTo>
                  <a:cubicBezTo>
                    <a:pt x="23147" y="35389"/>
                    <a:pt x="26869" y="31975"/>
                    <a:pt x="27203" y="29189"/>
                  </a:cubicBezTo>
                  <a:cubicBezTo>
                    <a:pt x="27386" y="27668"/>
                    <a:pt x="27330" y="24261"/>
                    <a:pt x="27284" y="21524"/>
                  </a:cubicBezTo>
                  <a:cubicBezTo>
                    <a:pt x="27252" y="19609"/>
                    <a:pt x="27220" y="17628"/>
                    <a:pt x="27296" y="17359"/>
                  </a:cubicBezTo>
                  <a:cubicBezTo>
                    <a:pt x="27530" y="16657"/>
                    <a:pt x="28169" y="10765"/>
                    <a:pt x="28169" y="7728"/>
                  </a:cubicBezTo>
                  <a:cubicBezTo>
                    <a:pt x="28169" y="4583"/>
                    <a:pt x="25821" y="972"/>
                    <a:pt x="23242" y="152"/>
                  </a:cubicBezTo>
                  <a:cubicBezTo>
                    <a:pt x="22912" y="47"/>
                    <a:pt x="22520" y="1"/>
                    <a:pt x="2208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67"/>
            <p:cNvSpPr/>
            <p:nvPr/>
          </p:nvSpPr>
          <p:spPr>
            <a:xfrm>
              <a:off x="2133825" y="4160525"/>
              <a:ext cx="772050" cy="747925"/>
            </a:xfrm>
            <a:custGeom>
              <a:rect b="b" l="l" r="r" t="t"/>
              <a:pathLst>
                <a:path extrusionOk="0" h="29917" w="30882">
                  <a:moveTo>
                    <a:pt x="25503" y="0"/>
                  </a:moveTo>
                  <a:cubicBezTo>
                    <a:pt x="22546" y="0"/>
                    <a:pt x="19978" y="1301"/>
                    <a:pt x="19437" y="1841"/>
                  </a:cubicBezTo>
                  <a:cubicBezTo>
                    <a:pt x="18573" y="2706"/>
                    <a:pt x="8638" y="18902"/>
                    <a:pt x="6047" y="21495"/>
                  </a:cubicBezTo>
                  <a:cubicBezTo>
                    <a:pt x="3455" y="24086"/>
                    <a:pt x="0" y="27325"/>
                    <a:pt x="216" y="28621"/>
                  </a:cubicBezTo>
                  <a:cubicBezTo>
                    <a:pt x="432" y="29917"/>
                    <a:pt x="3887" y="29917"/>
                    <a:pt x="9287" y="29917"/>
                  </a:cubicBezTo>
                  <a:cubicBezTo>
                    <a:pt x="14685" y="29917"/>
                    <a:pt x="17060" y="29268"/>
                    <a:pt x="19004" y="28405"/>
                  </a:cubicBezTo>
                  <a:cubicBezTo>
                    <a:pt x="20947" y="27541"/>
                    <a:pt x="21379" y="26677"/>
                    <a:pt x="19652" y="26461"/>
                  </a:cubicBezTo>
                  <a:cubicBezTo>
                    <a:pt x="17924" y="26245"/>
                    <a:pt x="9717" y="23654"/>
                    <a:pt x="9717" y="23654"/>
                  </a:cubicBezTo>
                  <a:cubicBezTo>
                    <a:pt x="9717" y="23654"/>
                    <a:pt x="17492" y="18039"/>
                    <a:pt x="22459" y="13504"/>
                  </a:cubicBezTo>
                  <a:cubicBezTo>
                    <a:pt x="27426" y="8969"/>
                    <a:pt x="30881" y="1841"/>
                    <a:pt x="30881" y="1841"/>
                  </a:cubicBezTo>
                  <a:cubicBezTo>
                    <a:pt x="29183" y="467"/>
                    <a:pt x="27273" y="0"/>
                    <a:pt x="2550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67"/>
            <p:cNvSpPr/>
            <p:nvPr/>
          </p:nvSpPr>
          <p:spPr>
            <a:xfrm>
              <a:off x="2126575" y="4152525"/>
              <a:ext cx="787750" cy="763575"/>
            </a:xfrm>
            <a:custGeom>
              <a:rect b="b" l="l" r="r" t="t"/>
              <a:pathLst>
                <a:path extrusionOk="0" h="30543" w="31510">
                  <a:moveTo>
                    <a:pt x="25799" y="625"/>
                  </a:moveTo>
                  <a:cubicBezTo>
                    <a:pt x="27434" y="625"/>
                    <a:pt x="29196" y="1038"/>
                    <a:pt x="30786" y="2248"/>
                  </a:cubicBezTo>
                  <a:cubicBezTo>
                    <a:pt x="30159" y="3479"/>
                    <a:pt x="26925" y="9596"/>
                    <a:pt x="22543" y="13598"/>
                  </a:cubicBezTo>
                  <a:cubicBezTo>
                    <a:pt x="17647" y="18068"/>
                    <a:pt x="9907" y="23670"/>
                    <a:pt x="9828" y="23725"/>
                  </a:cubicBezTo>
                  <a:cubicBezTo>
                    <a:pt x="9624" y="23873"/>
                    <a:pt x="9675" y="24191"/>
                    <a:pt x="9916" y="24266"/>
                  </a:cubicBezTo>
                  <a:cubicBezTo>
                    <a:pt x="10251" y="24372"/>
                    <a:pt x="18168" y="26868"/>
                    <a:pt x="19904" y="27085"/>
                  </a:cubicBezTo>
                  <a:cubicBezTo>
                    <a:pt x="20633" y="27176"/>
                    <a:pt x="20719" y="27358"/>
                    <a:pt x="20719" y="27360"/>
                  </a:cubicBezTo>
                  <a:cubicBezTo>
                    <a:pt x="20730" y="27439"/>
                    <a:pt x="20501" y="27854"/>
                    <a:pt x="19170" y="28446"/>
                  </a:cubicBezTo>
                  <a:cubicBezTo>
                    <a:pt x="17165" y="29336"/>
                    <a:pt x="14765" y="29930"/>
                    <a:pt x="9575" y="29930"/>
                  </a:cubicBezTo>
                  <a:cubicBezTo>
                    <a:pt x="4774" y="29930"/>
                    <a:pt x="981" y="29930"/>
                    <a:pt x="807" y="28891"/>
                  </a:cubicBezTo>
                  <a:cubicBezTo>
                    <a:pt x="641" y="27893"/>
                    <a:pt x="3551" y="25007"/>
                    <a:pt x="5677" y="22901"/>
                  </a:cubicBezTo>
                  <a:lnTo>
                    <a:pt x="6553" y="22031"/>
                  </a:lnTo>
                  <a:cubicBezTo>
                    <a:pt x="8218" y="20364"/>
                    <a:pt x="12828" y="13229"/>
                    <a:pt x="16194" y="8021"/>
                  </a:cubicBezTo>
                  <a:cubicBezTo>
                    <a:pt x="18048" y="5150"/>
                    <a:pt x="19650" y="2671"/>
                    <a:pt x="19942" y="2379"/>
                  </a:cubicBezTo>
                  <a:cubicBezTo>
                    <a:pt x="20403" y="1918"/>
                    <a:pt x="22904" y="625"/>
                    <a:pt x="25799" y="625"/>
                  </a:cubicBezTo>
                  <a:close/>
                  <a:moveTo>
                    <a:pt x="25792" y="0"/>
                  </a:moveTo>
                  <a:cubicBezTo>
                    <a:pt x="22723" y="0"/>
                    <a:pt x="20076" y="1381"/>
                    <a:pt x="19510" y="1945"/>
                  </a:cubicBezTo>
                  <a:cubicBezTo>
                    <a:pt x="19186" y="2269"/>
                    <a:pt x="17909" y="4237"/>
                    <a:pt x="15680" y="7688"/>
                  </a:cubicBezTo>
                  <a:cubicBezTo>
                    <a:pt x="12329" y="12875"/>
                    <a:pt x="7741" y="19978"/>
                    <a:pt x="6120" y="21599"/>
                  </a:cubicBezTo>
                  <a:lnTo>
                    <a:pt x="5246" y="22467"/>
                  </a:lnTo>
                  <a:cubicBezTo>
                    <a:pt x="2068" y="25616"/>
                    <a:pt x="1" y="27772"/>
                    <a:pt x="204" y="28992"/>
                  </a:cubicBezTo>
                  <a:cubicBezTo>
                    <a:pt x="463" y="30543"/>
                    <a:pt x="3700" y="30543"/>
                    <a:pt x="9577" y="30543"/>
                  </a:cubicBezTo>
                  <a:cubicBezTo>
                    <a:pt x="14873" y="30543"/>
                    <a:pt x="17341" y="29928"/>
                    <a:pt x="19418" y="29005"/>
                  </a:cubicBezTo>
                  <a:cubicBezTo>
                    <a:pt x="20765" y="28407"/>
                    <a:pt x="21405" y="27823"/>
                    <a:pt x="21323" y="27270"/>
                  </a:cubicBezTo>
                  <a:cubicBezTo>
                    <a:pt x="21230" y="26634"/>
                    <a:pt x="20290" y="26517"/>
                    <a:pt x="19981" y="26478"/>
                  </a:cubicBezTo>
                  <a:cubicBezTo>
                    <a:pt x="18564" y="26301"/>
                    <a:pt x="12576" y="24455"/>
                    <a:pt x="10679" y="23864"/>
                  </a:cubicBezTo>
                  <a:cubicBezTo>
                    <a:pt x="12470" y="22551"/>
                    <a:pt x="18751" y="17890"/>
                    <a:pt x="22956" y="14050"/>
                  </a:cubicBezTo>
                  <a:cubicBezTo>
                    <a:pt x="27909" y="9527"/>
                    <a:pt x="31413" y="2368"/>
                    <a:pt x="31447" y="2296"/>
                  </a:cubicBezTo>
                  <a:cubicBezTo>
                    <a:pt x="31509" y="2167"/>
                    <a:pt x="31475" y="2014"/>
                    <a:pt x="31364" y="1924"/>
                  </a:cubicBezTo>
                  <a:cubicBezTo>
                    <a:pt x="29590" y="488"/>
                    <a:pt x="27617" y="0"/>
                    <a:pt x="257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67"/>
            <p:cNvSpPr/>
            <p:nvPr/>
          </p:nvSpPr>
          <p:spPr>
            <a:xfrm>
              <a:off x="2136300" y="4757250"/>
              <a:ext cx="532025" cy="151200"/>
            </a:xfrm>
            <a:custGeom>
              <a:rect b="b" l="l" r="r" t="t"/>
              <a:pathLst>
                <a:path extrusionOk="0" h="6048" w="21281">
                  <a:moveTo>
                    <a:pt x="10310" y="1"/>
                  </a:moveTo>
                  <a:lnTo>
                    <a:pt x="8754" y="3456"/>
                  </a:lnTo>
                  <a:cubicBezTo>
                    <a:pt x="8754" y="3456"/>
                    <a:pt x="8300" y="3554"/>
                    <a:pt x="7582" y="3554"/>
                  </a:cubicBezTo>
                  <a:cubicBezTo>
                    <a:pt x="6281" y="3554"/>
                    <a:pt x="4114" y="3230"/>
                    <a:pt x="2223" y="1407"/>
                  </a:cubicBezTo>
                  <a:cubicBezTo>
                    <a:pt x="935" y="2813"/>
                    <a:pt x="1" y="4059"/>
                    <a:pt x="116" y="4752"/>
                  </a:cubicBezTo>
                  <a:cubicBezTo>
                    <a:pt x="332" y="6048"/>
                    <a:pt x="3787" y="6048"/>
                    <a:pt x="9186" y="6048"/>
                  </a:cubicBezTo>
                  <a:cubicBezTo>
                    <a:pt x="14585" y="6048"/>
                    <a:pt x="16961" y="5400"/>
                    <a:pt x="18905" y="4536"/>
                  </a:cubicBezTo>
                  <a:cubicBezTo>
                    <a:pt x="20848" y="3672"/>
                    <a:pt x="21280" y="2808"/>
                    <a:pt x="19553" y="2592"/>
                  </a:cubicBezTo>
                  <a:cubicBezTo>
                    <a:pt x="18131" y="2414"/>
                    <a:pt x="12319" y="628"/>
                    <a:pt x="1031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67"/>
            <p:cNvSpPr/>
            <p:nvPr/>
          </p:nvSpPr>
          <p:spPr>
            <a:xfrm>
              <a:off x="2128625" y="4749600"/>
              <a:ext cx="533100" cy="166500"/>
            </a:xfrm>
            <a:custGeom>
              <a:rect b="b" l="l" r="r" t="t"/>
              <a:pathLst>
                <a:path extrusionOk="0" h="6660" w="21324">
                  <a:moveTo>
                    <a:pt x="10785" y="680"/>
                  </a:moveTo>
                  <a:cubicBezTo>
                    <a:pt x="13235" y="1441"/>
                    <a:pt x="18449" y="3031"/>
                    <a:pt x="19822" y="3202"/>
                  </a:cubicBezTo>
                  <a:cubicBezTo>
                    <a:pt x="20551" y="3293"/>
                    <a:pt x="20637" y="3475"/>
                    <a:pt x="20637" y="3477"/>
                  </a:cubicBezTo>
                  <a:cubicBezTo>
                    <a:pt x="20648" y="3556"/>
                    <a:pt x="20419" y="3971"/>
                    <a:pt x="19088" y="4563"/>
                  </a:cubicBezTo>
                  <a:cubicBezTo>
                    <a:pt x="17083" y="5453"/>
                    <a:pt x="14683" y="6047"/>
                    <a:pt x="9495" y="6047"/>
                  </a:cubicBezTo>
                  <a:cubicBezTo>
                    <a:pt x="4692" y="6047"/>
                    <a:pt x="899" y="6047"/>
                    <a:pt x="725" y="5008"/>
                  </a:cubicBezTo>
                  <a:cubicBezTo>
                    <a:pt x="672" y="4685"/>
                    <a:pt x="952" y="3928"/>
                    <a:pt x="2549" y="2149"/>
                  </a:cubicBezTo>
                  <a:cubicBezTo>
                    <a:pt x="4455" y="3854"/>
                    <a:pt x="6564" y="4171"/>
                    <a:pt x="7868" y="4171"/>
                  </a:cubicBezTo>
                  <a:cubicBezTo>
                    <a:pt x="8595" y="4171"/>
                    <a:pt x="9073" y="4073"/>
                    <a:pt x="9127" y="4061"/>
                  </a:cubicBezTo>
                  <a:cubicBezTo>
                    <a:pt x="9222" y="4040"/>
                    <a:pt x="9302" y="3976"/>
                    <a:pt x="9342" y="3888"/>
                  </a:cubicBezTo>
                  <a:lnTo>
                    <a:pt x="10785" y="680"/>
                  </a:lnTo>
                  <a:close/>
                  <a:moveTo>
                    <a:pt x="10615" y="1"/>
                  </a:moveTo>
                  <a:cubicBezTo>
                    <a:pt x="10498" y="1"/>
                    <a:pt x="10388" y="69"/>
                    <a:pt x="10338" y="181"/>
                  </a:cubicBezTo>
                  <a:lnTo>
                    <a:pt x="8850" y="3488"/>
                  </a:lnTo>
                  <a:cubicBezTo>
                    <a:pt x="8672" y="3514"/>
                    <a:pt x="8344" y="3551"/>
                    <a:pt x="7911" y="3551"/>
                  </a:cubicBezTo>
                  <a:cubicBezTo>
                    <a:pt x="6665" y="3551"/>
                    <a:pt x="4561" y="3245"/>
                    <a:pt x="2743" y="1493"/>
                  </a:cubicBezTo>
                  <a:cubicBezTo>
                    <a:pt x="2683" y="1435"/>
                    <a:pt x="2606" y="1410"/>
                    <a:pt x="2521" y="1408"/>
                  </a:cubicBezTo>
                  <a:cubicBezTo>
                    <a:pt x="2438" y="1410"/>
                    <a:pt x="2360" y="1446"/>
                    <a:pt x="2305" y="1507"/>
                  </a:cubicBezTo>
                  <a:cubicBezTo>
                    <a:pt x="655" y="3310"/>
                    <a:pt x="1" y="4387"/>
                    <a:pt x="122" y="5109"/>
                  </a:cubicBezTo>
                  <a:cubicBezTo>
                    <a:pt x="380" y="6660"/>
                    <a:pt x="3618" y="6660"/>
                    <a:pt x="9495" y="6660"/>
                  </a:cubicBezTo>
                  <a:cubicBezTo>
                    <a:pt x="14791" y="6660"/>
                    <a:pt x="17259" y="6045"/>
                    <a:pt x="19336" y="5122"/>
                  </a:cubicBezTo>
                  <a:cubicBezTo>
                    <a:pt x="20682" y="4524"/>
                    <a:pt x="21323" y="3940"/>
                    <a:pt x="21241" y="3387"/>
                  </a:cubicBezTo>
                  <a:cubicBezTo>
                    <a:pt x="21147" y="2751"/>
                    <a:pt x="20207" y="2634"/>
                    <a:pt x="19898" y="2595"/>
                  </a:cubicBezTo>
                  <a:cubicBezTo>
                    <a:pt x="18484" y="2419"/>
                    <a:pt x="12507" y="576"/>
                    <a:pt x="10708" y="15"/>
                  </a:cubicBezTo>
                  <a:cubicBezTo>
                    <a:pt x="10677" y="5"/>
                    <a:pt x="10646" y="1"/>
                    <a:pt x="106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67"/>
            <p:cNvSpPr/>
            <p:nvPr/>
          </p:nvSpPr>
          <p:spPr>
            <a:xfrm>
              <a:off x="4454825" y="4160525"/>
              <a:ext cx="772050" cy="747925"/>
            </a:xfrm>
            <a:custGeom>
              <a:rect b="b" l="l" r="r" t="t"/>
              <a:pathLst>
                <a:path extrusionOk="0" h="29917" w="30882">
                  <a:moveTo>
                    <a:pt x="5379" y="0"/>
                  </a:moveTo>
                  <a:cubicBezTo>
                    <a:pt x="3609" y="0"/>
                    <a:pt x="1698" y="467"/>
                    <a:pt x="0" y="1841"/>
                  </a:cubicBezTo>
                  <a:cubicBezTo>
                    <a:pt x="0" y="1841"/>
                    <a:pt x="3456" y="8969"/>
                    <a:pt x="8423" y="13504"/>
                  </a:cubicBezTo>
                  <a:cubicBezTo>
                    <a:pt x="13389" y="18039"/>
                    <a:pt x="21164" y="23654"/>
                    <a:pt x="21164" y="23654"/>
                  </a:cubicBezTo>
                  <a:cubicBezTo>
                    <a:pt x="21164" y="23654"/>
                    <a:pt x="12958" y="26245"/>
                    <a:pt x="11230" y="26461"/>
                  </a:cubicBezTo>
                  <a:cubicBezTo>
                    <a:pt x="9503" y="26677"/>
                    <a:pt x="9934" y="27541"/>
                    <a:pt x="11878" y="28405"/>
                  </a:cubicBezTo>
                  <a:cubicBezTo>
                    <a:pt x="13821" y="29268"/>
                    <a:pt x="16197" y="29917"/>
                    <a:pt x="21596" y="29917"/>
                  </a:cubicBezTo>
                  <a:cubicBezTo>
                    <a:pt x="26996" y="29917"/>
                    <a:pt x="30451" y="29917"/>
                    <a:pt x="30666" y="28621"/>
                  </a:cubicBezTo>
                  <a:cubicBezTo>
                    <a:pt x="30882" y="27325"/>
                    <a:pt x="27427" y="24086"/>
                    <a:pt x="24836" y="21495"/>
                  </a:cubicBezTo>
                  <a:cubicBezTo>
                    <a:pt x="22243" y="18902"/>
                    <a:pt x="12309" y="2706"/>
                    <a:pt x="11445" y="1841"/>
                  </a:cubicBezTo>
                  <a:cubicBezTo>
                    <a:pt x="10904" y="1301"/>
                    <a:pt x="8336" y="0"/>
                    <a:pt x="537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67"/>
            <p:cNvSpPr/>
            <p:nvPr/>
          </p:nvSpPr>
          <p:spPr>
            <a:xfrm>
              <a:off x="4446375" y="4152525"/>
              <a:ext cx="787775" cy="763575"/>
            </a:xfrm>
            <a:custGeom>
              <a:rect b="b" l="l" r="r" t="t"/>
              <a:pathLst>
                <a:path extrusionOk="0" h="30543" w="31511">
                  <a:moveTo>
                    <a:pt x="5712" y="625"/>
                  </a:moveTo>
                  <a:cubicBezTo>
                    <a:pt x="8606" y="625"/>
                    <a:pt x="11107" y="1918"/>
                    <a:pt x="11568" y="2379"/>
                  </a:cubicBezTo>
                  <a:cubicBezTo>
                    <a:pt x="11860" y="2672"/>
                    <a:pt x="13462" y="5151"/>
                    <a:pt x="15317" y="8022"/>
                  </a:cubicBezTo>
                  <a:cubicBezTo>
                    <a:pt x="18682" y="13230"/>
                    <a:pt x="23292" y="20366"/>
                    <a:pt x="24956" y="22032"/>
                  </a:cubicBezTo>
                  <a:lnTo>
                    <a:pt x="25835" y="22903"/>
                  </a:lnTo>
                  <a:cubicBezTo>
                    <a:pt x="27960" y="25009"/>
                    <a:pt x="30869" y="27894"/>
                    <a:pt x="30703" y="28891"/>
                  </a:cubicBezTo>
                  <a:cubicBezTo>
                    <a:pt x="30529" y="29930"/>
                    <a:pt x="26736" y="29930"/>
                    <a:pt x="21934" y="29930"/>
                  </a:cubicBezTo>
                  <a:cubicBezTo>
                    <a:pt x="16745" y="29930"/>
                    <a:pt x="14345" y="29337"/>
                    <a:pt x="12340" y="28446"/>
                  </a:cubicBezTo>
                  <a:cubicBezTo>
                    <a:pt x="11009" y="27854"/>
                    <a:pt x="10780" y="27439"/>
                    <a:pt x="10791" y="27360"/>
                  </a:cubicBezTo>
                  <a:cubicBezTo>
                    <a:pt x="10792" y="27358"/>
                    <a:pt x="10877" y="27176"/>
                    <a:pt x="11606" y="27085"/>
                  </a:cubicBezTo>
                  <a:cubicBezTo>
                    <a:pt x="13341" y="26868"/>
                    <a:pt x="21258" y="24372"/>
                    <a:pt x="21594" y="24266"/>
                  </a:cubicBezTo>
                  <a:cubicBezTo>
                    <a:pt x="21834" y="24191"/>
                    <a:pt x="21885" y="23874"/>
                    <a:pt x="21681" y="23727"/>
                  </a:cubicBezTo>
                  <a:cubicBezTo>
                    <a:pt x="21603" y="23670"/>
                    <a:pt x="13863" y="18069"/>
                    <a:pt x="8967" y="13598"/>
                  </a:cubicBezTo>
                  <a:cubicBezTo>
                    <a:pt x="4587" y="9599"/>
                    <a:pt x="1350" y="3481"/>
                    <a:pt x="723" y="2248"/>
                  </a:cubicBezTo>
                  <a:cubicBezTo>
                    <a:pt x="2313" y="1038"/>
                    <a:pt x="4075" y="625"/>
                    <a:pt x="5712" y="625"/>
                  </a:cubicBezTo>
                  <a:close/>
                  <a:moveTo>
                    <a:pt x="5718" y="0"/>
                  </a:moveTo>
                  <a:cubicBezTo>
                    <a:pt x="3893" y="0"/>
                    <a:pt x="1920" y="488"/>
                    <a:pt x="146" y="1924"/>
                  </a:cubicBezTo>
                  <a:cubicBezTo>
                    <a:pt x="35" y="2014"/>
                    <a:pt x="1" y="2168"/>
                    <a:pt x="63" y="2296"/>
                  </a:cubicBezTo>
                  <a:cubicBezTo>
                    <a:pt x="97" y="2368"/>
                    <a:pt x="3601" y="9527"/>
                    <a:pt x="8554" y="14050"/>
                  </a:cubicBezTo>
                  <a:cubicBezTo>
                    <a:pt x="12760" y="17890"/>
                    <a:pt x="19041" y="22551"/>
                    <a:pt x="20831" y="23864"/>
                  </a:cubicBezTo>
                  <a:cubicBezTo>
                    <a:pt x="18934" y="24457"/>
                    <a:pt x="12946" y="26301"/>
                    <a:pt x="11530" y="26478"/>
                  </a:cubicBezTo>
                  <a:cubicBezTo>
                    <a:pt x="11221" y="26517"/>
                    <a:pt x="10281" y="26634"/>
                    <a:pt x="10187" y="27270"/>
                  </a:cubicBezTo>
                  <a:cubicBezTo>
                    <a:pt x="10105" y="27823"/>
                    <a:pt x="10745" y="28407"/>
                    <a:pt x="12091" y="29005"/>
                  </a:cubicBezTo>
                  <a:cubicBezTo>
                    <a:pt x="14168" y="29928"/>
                    <a:pt x="16637" y="30543"/>
                    <a:pt x="21934" y="30543"/>
                  </a:cubicBezTo>
                  <a:cubicBezTo>
                    <a:pt x="27811" y="30543"/>
                    <a:pt x="31048" y="30543"/>
                    <a:pt x="31306" y="28992"/>
                  </a:cubicBezTo>
                  <a:cubicBezTo>
                    <a:pt x="31510" y="27773"/>
                    <a:pt x="29443" y="25618"/>
                    <a:pt x="26266" y="22469"/>
                  </a:cubicBezTo>
                  <a:lnTo>
                    <a:pt x="25390" y="21599"/>
                  </a:lnTo>
                  <a:cubicBezTo>
                    <a:pt x="23770" y="19979"/>
                    <a:pt x="19182" y="12876"/>
                    <a:pt x="15831" y="7689"/>
                  </a:cubicBezTo>
                  <a:cubicBezTo>
                    <a:pt x="13601" y="4237"/>
                    <a:pt x="12323" y="2269"/>
                    <a:pt x="12000" y="1947"/>
                  </a:cubicBezTo>
                  <a:cubicBezTo>
                    <a:pt x="11434" y="1380"/>
                    <a:pt x="8787" y="0"/>
                    <a:pt x="571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67"/>
            <p:cNvSpPr/>
            <p:nvPr/>
          </p:nvSpPr>
          <p:spPr>
            <a:xfrm>
              <a:off x="4692350" y="4757250"/>
              <a:ext cx="532050" cy="151200"/>
            </a:xfrm>
            <a:custGeom>
              <a:rect b="b" l="l" r="r" t="t"/>
              <a:pathLst>
                <a:path extrusionOk="0" h="6048" w="21282">
                  <a:moveTo>
                    <a:pt x="10972" y="1"/>
                  </a:moveTo>
                  <a:cubicBezTo>
                    <a:pt x="8963" y="628"/>
                    <a:pt x="3151" y="2414"/>
                    <a:pt x="1729" y="2592"/>
                  </a:cubicBezTo>
                  <a:cubicBezTo>
                    <a:pt x="1" y="2808"/>
                    <a:pt x="434" y="3672"/>
                    <a:pt x="2377" y="4536"/>
                  </a:cubicBezTo>
                  <a:cubicBezTo>
                    <a:pt x="4321" y="5400"/>
                    <a:pt x="6697" y="6048"/>
                    <a:pt x="12095" y="6048"/>
                  </a:cubicBezTo>
                  <a:cubicBezTo>
                    <a:pt x="17494" y="6048"/>
                    <a:pt x="20950" y="6048"/>
                    <a:pt x="21166" y="4752"/>
                  </a:cubicBezTo>
                  <a:cubicBezTo>
                    <a:pt x="21281" y="4059"/>
                    <a:pt x="20346" y="2813"/>
                    <a:pt x="19059" y="1407"/>
                  </a:cubicBezTo>
                  <a:cubicBezTo>
                    <a:pt x="17167" y="3230"/>
                    <a:pt x="15000" y="3554"/>
                    <a:pt x="13699" y="3554"/>
                  </a:cubicBezTo>
                  <a:cubicBezTo>
                    <a:pt x="12982" y="3554"/>
                    <a:pt x="12528" y="3456"/>
                    <a:pt x="12528" y="3456"/>
                  </a:cubicBezTo>
                  <a:lnTo>
                    <a:pt x="1097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67"/>
            <p:cNvSpPr/>
            <p:nvPr/>
          </p:nvSpPr>
          <p:spPr>
            <a:xfrm>
              <a:off x="4698975" y="4749625"/>
              <a:ext cx="533075" cy="166475"/>
            </a:xfrm>
            <a:custGeom>
              <a:rect b="b" l="l" r="r" t="t"/>
              <a:pathLst>
                <a:path extrusionOk="0" h="6659" w="21323">
                  <a:moveTo>
                    <a:pt x="10540" y="679"/>
                  </a:moveTo>
                  <a:lnTo>
                    <a:pt x="11983" y="3887"/>
                  </a:lnTo>
                  <a:cubicBezTo>
                    <a:pt x="12023" y="3975"/>
                    <a:pt x="12103" y="4039"/>
                    <a:pt x="12197" y="4060"/>
                  </a:cubicBezTo>
                  <a:cubicBezTo>
                    <a:pt x="12250" y="4072"/>
                    <a:pt x="12728" y="4170"/>
                    <a:pt x="13455" y="4170"/>
                  </a:cubicBezTo>
                  <a:cubicBezTo>
                    <a:pt x="14759" y="4170"/>
                    <a:pt x="16869" y="3853"/>
                    <a:pt x="18775" y="2148"/>
                  </a:cubicBezTo>
                  <a:cubicBezTo>
                    <a:pt x="20371" y="3926"/>
                    <a:pt x="20652" y="4684"/>
                    <a:pt x="20599" y="5007"/>
                  </a:cubicBezTo>
                  <a:cubicBezTo>
                    <a:pt x="20425" y="6046"/>
                    <a:pt x="16632" y="6046"/>
                    <a:pt x="11830" y="6046"/>
                  </a:cubicBezTo>
                  <a:cubicBezTo>
                    <a:pt x="6641" y="6046"/>
                    <a:pt x="4241" y="5452"/>
                    <a:pt x="2236" y="4562"/>
                  </a:cubicBezTo>
                  <a:cubicBezTo>
                    <a:pt x="905" y="3970"/>
                    <a:pt x="676" y="3555"/>
                    <a:pt x="687" y="3476"/>
                  </a:cubicBezTo>
                  <a:cubicBezTo>
                    <a:pt x="688" y="3474"/>
                    <a:pt x="773" y="3292"/>
                    <a:pt x="1502" y="3201"/>
                  </a:cubicBezTo>
                  <a:lnTo>
                    <a:pt x="1503" y="3201"/>
                  </a:lnTo>
                  <a:cubicBezTo>
                    <a:pt x="2876" y="3030"/>
                    <a:pt x="8088" y="1440"/>
                    <a:pt x="10540" y="679"/>
                  </a:cubicBezTo>
                  <a:close/>
                  <a:moveTo>
                    <a:pt x="10708" y="0"/>
                  </a:moveTo>
                  <a:cubicBezTo>
                    <a:pt x="10677" y="0"/>
                    <a:pt x="10647" y="5"/>
                    <a:pt x="10616" y="14"/>
                  </a:cubicBezTo>
                  <a:cubicBezTo>
                    <a:pt x="8817" y="575"/>
                    <a:pt x="2840" y="2418"/>
                    <a:pt x="1426" y="2594"/>
                  </a:cubicBezTo>
                  <a:cubicBezTo>
                    <a:pt x="1117" y="2633"/>
                    <a:pt x="177" y="2750"/>
                    <a:pt x="83" y="3386"/>
                  </a:cubicBezTo>
                  <a:cubicBezTo>
                    <a:pt x="1" y="3939"/>
                    <a:pt x="641" y="4523"/>
                    <a:pt x="1987" y="5121"/>
                  </a:cubicBezTo>
                  <a:cubicBezTo>
                    <a:pt x="4064" y="6044"/>
                    <a:pt x="6533" y="6659"/>
                    <a:pt x="11830" y="6659"/>
                  </a:cubicBezTo>
                  <a:cubicBezTo>
                    <a:pt x="17707" y="6659"/>
                    <a:pt x="20944" y="6659"/>
                    <a:pt x="21202" y="5107"/>
                  </a:cubicBezTo>
                  <a:cubicBezTo>
                    <a:pt x="21323" y="4384"/>
                    <a:pt x="20669" y="3307"/>
                    <a:pt x="19019" y="1505"/>
                  </a:cubicBezTo>
                  <a:cubicBezTo>
                    <a:pt x="18963" y="1444"/>
                    <a:pt x="18885" y="1409"/>
                    <a:pt x="18803" y="1406"/>
                  </a:cubicBezTo>
                  <a:cubicBezTo>
                    <a:pt x="18800" y="1406"/>
                    <a:pt x="18797" y="1405"/>
                    <a:pt x="18795" y="1405"/>
                  </a:cubicBezTo>
                  <a:cubicBezTo>
                    <a:pt x="18716" y="1405"/>
                    <a:pt x="18639" y="1436"/>
                    <a:pt x="18581" y="1491"/>
                  </a:cubicBezTo>
                  <a:cubicBezTo>
                    <a:pt x="16764" y="3243"/>
                    <a:pt x="14660" y="3549"/>
                    <a:pt x="13414" y="3549"/>
                  </a:cubicBezTo>
                  <a:cubicBezTo>
                    <a:pt x="12981" y="3549"/>
                    <a:pt x="12652" y="3512"/>
                    <a:pt x="12474" y="3486"/>
                  </a:cubicBezTo>
                  <a:lnTo>
                    <a:pt x="10986" y="180"/>
                  </a:lnTo>
                  <a:cubicBezTo>
                    <a:pt x="10935" y="69"/>
                    <a:pt x="10825" y="0"/>
                    <a:pt x="1070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67"/>
            <p:cNvSpPr/>
            <p:nvPr/>
          </p:nvSpPr>
          <p:spPr>
            <a:xfrm>
              <a:off x="1589875" y="4217350"/>
              <a:ext cx="1146850" cy="742900"/>
            </a:xfrm>
            <a:custGeom>
              <a:rect b="b" l="l" r="r" t="t"/>
              <a:pathLst>
                <a:path extrusionOk="0" h="29716" w="45874">
                  <a:moveTo>
                    <a:pt x="3832" y="1"/>
                  </a:moveTo>
                  <a:cubicBezTo>
                    <a:pt x="3832" y="1"/>
                    <a:pt x="2537" y="1"/>
                    <a:pt x="2753" y="2592"/>
                  </a:cubicBezTo>
                  <a:cubicBezTo>
                    <a:pt x="2753" y="2592"/>
                    <a:pt x="5776" y="8207"/>
                    <a:pt x="5560" y="10151"/>
                  </a:cubicBezTo>
                  <a:cubicBezTo>
                    <a:pt x="5384" y="11739"/>
                    <a:pt x="1605" y="23842"/>
                    <a:pt x="227" y="28226"/>
                  </a:cubicBezTo>
                  <a:cubicBezTo>
                    <a:pt x="1" y="28943"/>
                    <a:pt x="544" y="29658"/>
                    <a:pt x="1277" y="29658"/>
                  </a:cubicBezTo>
                  <a:cubicBezTo>
                    <a:pt x="1311" y="29658"/>
                    <a:pt x="1346" y="29657"/>
                    <a:pt x="1381" y="29653"/>
                  </a:cubicBezTo>
                  <a:cubicBezTo>
                    <a:pt x="1820" y="29614"/>
                    <a:pt x="2194" y="29316"/>
                    <a:pt x="2330" y="28896"/>
                  </a:cubicBezTo>
                  <a:lnTo>
                    <a:pt x="8367" y="10367"/>
                  </a:lnTo>
                  <a:cubicBezTo>
                    <a:pt x="8367" y="10367"/>
                    <a:pt x="9447" y="9071"/>
                    <a:pt x="12903" y="8423"/>
                  </a:cubicBezTo>
                  <a:cubicBezTo>
                    <a:pt x="15550" y="7927"/>
                    <a:pt x="28720" y="7303"/>
                    <a:pt x="34735" y="7039"/>
                  </a:cubicBezTo>
                  <a:cubicBezTo>
                    <a:pt x="34799" y="7036"/>
                    <a:pt x="34864" y="7035"/>
                    <a:pt x="34929" y="7035"/>
                  </a:cubicBezTo>
                  <a:cubicBezTo>
                    <a:pt x="37143" y="7035"/>
                    <a:pt x="39053" y="8703"/>
                    <a:pt x="39243" y="10929"/>
                  </a:cubicBezTo>
                  <a:cubicBezTo>
                    <a:pt x="39245" y="10956"/>
                    <a:pt x="39248" y="10985"/>
                    <a:pt x="39250" y="11015"/>
                  </a:cubicBezTo>
                  <a:cubicBezTo>
                    <a:pt x="39441" y="13508"/>
                    <a:pt x="43551" y="26391"/>
                    <a:pt x="44469" y="29244"/>
                  </a:cubicBezTo>
                  <a:cubicBezTo>
                    <a:pt x="44561" y="29528"/>
                    <a:pt x="44825" y="29715"/>
                    <a:pt x="45116" y="29715"/>
                  </a:cubicBezTo>
                  <a:cubicBezTo>
                    <a:pt x="45154" y="29715"/>
                    <a:pt x="45193" y="29712"/>
                    <a:pt x="45232" y="29705"/>
                  </a:cubicBezTo>
                  <a:cubicBezTo>
                    <a:pt x="45618" y="29643"/>
                    <a:pt x="45873" y="29269"/>
                    <a:pt x="45790" y="28886"/>
                  </a:cubicBezTo>
                  <a:cubicBezTo>
                    <a:pt x="45055" y="25547"/>
                    <a:pt x="41903" y="11116"/>
                    <a:pt x="40762" y="3888"/>
                  </a:cubicBezTo>
                  <a:cubicBezTo>
                    <a:pt x="40762" y="3888"/>
                    <a:pt x="31820" y="4310"/>
                    <a:pt x="23848" y="4310"/>
                  </a:cubicBezTo>
                  <a:cubicBezTo>
                    <a:pt x="19064" y="4310"/>
                    <a:pt x="14630" y="4158"/>
                    <a:pt x="12687" y="3672"/>
                  </a:cubicBezTo>
                  <a:cubicBezTo>
                    <a:pt x="7503" y="2376"/>
                    <a:pt x="3832" y="1"/>
                    <a:pt x="3832"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67"/>
            <p:cNvSpPr/>
            <p:nvPr/>
          </p:nvSpPr>
          <p:spPr>
            <a:xfrm>
              <a:off x="1584700" y="4209700"/>
              <a:ext cx="1158875" cy="758225"/>
            </a:xfrm>
            <a:custGeom>
              <a:rect b="b" l="l" r="r" t="t"/>
              <a:pathLst>
                <a:path extrusionOk="0" h="30329" w="46355">
                  <a:moveTo>
                    <a:pt x="3973" y="626"/>
                  </a:moveTo>
                  <a:cubicBezTo>
                    <a:pt x="4598" y="1012"/>
                    <a:pt x="8115" y="3098"/>
                    <a:pt x="12819" y="4276"/>
                  </a:cubicBezTo>
                  <a:cubicBezTo>
                    <a:pt x="14802" y="4771"/>
                    <a:pt x="19272" y="4926"/>
                    <a:pt x="24082" y="4926"/>
                  </a:cubicBezTo>
                  <a:cubicBezTo>
                    <a:pt x="31209" y="4926"/>
                    <a:pt x="39081" y="4586"/>
                    <a:pt x="40710" y="4513"/>
                  </a:cubicBezTo>
                  <a:cubicBezTo>
                    <a:pt x="41899" y="11909"/>
                    <a:pt x="45068" y="26398"/>
                    <a:pt x="45698" y="29257"/>
                  </a:cubicBezTo>
                  <a:cubicBezTo>
                    <a:pt x="45721" y="29358"/>
                    <a:pt x="45700" y="29463"/>
                    <a:pt x="45643" y="29548"/>
                  </a:cubicBezTo>
                  <a:cubicBezTo>
                    <a:pt x="45566" y="29662"/>
                    <a:pt x="45447" y="29715"/>
                    <a:pt x="45329" y="29715"/>
                  </a:cubicBezTo>
                  <a:cubicBezTo>
                    <a:pt x="45176" y="29715"/>
                    <a:pt x="45023" y="29624"/>
                    <a:pt x="44967" y="29455"/>
                  </a:cubicBezTo>
                  <a:cubicBezTo>
                    <a:pt x="44131" y="26857"/>
                    <a:pt x="39952" y="13766"/>
                    <a:pt x="39763" y="11298"/>
                  </a:cubicBezTo>
                  <a:lnTo>
                    <a:pt x="39755" y="11208"/>
                  </a:lnTo>
                  <a:cubicBezTo>
                    <a:pt x="39551" y="8831"/>
                    <a:pt x="37545" y="7035"/>
                    <a:pt x="35141" y="7035"/>
                  </a:cubicBezTo>
                  <a:cubicBezTo>
                    <a:pt x="35070" y="7035"/>
                    <a:pt x="34999" y="7036"/>
                    <a:pt x="34927" y="7040"/>
                  </a:cubicBezTo>
                  <a:cubicBezTo>
                    <a:pt x="29246" y="7289"/>
                    <a:pt x="15744" y="7925"/>
                    <a:pt x="13052" y="8429"/>
                  </a:cubicBezTo>
                  <a:cubicBezTo>
                    <a:pt x="9529" y="9089"/>
                    <a:pt x="8386" y="10421"/>
                    <a:pt x="8338" y="10477"/>
                  </a:cubicBezTo>
                  <a:cubicBezTo>
                    <a:pt x="8314" y="10507"/>
                    <a:pt x="8295" y="10541"/>
                    <a:pt x="8283" y="10578"/>
                  </a:cubicBezTo>
                  <a:lnTo>
                    <a:pt x="2246" y="29108"/>
                  </a:lnTo>
                  <a:cubicBezTo>
                    <a:pt x="2147" y="29411"/>
                    <a:pt x="1877" y="29626"/>
                    <a:pt x="1560" y="29655"/>
                  </a:cubicBezTo>
                  <a:cubicBezTo>
                    <a:pt x="1534" y="29657"/>
                    <a:pt x="1508" y="29658"/>
                    <a:pt x="1483" y="29658"/>
                  </a:cubicBezTo>
                  <a:cubicBezTo>
                    <a:pt x="954" y="29658"/>
                    <a:pt x="563" y="29141"/>
                    <a:pt x="726" y="28623"/>
                  </a:cubicBezTo>
                  <a:cubicBezTo>
                    <a:pt x="2273" y="23702"/>
                    <a:pt x="5893" y="12082"/>
                    <a:pt x="6071" y="10491"/>
                  </a:cubicBezTo>
                  <a:cubicBezTo>
                    <a:pt x="6286" y="8561"/>
                    <a:pt x="3597" y="3444"/>
                    <a:pt x="3260" y="2810"/>
                  </a:cubicBezTo>
                  <a:cubicBezTo>
                    <a:pt x="3173" y="1644"/>
                    <a:pt x="3412" y="1102"/>
                    <a:pt x="3630" y="853"/>
                  </a:cubicBezTo>
                  <a:cubicBezTo>
                    <a:pt x="3761" y="704"/>
                    <a:pt x="3895" y="648"/>
                    <a:pt x="3973" y="626"/>
                  </a:cubicBezTo>
                  <a:close/>
                  <a:moveTo>
                    <a:pt x="4039" y="1"/>
                  </a:moveTo>
                  <a:cubicBezTo>
                    <a:pt x="3993" y="1"/>
                    <a:pt x="3572" y="12"/>
                    <a:pt x="3195" y="422"/>
                  </a:cubicBezTo>
                  <a:cubicBezTo>
                    <a:pt x="2740" y="917"/>
                    <a:pt x="2558" y="1759"/>
                    <a:pt x="2654" y="2923"/>
                  </a:cubicBezTo>
                  <a:cubicBezTo>
                    <a:pt x="2658" y="2965"/>
                    <a:pt x="2670" y="3006"/>
                    <a:pt x="2690" y="3043"/>
                  </a:cubicBezTo>
                  <a:cubicBezTo>
                    <a:pt x="3518" y="4581"/>
                    <a:pt x="5631" y="8907"/>
                    <a:pt x="5463" y="10423"/>
                  </a:cubicBezTo>
                  <a:cubicBezTo>
                    <a:pt x="5288" y="12004"/>
                    <a:pt x="1346" y="24612"/>
                    <a:pt x="142" y="28438"/>
                  </a:cubicBezTo>
                  <a:cubicBezTo>
                    <a:pt x="0" y="28888"/>
                    <a:pt x="93" y="29378"/>
                    <a:pt x="388" y="29745"/>
                  </a:cubicBezTo>
                  <a:cubicBezTo>
                    <a:pt x="659" y="30080"/>
                    <a:pt x="1067" y="30269"/>
                    <a:pt x="1495" y="30269"/>
                  </a:cubicBezTo>
                  <a:cubicBezTo>
                    <a:pt x="1535" y="30269"/>
                    <a:pt x="1575" y="30267"/>
                    <a:pt x="1615" y="30264"/>
                  </a:cubicBezTo>
                  <a:cubicBezTo>
                    <a:pt x="2177" y="30213"/>
                    <a:pt x="2653" y="29833"/>
                    <a:pt x="2828" y="29297"/>
                  </a:cubicBezTo>
                  <a:lnTo>
                    <a:pt x="8845" y="10833"/>
                  </a:lnTo>
                  <a:cubicBezTo>
                    <a:pt x="9055" y="10622"/>
                    <a:pt x="10217" y="9583"/>
                    <a:pt x="13166" y="9030"/>
                  </a:cubicBezTo>
                  <a:cubicBezTo>
                    <a:pt x="15818" y="8534"/>
                    <a:pt x="29287" y="7901"/>
                    <a:pt x="34955" y="7652"/>
                  </a:cubicBezTo>
                  <a:cubicBezTo>
                    <a:pt x="35025" y="7649"/>
                    <a:pt x="35096" y="7647"/>
                    <a:pt x="35166" y="7647"/>
                  </a:cubicBezTo>
                  <a:cubicBezTo>
                    <a:pt x="37231" y="7647"/>
                    <a:pt x="38969" y="9211"/>
                    <a:pt x="39146" y="11260"/>
                  </a:cubicBezTo>
                  <a:lnTo>
                    <a:pt x="39152" y="11343"/>
                  </a:lnTo>
                  <a:cubicBezTo>
                    <a:pt x="39343" y="13817"/>
                    <a:pt x="43204" y="25976"/>
                    <a:pt x="44384" y="29644"/>
                  </a:cubicBezTo>
                  <a:cubicBezTo>
                    <a:pt x="44514" y="30052"/>
                    <a:pt x="44892" y="30328"/>
                    <a:pt x="45320" y="30328"/>
                  </a:cubicBezTo>
                  <a:cubicBezTo>
                    <a:pt x="45321" y="30328"/>
                    <a:pt x="45322" y="30328"/>
                    <a:pt x="45322" y="30328"/>
                  </a:cubicBezTo>
                  <a:cubicBezTo>
                    <a:pt x="45654" y="30328"/>
                    <a:pt x="45964" y="30165"/>
                    <a:pt x="46149" y="29891"/>
                  </a:cubicBezTo>
                  <a:cubicBezTo>
                    <a:pt x="46302" y="29668"/>
                    <a:pt x="46355" y="29391"/>
                    <a:pt x="46295" y="29126"/>
                  </a:cubicBezTo>
                  <a:cubicBezTo>
                    <a:pt x="45658" y="26234"/>
                    <a:pt x="42422" y="11436"/>
                    <a:pt x="41270" y="4146"/>
                  </a:cubicBezTo>
                  <a:cubicBezTo>
                    <a:pt x="41248" y="4002"/>
                    <a:pt x="41122" y="3888"/>
                    <a:pt x="40983" y="3888"/>
                  </a:cubicBezTo>
                  <a:cubicBezTo>
                    <a:pt x="40973" y="3888"/>
                    <a:pt x="40964" y="3888"/>
                    <a:pt x="40955" y="3889"/>
                  </a:cubicBezTo>
                  <a:cubicBezTo>
                    <a:pt x="40811" y="3895"/>
                    <a:pt x="31922" y="4307"/>
                    <a:pt x="24026" y="4307"/>
                  </a:cubicBezTo>
                  <a:cubicBezTo>
                    <a:pt x="19271" y="4307"/>
                    <a:pt x="14877" y="4158"/>
                    <a:pt x="12968" y="3681"/>
                  </a:cubicBezTo>
                  <a:cubicBezTo>
                    <a:pt x="7899" y="2414"/>
                    <a:pt x="4242" y="73"/>
                    <a:pt x="4205" y="50"/>
                  </a:cubicBezTo>
                  <a:cubicBezTo>
                    <a:pt x="4155" y="17"/>
                    <a:pt x="4098" y="1"/>
                    <a:pt x="40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67"/>
            <p:cNvSpPr/>
            <p:nvPr/>
          </p:nvSpPr>
          <p:spPr>
            <a:xfrm>
              <a:off x="1415725" y="3295925"/>
              <a:ext cx="388775" cy="1013250"/>
            </a:xfrm>
            <a:custGeom>
              <a:rect b="b" l="l" r="r" t="t"/>
              <a:pathLst>
                <a:path extrusionOk="0" h="40530" w="15551">
                  <a:moveTo>
                    <a:pt x="8959" y="0"/>
                  </a:moveTo>
                  <a:cubicBezTo>
                    <a:pt x="8255" y="0"/>
                    <a:pt x="7775" y="1441"/>
                    <a:pt x="7775" y="1441"/>
                  </a:cubicBezTo>
                  <a:cubicBezTo>
                    <a:pt x="7775" y="1441"/>
                    <a:pt x="1" y="25844"/>
                    <a:pt x="1296" y="30163"/>
                  </a:cubicBezTo>
                  <a:cubicBezTo>
                    <a:pt x="2592" y="34482"/>
                    <a:pt x="8855" y="40530"/>
                    <a:pt x="11230" y="40530"/>
                  </a:cubicBezTo>
                  <a:cubicBezTo>
                    <a:pt x="13606" y="40530"/>
                    <a:pt x="15550" y="16774"/>
                    <a:pt x="15550" y="14613"/>
                  </a:cubicBezTo>
                  <a:cubicBezTo>
                    <a:pt x="15550" y="12454"/>
                    <a:pt x="11447" y="4679"/>
                    <a:pt x="10151" y="1440"/>
                  </a:cubicBezTo>
                  <a:cubicBezTo>
                    <a:pt x="9719" y="360"/>
                    <a:pt x="9311" y="0"/>
                    <a:pt x="895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67"/>
            <p:cNvSpPr/>
            <p:nvPr/>
          </p:nvSpPr>
          <p:spPr>
            <a:xfrm>
              <a:off x="1408075" y="3288275"/>
              <a:ext cx="404075" cy="1028550"/>
            </a:xfrm>
            <a:custGeom>
              <a:rect b="b" l="l" r="r" t="t"/>
              <a:pathLst>
                <a:path extrusionOk="0" h="41142" w="16163">
                  <a:moveTo>
                    <a:pt x="9277" y="612"/>
                  </a:moveTo>
                  <a:cubicBezTo>
                    <a:pt x="9402" y="612"/>
                    <a:pt x="9730" y="755"/>
                    <a:pt x="10171" y="1860"/>
                  </a:cubicBezTo>
                  <a:cubicBezTo>
                    <a:pt x="10587" y="2896"/>
                    <a:pt x="11293" y="4408"/>
                    <a:pt x="12041" y="6007"/>
                  </a:cubicBezTo>
                  <a:cubicBezTo>
                    <a:pt x="13604" y="9352"/>
                    <a:pt x="15550" y="13514"/>
                    <a:pt x="15550" y="14919"/>
                  </a:cubicBezTo>
                  <a:cubicBezTo>
                    <a:pt x="15550" y="16014"/>
                    <a:pt x="15059" y="22503"/>
                    <a:pt x="14283" y="28649"/>
                  </a:cubicBezTo>
                  <a:cubicBezTo>
                    <a:pt x="12828" y="40195"/>
                    <a:pt x="11665" y="40529"/>
                    <a:pt x="11536" y="40529"/>
                  </a:cubicBezTo>
                  <a:cubicBezTo>
                    <a:pt x="9466" y="40529"/>
                    <a:pt x="3202" y="34739"/>
                    <a:pt x="1895" y="30381"/>
                  </a:cubicBezTo>
                  <a:cubicBezTo>
                    <a:pt x="644" y="26210"/>
                    <a:pt x="8262" y="2187"/>
                    <a:pt x="8372" y="1841"/>
                  </a:cubicBezTo>
                  <a:cubicBezTo>
                    <a:pt x="8543" y="1331"/>
                    <a:pt x="8945" y="621"/>
                    <a:pt x="9257" y="614"/>
                  </a:cubicBezTo>
                  <a:cubicBezTo>
                    <a:pt x="9263" y="613"/>
                    <a:pt x="9270" y="612"/>
                    <a:pt x="9277" y="612"/>
                  </a:cubicBezTo>
                  <a:close/>
                  <a:moveTo>
                    <a:pt x="9241" y="1"/>
                  </a:moveTo>
                  <a:cubicBezTo>
                    <a:pt x="8375" y="26"/>
                    <a:pt x="7880" y="1379"/>
                    <a:pt x="7791" y="1649"/>
                  </a:cubicBezTo>
                  <a:cubicBezTo>
                    <a:pt x="7790" y="1650"/>
                    <a:pt x="7790" y="1653"/>
                    <a:pt x="7790" y="1654"/>
                  </a:cubicBezTo>
                  <a:cubicBezTo>
                    <a:pt x="7471" y="2654"/>
                    <a:pt x="1" y="26198"/>
                    <a:pt x="1309" y="30558"/>
                  </a:cubicBezTo>
                  <a:cubicBezTo>
                    <a:pt x="2648" y="35023"/>
                    <a:pt x="8983" y="41142"/>
                    <a:pt x="11536" y="41142"/>
                  </a:cubicBezTo>
                  <a:cubicBezTo>
                    <a:pt x="12071" y="41142"/>
                    <a:pt x="13325" y="41142"/>
                    <a:pt x="14892" y="28726"/>
                  </a:cubicBezTo>
                  <a:cubicBezTo>
                    <a:pt x="15669" y="22556"/>
                    <a:pt x="16162" y="16025"/>
                    <a:pt x="16162" y="14921"/>
                  </a:cubicBezTo>
                  <a:cubicBezTo>
                    <a:pt x="16162" y="13378"/>
                    <a:pt x="14268" y="9324"/>
                    <a:pt x="12596" y="5748"/>
                  </a:cubicBezTo>
                  <a:cubicBezTo>
                    <a:pt x="11852" y="4156"/>
                    <a:pt x="11148" y="2653"/>
                    <a:pt x="10741" y="1633"/>
                  </a:cubicBezTo>
                  <a:cubicBezTo>
                    <a:pt x="10295" y="518"/>
                    <a:pt x="9811" y="1"/>
                    <a:pt x="924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67"/>
            <p:cNvSpPr/>
            <p:nvPr/>
          </p:nvSpPr>
          <p:spPr>
            <a:xfrm>
              <a:off x="1718075" y="3628875"/>
              <a:ext cx="957850" cy="772475"/>
            </a:xfrm>
            <a:custGeom>
              <a:rect b="b" l="l" r="r" t="t"/>
              <a:pathLst>
                <a:path extrusionOk="0" h="30899" w="38314">
                  <a:moveTo>
                    <a:pt x="31532" y="0"/>
                  </a:moveTo>
                  <a:cubicBezTo>
                    <a:pt x="26996" y="0"/>
                    <a:pt x="7559" y="216"/>
                    <a:pt x="3887" y="2375"/>
                  </a:cubicBezTo>
                  <a:cubicBezTo>
                    <a:pt x="216" y="4536"/>
                    <a:pt x="0" y="20732"/>
                    <a:pt x="0" y="24404"/>
                  </a:cubicBezTo>
                  <a:cubicBezTo>
                    <a:pt x="0" y="28075"/>
                    <a:pt x="3671" y="30666"/>
                    <a:pt x="8639" y="30883"/>
                  </a:cubicBezTo>
                  <a:cubicBezTo>
                    <a:pt x="8875" y="30893"/>
                    <a:pt x="9148" y="30898"/>
                    <a:pt x="9455" y="30898"/>
                  </a:cubicBezTo>
                  <a:cubicBezTo>
                    <a:pt x="15578" y="30898"/>
                    <a:pt x="34862" y="28939"/>
                    <a:pt x="36713" y="28939"/>
                  </a:cubicBezTo>
                  <a:cubicBezTo>
                    <a:pt x="37733" y="28939"/>
                    <a:pt x="38114" y="27046"/>
                    <a:pt x="38191" y="24618"/>
                  </a:cubicBezTo>
                  <a:cubicBezTo>
                    <a:pt x="38314" y="20748"/>
                    <a:pt x="37661" y="15519"/>
                    <a:pt x="37592" y="14442"/>
                  </a:cubicBezTo>
                  <a:cubicBezTo>
                    <a:pt x="37357" y="10787"/>
                    <a:pt x="37114" y="0"/>
                    <a:pt x="3153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67"/>
            <p:cNvSpPr/>
            <p:nvPr/>
          </p:nvSpPr>
          <p:spPr>
            <a:xfrm>
              <a:off x="1710425" y="3621200"/>
              <a:ext cx="972500" cy="787800"/>
            </a:xfrm>
            <a:custGeom>
              <a:rect b="b" l="l" r="r" t="t"/>
              <a:pathLst>
                <a:path extrusionOk="0" h="31512" w="38900">
                  <a:moveTo>
                    <a:pt x="31838" y="613"/>
                  </a:moveTo>
                  <a:cubicBezTo>
                    <a:pt x="36777" y="614"/>
                    <a:pt x="37316" y="9987"/>
                    <a:pt x="37546" y="13990"/>
                  </a:cubicBezTo>
                  <a:lnTo>
                    <a:pt x="37593" y="14768"/>
                  </a:lnTo>
                  <a:cubicBezTo>
                    <a:pt x="37607" y="15000"/>
                    <a:pt x="37649" y="15419"/>
                    <a:pt x="37704" y="15974"/>
                  </a:cubicBezTo>
                  <a:cubicBezTo>
                    <a:pt x="37907" y="18040"/>
                    <a:pt x="38286" y="21887"/>
                    <a:pt x="38191" y="24916"/>
                  </a:cubicBezTo>
                  <a:cubicBezTo>
                    <a:pt x="38077" y="28547"/>
                    <a:pt x="37334" y="28939"/>
                    <a:pt x="37020" y="28939"/>
                  </a:cubicBezTo>
                  <a:cubicBezTo>
                    <a:pt x="36350" y="28939"/>
                    <a:pt x="33605" y="29177"/>
                    <a:pt x="29805" y="29506"/>
                  </a:cubicBezTo>
                  <a:cubicBezTo>
                    <a:pt x="23303" y="30068"/>
                    <a:pt x="13712" y="30898"/>
                    <a:pt x="9763" y="30898"/>
                  </a:cubicBezTo>
                  <a:cubicBezTo>
                    <a:pt x="9460" y="30898"/>
                    <a:pt x="9190" y="30893"/>
                    <a:pt x="8958" y="30883"/>
                  </a:cubicBezTo>
                  <a:cubicBezTo>
                    <a:pt x="4044" y="30669"/>
                    <a:pt x="612" y="28131"/>
                    <a:pt x="612" y="24711"/>
                  </a:cubicBezTo>
                  <a:cubicBezTo>
                    <a:pt x="612" y="15684"/>
                    <a:pt x="1591" y="4568"/>
                    <a:pt x="4348" y="2946"/>
                  </a:cubicBezTo>
                  <a:cubicBezTo>
                    <a:pt x="7479" y="1104"/>
                    <a:pt x="23101" y="613"/>
                    <a:pt x="31838" y="613"/>
                  </a:cubicBezTo>
                  <a:close/>
                  <a:moveTo>
                    <a:pt x="31838" y="1"/>
                  </a:moveTo>
                  <a:cubicBezTo>
                    <a:pt x="29413" y="1"/>
                    <a:pt x="8033" y="68"/>
                    <a:pt x="4038" y="2419"/>
                  </a:cubicBezTo>
                  <a:cubicBezTo>
                    <a:pt x="291" y="4623"/>
                    <a:pt x="0" y="20038"/>
                    <a:pt x="0" y="24711"/>
                  </a:cubicBezTo>
                  <a:cubicBezTo>
                    <a:pt x="0" y="28476"/>
                    <a:pt x="3673" y="31266"/>
                    <a:pt x="8931" y="31496"/>
                  </a:cubicBezTo>
                  <a:cubicBezTo>
                    <a:pt x="9175" y="31506"/>
                    <a:pt x="9455" y="31511"/>
                    <a:pt x="9769" y="31511"/>
                  </a:cubicBezTo>
                  <a:cubicBezTo>
                    <a:pt x="13721" y="31511"/>
                    <a:pt x="22969" y="30711"/>
                    <a:pt x="29858" y="30115"/>
                  </a:cubicBezTo>
                  <a:cubicBezTo>
                    <a:pt x="33500" y="29801"/>
                    <a:pt x="36376" y="29552"/>
                    <a:pt x="37020" y="29552"/>
                  </a:cubicBezTo>
                  <a:cubicBezTo>
                    <a:pt x="38137" y="29552"/>
                    <a:pt x="38704" y="28085"/>
                    <a:pt x="38802" y="24935"/>
                  </a:cubicBezTo>
                  <a:cubicBezTo>
                    <a:pt x="38900" y="21867"/>
                    <a:pt x="38518" y="17994"/>
                    <a:pt x="38313" y="15913"/>
                  </a:cubicBezTo>
                  <a:cubicBezTo>
                    <a:pt x="38259" y="15368"/>
                    <a:pt x="38218" y="14956"/>
                    <a:pt x="38203" y="14730"/>
                  </a:cubicBezTo>
                  <a:lnTo>
                    <a:pt x="38158" y="13954"/>
                  </a:lnTo>
                  <a:cubicBezTo>
                    <a:pt x="37917" y="9779"/>
                    <a:pt x="37355" y="2"/>
                    <a:pt x="3183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67"/>
            <p:cNvSpPr/>
            <p:nvPr/>
          </p:nvSpPr>
          <p:spPr>
            <a:xfrm>
              <a:off x="2473925" y="4006350"/>
              <a:ext cx="458950" cy="244300"/>
            </a:xfrm>
            <a:custGeom>
              <a:rect b="b" l="l" r="r" t="t"/>
              <a:pathLst>
                <a:path extrusionOk="0" h="9772" w="18358">
                  <a:moveTo>
                    <a:pt x="8164" y="1"/>
                  </a:moveTo>
                  <a:cubicBezTo>
                    <a:pt x="4199" y="1"/>
                    <a:pt x="1" y="234"/>
                    <a:pt x="1" y="234"/>
                  </a:cubicBezTo>
                  <a:lnTo>
                    <a:pt x="2376" y="9737"/>
                  </a:lnTo>
                  <a:cubicBezTo>
                    <a:pt x="2376" y="9737"/>
                    <a:pt x="3504" y="9772"/>
                    <a:pt x="5141" y="9772"/>
                  </a:cubicBezTo>
                  <a:cubicBezTo>
                    <a:pt x="9234" y="9772"/>
                    <a:pt x="16506" y="9551"/>
                    <a:pt x="17277" y="8008"/>
                  </a:cubicBezTo>
                  <a:cubicBezTo>
                    <a:pt x="18358" y="5849"/>
                    <a:pt x="17277" y="1314"/>
                    <a:pt x="14470" y="450"/>
                  </a:cubicBezTo>
                  <a:cubicBezTo>
                    <a:pt x="13347" y="105"/>
                    <a:pt x="10807" y="1"/>
                    <a:pt x="816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67"/>
            <p:cNvSpPr/>
            <p:nvPr/>
          </p:nvSpPr>
          <p:spPr>
            <a:xfrm>
              <a:off x="2465350" y="3998650"/>
              <a:ext cx="463725" cy="259800"/>
            </a:xfrm>
            <a:custGeom>
              <a:rect b="b" l="l" r="r" t="t"/>
              <a:pathLst>
                <a:path extrusionOk="0" h="10392" w="18549">
                  <a:moveTo>
                    <a:pt x="8542" y="615"/>
                  </a:moveTo>
                  <a:cubicBezTo>
                    <a:pt x="11148" y="615"/>
                    <a:pt x="13637" y="716"/>
                    <a:pt x="14724" y="1051"/>
                  </a:cubicBezTo>
                  <a:cubicBezTo>
                    <a:pt x="15739" y="1364"/>
                    <a:pt x="16605" y="2250"/>
                    <a:pt x="17161" y="3548"/>
                  </a:cubicBezTo>
                  <a:cubicBezTo>
                    <a:pt x="17840" y="5135"/>
                    <a:pt x="17916" y="7040"/>
                    <a:pt x="17347" y="8180"/>
                  </a:cubicBezTo>
                  <a:cubicBezTo>
                    <a:pt x="16743" y="9389"/>
                    <a:pt x="10617" y="9781"/>
                    <a:pt x="5545" y="9781"/>
                  </a:cubicBezTo>
                  <a:cubicBezTo>
                    <a:pt x="4637" y="9781"/>
                    <a:pt x="3763" y="9768"/>
                    <a:pt x="2960" y="9746"/>
                  </a:cubicBezTo>
                  <a:lnTo>
                    <a:pt x="731" y="829"/>
                  </a:lnTo>
                  <a:cubicBezTo>
                    <a:pt x="1845" y="773"/>
                    <a:pt x="5285" y="615"/>
                    <a:pt x="8542" y="615"/>
                  </a:cubicBezTo>
                  <a:close/>
                  <a:moveTo>
                    <a:pt x="8475" y="1"/>
                  </a:moveTo>
                  <a:cubicBezTo>
                    <a:pt x="4635" y="1"/>
                    <a:pt x="608" y="221"/>
                    <a:pt x="326" y="236"/>
                  </a:cubicBezTo>
                  <a:cubicBezTo>
                    <a:pt x="134" y="246"/>
                    <a:pt x="0" y="429"/>
                    <a:pt x="47" y="616"/>
                  </a:cubicBezTo>
                  <a:lnTo>
                    <a:pt x="2422" y="10118"/>
                  </a:lnTo>
                  <a:cubicBezTo>
                    <a:pt x="2455" y="10251"/>
                    <a:pt x="2572" y="10346"/>
                    <a:pt x="2710" y="10350"/>
                  </a:cubicBezTo>
                  <a:cubicBezTo>
                    <a:pt x="3079" y="10361"/>
                    <a:pt x="4184" y="10391"/>
                    <a:pt x="5645" y="10391"/>
                  </a:cubicBezTo>
                  <a:cubicBezTo>
                    <a:pt x="9869" y="10391"/>
                    <a:pt x="17051" y="10140"/>
                    <a:pt x="17894" y="8454"/>
                  </a:cubicBezTo>
                  <a:cubicBezTo>
                    <a:pt x="18549" y="7144"/>
                    <a:pt x="18480" y="5076"/>
                    <a:pt x="17722" y="3307"/>
                  </a:cubicBezTo>
                  <a:cubicBezTo>
                    <a:pt x="17095" y="1840"/>
                    <a:pt x="16094" y="832"/>
                    <a:pt x="14903" y="466"/>
                  </a:cubicBezTo>
                  <a:cubicBezTo>
                    <a:pt x="13741" y="108"/>
                    <a:pt x="11153" y="1"/>
                    <a:pt x="84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67"/>
            <p:cNvSpPr/>
            <p:nvPr/>
          </p:nvSpPr>
          <p:spPr>
            <a:xfrm>
              <a:off x="1664075" y="3553950"/>
              <a:ext cx="896250" cy="783800"/>
            </a:xfrm>
            <a:custGeom>
              <a:rect b="b" l="l" r="r" t="t"/>
              <a:pathLst>
                <a:path extrusionOk="0" h="31352" w="35850">
                  <a:moveTo>
                    <a:pt x="20793" y="1"/>
                  </a:moveTo>
                  <a:cubicBezTo>
                    <a:pt x="17839" y="1"/>
                    <a:pt x="14893" y="161"/>
                    <a:pt x="12527" y="621"/>
                  </a:cubicBezTo>
                  <a:cubicBezTo>
                    <a:pt x="4752" y="2133"/>
                    <a:pt x="1512" y="6667"/>
                    <a:pt x="1296" y="7532"/>
                  </a:cubicBezTo>
                  <a:cubicBezTo>
                    <a:pt x="1296" y="7532"/>
                    <a:pt x="0" y="11635"/>
                    <a:pt x="216" y="16386"/>
                  </a:cubicBezTo>
                  <a:cubicBezTo>
                    <a:pt x="432" y="21137"/>
                    <a:pt x="1728" y="25888"/>
                    <a:pt x="8206" y="29777"/>
                  </a:cubicBezTo>
                  <a:cubicBezTo>
                    <a:pt x="10150" y="30943"/>
                    <a:pt x="13415" y="31351"/>
                    <a:pt x="17034" y="31351"/>
                  </a:cubicBezTo>
                  <a:cubicBezTo>
                    <a:pt x="25479" y="31351"/>
                    <a:pt x="35850" y="29129"/>
                    <a:pt x="35850" y="29129"/>
                  </a:cubicBezTo>
                  <a:lnTo>
                    <a:pt x="34339" y="837"/>
                  </a:lnTo>
                  <a:cubicBezTo>
                    <a:pt x="34339" y="837"/>
                    <a:pt x="27545" y="1"/>
                    <a:pt x="207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67"/>
            <p:cNvSpPr/>
            <p:nvPr/>
          </p:nvSpPr>
          <p:spPr>
            <a:xfrm>
              <a:off x="1656550" y="3546425"/>
              <a:ext cx="911625" cy="799150"/>
            </a:xfrm>
            <a:custGeom>
              <a:rect b="b" l="l" r="r" t="t"/>
              <a:pathLst>
                <a:path extrusionOk="0" h="31966" w="36465">
                  <a:moveTo>
                    <a:pt x="21066" y="611"/>
                  </a:moveTo>
                  <a:cubicBezTo>
                    <a:pt x="27026" y="611"/>
                    <a:pt x="33051" y="1262"/>
                    <a:pt x="34347" y="1412"/>
                  </a:cubicBezTo>
                  <a:lnTo>
                    <a:pt x="35832" y="29183"/>
                  </a:lnTo>
                  <a:cubicBezTo>
                    <a:pt x="34181" y="29520"/>
                    <a:pt x="24908" y="31343"/>
                    <a:pt x="17296" y="31343"/>
                  </a:cubicBezTo>
                  <a:cubicBezTo>
                    <a:pt x="13742" y="31343"/>
                    <a:pt x="10550" y="30945"/>
                    <a:pt x="8666" y="29814"/>
                  </a:cubicBezTo>
                  <a:cubicBezTo>
                    <a:pt x="2119" y="25886"/>
                    <a:pt x="1028" y="21177"/>
                    <a:pt x="823" y="16673"/>
                  </a:cubicBezTo>
                  <a:cubicBezTo>
                    <a:pt x="612" y="12035"/>
                    <a:pt x="1876" y="7965"/>
                    <a:pt x="1890" y="7924"/>
                  </a:cubicBezTo>
                  <a:cubicBezTo>
                    <a:pt x="1891" y="7919"/>
                    <a:pt x="1893" y="7912"/>
                    <a:pt x="1894" y="7907"/>
                  </a:cubicBezTo>
                  <a:cubicBezTo>
                    <a:pt x="2044" y="7312"/>
                    <a:pt x="5035" y="2749"/>
                    <a:pt x="12885" y="1222"/>
                  </a:cubicBezTo>
                  <a:cubicBezTo>
                    <a:pt x="15216" y="768"/>
                    <a:pt x="18133" y="611"/>
                    <a:pt x="21066" y="611"/>
                  </a:cubicBezTo>
                  <a:close/>
                  <a:moveTo>
                    <a:pt x="21065" y="1"/>
                  </a:moveTo>
                  <a:cubicBezTo>
                    <a:pt x="18095" y="1"/>
                    <a:pt x="15137" y="161"/>
                    <a:pt x="12769" y="621"/>
                  </a:cubicBezTo>
                  <a:cubicBezTo>
                    <a:pt x="5047" y="2123"/>
                    <a:pt x="1603" y="6597"/>
                    <a:pt x="1302" y="7749"/>
                  </a:cubicBezTo>
                  <a:cubicBezTo>
                    <a:pt x="1235" y="7969"/>
                    <a:pt x="1" y="12056"/>
                    <a:pt x="211" y="16700"/>
                  </a:cubicBezTo>
                  <a:cubicBezTo>
                    <a:pt x="414" y="21151"/>
                    <a:pt x="1538" y="26252"/>
                    <a:pt x="8350" y="30339"/>
                  </a:cubicBezTo>
                  <a:cubicBezTo>
                    <a:pt x="10360" y="31544"/>
                    <a:pt x="13701" y="31965"/>
                    <a:pt x="17387" y="31965"/>
                  </a:cubicBezTo>
                  <a:cubicBezTo>
                    <a:pt x="25639" y="31965"/>
                    <a:pt x="35615" y="29857"/>
                    <a:pt x="36215" y="29728"/>
                  </a:cubicBezTo>
                  <a:cubicBezTo>
                    <a:pt x="36362" y="29697"/>
                    <a:pt x="36464" y="29563"/>
                    <a:pt x="36457" y="29412"/>
                  </a:cubicBezTo>
                  <a:lnTo>
                    <a:pt x="34946" y="1122"/>
                  </a:lnTo>
                  <a:cubicBezTo>
                    <a:pt x="34937" y="973"/>
                    <a:pt x="34824" y="852"/>
                    <a:pt x="34676" y="834"/>
                  </a:cubicBezTo>
                  <a:cubicBezTo>
                    <a:pt x="34580" y="822"/>
                    <a:pt x="27794" y="1"/>
                    <a:pt x="2106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67"/>
            <p:cNvSpPr/>
            <p:nvPr/>
          </p:nvSpPr>
          <p:spPr>
            <a:xfrm>
              <a:off x="4012150" y="1253575"/>
              <a:ext cx="248675" cy="593700"/>
            </a:xfrm>
            <a:custGeom>
              <a:rect b="b" l="l" r="r" t="t"/>
              <a:pathLst>
                <a:path extrusionOk="0" h="23748" w="9947">
                  <a:moveTo>
                    <a:pt x="8625" y="0"/>
                  </a:moveTo>
                  <a:cubicBezTo>
                    <a:pt x="8606" y="0"/>
                    <a:pt x="8585" y="1"/>
                    <a:pt x="8565" y="3"/>
                  </a:cubicBezTo>
                  <a:cubicBezTo>
                    <a:pt x="8565" y="3"/>
                    <a:pt x="6135" y="2433"/>
                    <a:pt x="4977" y="5674"/>
                  </a:cubicBezTo>
                  <a:cubicBezTo>
                    <a:pt x="3819" y="8915"/>
                    <a:pt x="1" y="18636"/>
                    <a:pt x="117" y="20488"/>
                  </a:cubicBezTo>
                  <a:cubicBezTo>
                    <a:pt x="210" y="21969"/>
                    <a:pt x="1265" y="23747"/>
                    <a:pt x="2513" y="23747"/>
                  </a:cubicBezTo>
                  <a:cubicBezTo>
                    <a:pt x="2825" y="23747"/>
                    <a:pt x="3148" y="23636"/>
                    <a:pt x="3473" y="23381"/>
                  </a:cubicBezTo>
                  <a:cubicBezTo>
                    <a:pt x="5092" y="22109"/>
                    <a:pt x="9027" y="15280"/>
                    <a:pt x="9258" y="14932"/>
                  </a:cubicBezTo>
                  <a:cubicBezTo>
                    <a:pt x="9490" y="14585"/>
                    <a:pt x="9721" y="9725"/>
                    <a:pt x="9721" y="6716"/>
                  </a:cubicBezTo>
                  <a:cubicBezTo>
                    <a:pt x="9721" y="3751"/>
                    <a:pt x="9946" y="0"/>
                    <a:pt x="86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67"/>
            <p:cNvSpPr/>
            <p:nvPr/>
          </p:nvSpPr>
          <p:spPr>
            <a:xfrm>
              <a:off x="4004975" y="1245925"/>
              <a:ext cx="259200" cy="609000"/>
            </a:xfrm>
            <a:custGeom>
              <a:rect b="b" l="l" r="r" t="t"/>
              <a:pathLst>
                <a:path extrusionOk="0" h="24360" w="10368">
                  <a:moveTo>
                    <a:pt x="8979" y="619"/>
                  </a:moveTo>
                  <a:lnTo>
                    <a:pt x="8979" y="619"/>
                  </a:lnTo>
                  <a:cubicBezTo>
                    <a:pt x="9040" y="632"/>
                    <a:pt x="9096" y="661"/>
                    <a:pt x="9140" y="706"/>
                  </a:cubicBezTo>
                  <a:cubicBezTo>
                    <a:pt x="9754" y="1275"/>
                    <a:pt x="9730" y="3824"/>
                    <a:pt x="9710" y="5872"/>
                  </a:cubicBezTo>
                  <a:cubicBezTo>
                    <a:pt x="9707" y="6262"/>
                    <a:pt x="9704" y="6648"/>
                    <a:pt x="9704" y="7022"/>
                  </a:cubicBezTo>
                  <a:cubicBezTo>
                    <a:pt x="9704" y="10128"/>
                    <a:pt x="9467" y="14652"/>
                    <a:pt x="9292" y="15069"/>
                  </a:cubicBezTo>
                  <a:cubicBezTo>
                    <a:pt x="9257" y="15120"/>
                    <a:pt x="9144" y="15307"/>
                    <a:pt x="8974" y="15595"/>
                  </a:cubicBezTo>
                  <a:cubicBezTo>
                    <a:pt x="6280" y="20105"/>
                    <a:pt x="4462" y="22746"/>
                    <a:pt x="3570" y="23447"/>
                  </a:cubicBezTo>
                  <a:cubicBezTo>
                    <a:pt x="3316" y="23646"/>
                    <a:pt x="3057" y="23746"/>
                    <a:pt x="2797" y="23746"/>
                  </a:cubicBezTo>
                  <a:cubicBezTo>
                    <a:pt x="2644" y="23746"/>
                    <a:pt x="2490" y="23711"/>
                    <a:pt x="2336" y="23642"/>
                  </a:cubicBezTo>
                  <a:cubicBezTo>
                    <a:pt x="1514" y="23274"/>
                    <a:pt x="784" y="21988"/>
                    <a:pt x="709" y="20775"/>
                  </a:cubicBezTo>
                  <a:cubicBezTo>
                    <a:pt x="620" y="19356"/>
                    <a:pt x="3110" y="12667"/>
                    <a:pt x="4599" y="8670"/>
                  </a:cubicBezTo>
                  <a:cubicBezTo>
                    <a:pt x="4988" y="7627"/>
                    <a:pt x="5323" y="6727"/>
                    <a:pt x="5553" y="6083"/>
                  </a:cubicBezTo>
                  <a:cubicBezTo>
                    <a:pt x="6548" y="3297"/>
                    <a:pt x="8534" y="1092"/>
                    <a:pt x="8979" y="619"/>
                  </a:cubicBezTo>
                  <a:close/>
                  <a:moveTo>
                    <a:pt x="8914" y="1"/>
                  </a:moveTo>
                  <a:cubicBezTo>
                    <a:pt x="8885" y="1"/>
                    <a:pt x="8856" y="2"/>
                    <a:pt x="8826" y="4"/>
                  </a:cubicBezTo>
                  <a:cubicBezTo>
                    <a:pt x="8754" y="10"/>
                    <a:pt x="8687" y="42"/>
                    <a:pt x="8636" y="93"/>
                  </a:cubicBezTo>
                  <a:cubicBezTo>
                    <a:pt x="8535" y="194"/>
                    <a:pt x="6143" y="2610"/>
                    <a:pt x="4977" y="5878"/>
                  </a:cubicBezTo>
                  <a:cubicBezTo>
                    <a:pt x="4747" y="6519"/>
                    <a:pt x="4413" y="7416"/>
                    <a:pt x="4025" y="8457"/>
                  </a:cubicBezTo>
                  <a:cubicBezTo>
                    <a:pt x="2424" y="12760"/>
                    <a:pt x="1" y="19264"/>
                    <a:pt x="98" y="20813"/>
                  </a:cubicBezTo>
                  <a:cubicBezTo>
                    <a:pt x="177" y="22076"/>
                    <a:pt x="942" y="23689"/>
                    <a:pt x="2087" y="24200"/>
                  </a:cubicBezTo>
                  <a:cubicBezTo>
                    <a:pt x="2312" y="24303"/>
                    <a:pt x="2555" y="24358"/>
                    <a:pt x="2804" y="24360"/>
                  </a:cubicBezTo>
                  <a:cubicBezTo>
                    <a:pt x="3146" y="24360"/>
                    <a:pt x="3538" y="24250"/>
                    <a:pt x="3949" y="23928"/>
                  </a:cubicBezTo>
                  <a:cubicBezTo>
                    <a:pt x="5381" y="22802"/>
                    <a:pt x="8481" y="17614"/>
                    <a:pt x="9499" y="15909"/>
                  </a:cubicBezTo>
                  <a:cubicBezTo>
                    <a:pt x="9663" y="15635"/>
                    <a:pt x="9769" y="15457"/>
                    <a:pt x="9801" y="15409"/>
                  </a:cubicBezTo>
                  <a:cubicBezTo>
                    <a:pt x="10161" y="14870"/>
                    <a:pt x="10315" y="8858"/>
                    <a:pt x="10315" y="7022"/>
                  </a:cubicBezTo>
                  <a:cubicBezTo>
                    <a:pt x="10315" y="6650"/>
                    <a:pt x="10320" y="6266"/>
                    <a:pt x="10323" y="5878"/>
                  </a:cubicBezTo>
                  <a:cubicBezTo>
                    <a:pt x="10346" y="3375"/>
                    <a:pt x="10367" y="1010"/>
                    <a:pt x="9557" y="257"/>
                  </a:cubicBezTo>
                  <a:cubicBezTo>
                    <a:pt x="9375" y="88"/>
                    <a:pt x="9157" y="1"/>
                    <a:pt x="891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67"/>
            <p:cNvSpPr/>
            <p:nvPr/>
          </p:nvSpPr>
          <p:spPr>
            <a:xfrm>
              <a:off x="4218425" y="1513325"/>
              <a:ext cx="857000" cy="765350"/>
            </a:xfrm>
            <a:custGeom>
              <a:rect b="b" l="l" r="r" t="t"/>
              <a:pathLst>
                <a:path extrusionOk="0" h="30614" w="34280">
                  <a:moveTo>
                    <a:pt x="4180" y="1"/>
                  </a:moveTo>
                  <a:cubicBezTo>
                    <a:pt x="4138" y="1"/>
                    <a:pt x="4105" y="3"/>
                    <a:pt x="4082" y="7"/>
                  </a:cubicBezTo>
                  <a:cubicBezTo>
                    <a:pt x="558" y="681"/>
                    <a:pt x="0" y="23268"/>
                    <a:pt x="0" y="23268"/>
                  </a:cubicBezTo>
                  <a:lnTo>
                    <a:pt x="27750" y="30614"/>
                  </a:lnTo>
                  <a:cubicBezTo>
                    <a:pt x="27750" y="30614"/>
                    <a:pt x="34279" y="12659"/>
                    <a:pt x="34279" y="9393"/>
                  </a:cubicBezTo>
                  <a:cubicBezTo>
                    <a:pt x="34279" y="6188"/>
                    <a:pt x="6411" y="1"/>
                    <a:pt x="4180"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67"/>
            <p:cNvSpPr/>
            <p:nvPr/>
          </p:nvSpPr>
          <p:spPr>
            <a:xfrm>
              <a:off x="4210675" y="1505850"/>
              <a:ext cx="872400" cy="780475"/>
            </a:xfrm>
            <a:custGeom>
              <a:rect b="b" l="l" r="r" t="t"/>
              <a:pathLst>
                <a:path extrusionOk="0" h="31219" w="34896">
                  <a:moveTo>
                    <a:pt x="4510" y="604"/>
                  </a:moveTo>
                  <a:cubicBezTo>
                    <a:pt x="6298" y="604"/>
                    <a:pt x="30056" y="5776"/>
                    <a:pt x="33866" y="9089"/>
                  </a:cubicBezTo>
                  <a:cubicBezTo>
                    <a:pt x="34135" y="9324"/>
                    <a:pt x="34284" y="9537"/>
                    <a:pt x="34284" y="9692"/>
                  </a:cubicBezTo>
                  <a:cubicBezTo>
                    <a:pt x="34284" y="12655"/>
                    <a:pt x="28672" y="28315"/>
                    <a:pt x="27867" y="30545"/>
                  </a:cubicBezTo>
                  <a:lnTo>
                    <a:pt x="623" y="23334"/>
                  </a:lnTo>
                  <a:cubicBezTo>
                    <a:pt x="852" y="14683"/>
                    <a:pt x="2081" y="1066"/>
                    <a:pt x="4447" y="608"/>
                  </a:cubicBezTo>
                  <a:cubicBezTo>
                    <a:pt x="4463" y="605"/>
                    <a:pt x="4485" y="604"/>
                    <a:pt x="4510" y="604"/>
                  </a:cubicBezTo>
                  <a:close/>
                  <a:moveTo>
                    <a:pt x="4419" y="0"/>
                  </a:moveTo>
                  <a:cubicBezTo>
                    <a:pt x="4382" y="0"/>
                    <a:pt x="4353" y="2"/>
                    <a:pt x="4333" y="6"/>
                  </a:cubicBezTo>
                  <a:cubicBezTo>
                    <a:pt x="673" y="705"/>
                    <a:pt x="62" y="21222"/>
                    <a:pt x="4" y="23560"/>
                  </a:cubicBezTo>
                  <a:cubicBezTo>
                    <a:pt x="0" y="23701"/>
                    <a:pt x="94" y="23827"/>
                    <a:pt x="232" y="23863"/>
                  </a:cubicBezTo>
                  <a:lnTo>
                    <a:pt x="27982" y="31209"/>
                  </a:lnTo>
                  <a:cubicBezTo>
                    <a:pt x="28007" y="31215"/>
                    <a:pt x="28034" y="31219"/>
                    <a:pt x="28060" y="31219"/>
                  </a:cubicBezTo>
                  <a:cubicBezTo>
                    <a:pt x="28189" y="31219"/>
                    <a:pt x="28303" y="31138"/>
                    <a:pt x="28347" y="31017"/>
                  </a:cubicBezTo>
                  <a:cubicBezTo>
                    <a:pt x="28614" y="30282"/>
                    <a:pt x="34895" y="12974"/>
                    <a:pt x="34895" y="9692"/>
                  </a:cubicBezTo>
                  <a:cubicBezTo>
                    <a:pt x="34895" y="9324"/>
                    <a:pt x="34666" y="8956"/>
                    <a:pt x="34195" y="8566"/>
                  </a:cubicBezTo>
                  <a:cubicBezTo>
                    <a:pt x="29939" y="5044"/>
                    <a:pt x="6326" y="0"/>
                    <a:pt x="44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67"/>
            <p:cNvSpPr/>
            <p:nvPr/>
          </p:nvSpPr>
          <p:spPr>
            <a:xfrm>
              <a:off x="4188650" y="1156275"/>
              <a:ext cx="807250" cy="940025"/>
            </a:xfrm>
            <a:custGeom>
              <a:rect b="b" l="l" r="r" t="t"/>
              <a:pathLst>
                <a:path extrusionOk="0" h="37601" w="32290">
                  <a:moveTo>
                    <a:pt x="17149" y="1"/>
                  </a:moveTo>
                  <a:cubicBezTo>
                    <a:pt x="15853" y="1"/>
                    <a:pt x="15045" y="192"/>
                    <a:pt x="15045" y="192"/>
                  </a:cubicBezTo>
                  <a:cubicBezTo>
                    <a:pt x="15045" y="192"/>
                    <a:pt x="14109" y="88"/>
                    <a:pt x="12705" y="88"/>
                  </a:cubicBezTo>
                  <a:cubicBezTo>
                    <a:pt x="10484" y="88"/>
                    <a:pt x="7094" y="348"/>
                    <a:pt x="4398" y="1696"/>
                  </a:cubicBezTo>
                  <a:cubicBezTo>
                    <a:pt x="1" y="3895"/>
                    <a:pt x="1" y="7598"/>
                    <a:pt x="232" y="11186"/>
                  </a:cubicBezTo>
                  <a:cubicBezTo>
                    <a:pt x="463" y="14774"/>
                    <a:pt x="1660" y="34121"/>
                    <a:pt x="2008" y="35510"/>
                  </a:cubicBezTo>
                  <a:cubicBezTo>
                    <a:pt x="2356" y="36899"/>
                    <a:pt x="10301" y="36532"/>
                    <a:pt x="14930" y="37457"/>
                  </a:cubicBezTo>
                  <a:cubicBezTo>
                    <a:pt x="15421" y="37555"/>
                    <a:pt x="15895" y="37600"/>
                    <a:pt x="16353" y="37600"/>
                  </a:cubicBezTo>
                  <a:cubicBezTo>
                    <a:pt x="20217" y="37600"/>
                    <a:pt x="22873" y="34405"/>
                    <a:pt x="23494" y="33059"/>
                  </a:cubicBezTo>
                  <a:cubicBezTo>
                    <a:pt x="24189" y="31555"/>
                    <a:pt x="32290" y="16857"/>
                    <a:pt x="32290" y="13733"/>
                  </a:cubicBezTo>
                  <a:cubicBezTo>
                    <a:pt x="32290" y="10609"/>
                    <a:pt x="28933" y="4706"/>
                    <a:pt x="24190" y="1929"/>
                  </a:cubicBezTo>
                  <a:cubicBezTo>
                    <a:pt x="21478" y="341"/>
                    <a:pt x="18879" y="1"/>
                    <a:pt x="1714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67"/>
            <p:cNvSpPr/>
            <p:nvPr/>
          </p:nvSpPr>
          <p:spPr>
            <a:xfrm>
              <a:off x="4180550" y="1148475"/>
              <a:ext cx="823000" cy="955450"/>
            </a:xfrm>
            <a:custGeom>
              <a:rect b="b" l="l" r="r" t="t"/>
              <a:pathLst>
                <a:path extrusionOk="0" h="38218" w="32920">
                  <a:moveTo>
                    <a:pt x="17458" y="624"/>
                  </a:moveTo>
                  <a:cubicBezTo>
                    <a:pt x="19150" y="624"/>
                    <a:pt x="21707" y="952"/>
                    <a:pt x="24358" y="2503"/>
                  </a:cubicBezTo>
                  <a:cubicBezTo>
                    <a:pt x="29211" y="5345"/>
                    <a:pt x="32308" y="11236"/>
                    <a:pt x="32308" y="14044"/>
                  </a:cubicBezTo>
                  <a:cubicBezTo>
                    <a:pt x="32308" y="16487"/>
                    <a:pt x="26959" y="26688"/>
                    <a:pt x="24675" y="31045"/>
                  </a:cubicBezTo>
                  <a:cubicBezTo>
                    <a:pt x="24096" y="32147"/>
                    <a:pt x="23680" y="32945"/>
                    <a:pt x="23541" y="33243"/>
                  </a:cubicBezTo>
                  <a:cubicBezTo>
                    <a:pt x="23099" y="34201"/>
                    <a:pt x="20628" y="37609"/>
                    <a:pt x="16704" y="37609"/>
                  </a:cubicBezTo>
                  <a:cubicBezTo>
                    <a:pt x="16259" y="37609"/>
                    <a:pt x="15795" y="37565"/>
                    <a:pt x="15314" y="37469"/>
                  </a:cubicBezTo>
                  <a:cubicBezTo>
                    <a:pt x="13441" y="37095"/>
                    <a:pt x="11091" y="36934"/>
                    <a:pt x="8820" y="36778"/>
                  </a:cubicBezTo>
                  <a:cubicBezTo>
                    <a:pt x="6272" y="36603"/>
                    <a:pt x="2783" y="36363"/>
                    <a:pt x="2629" y="35748"/>
                  </a:cubicBezTo>
                  <a:cubicBezTo>
                    <a:pt x="2324" y="34532"/>
                    <a:pt x="1301" y="18406"/>
                    <a:pt x="965" y="13107"/>
                  </a:cubicBezTo>
                  <a:lnTo>
                    <a:pt x="861" y="11478"/>
                  </a:lnTo>
                  <a:cubicBezTo>
                    <a:pt x="615" y="7664"/>
                    <a:pt x="747" y="4339"/>
                    <a:pt x="4859" y="2282"/>
                  </a:cubicBezTo>
                  <a:cubicBezTo>
                    <a:pt x="7499" y="962"/>
                    <a:pt x="10860" y="709"/>
                    <a:pt x="13053" y="709"/>
                  </a:cubicBezTo>
                  <a:cubicBezTo>
                    <a:pt x="14406" y="709"/>
                    <a:pt x="15313" y="805"/>
                    <a:pt x="15337" y="807"/>
                  </a:cubicBezTo>
                  <a:cubicBezTo>
                    <a:pt x="15349" y="809"/>
                    <a:pt x="15360" y="809"/>
                    <a:pt x="15372" y="809"/>
                  </a:cubicBezTo>
                  <a:cubicBezTo>
                    <a:pt x="15395" y="809"/>
                    <a:pt x="15418" y="806"/>
                    <a:pt x="15440" y="801"/>
                  </a:cubicBezTo>
                  <a:cubicBezTo>
                    <a:pt x="15459" y="797"/>
                    <a:pt x="16230" y="624"/>
                    <a:pt x="17458" y="624"/>
                  </a:cubicBezTo>
                  <a:close/>
                  <a:moveTo>
                    <a:pt x="17492" y="0"/>
                  </a:moveTo>
                  <a:cubicBezTo>
                    <a:pt x="16346" y="0"/>
                    <a:pt x="15566" y="149"/>
                    <a:pt x="15353" y="195"/>
                  </a:cubicBezTo>
                  <a:cubicBezTo>
                    <a:pt x="15121" y="171"/>
                    <a:pt x="14235" y="90"/>
                    <a:pt x="12998" y="90"/>
                  </a:cubicBezTo>
                  <a:cubicBezTo>
                    <a:pt x="10749" y="90"/>
                    <a:pt x="7339" y="359"/>
                    <a:pt x="4585" y="1734"/>
                  </a:cubicBezTo>
                  <a:cubicBezTo>
                    <a:pt x="143" y="3956"/>
                    <a:pt x="0" y="7630"/>
                    <a:pt x="250" y="11518"/>
                  </a:cubicBezTo>
                  <a:lnTo>
                    <a:pt x="355" y="13146"/>
                  </a:lnTo>
                  <a:cubicBezTo>
                    <a:pt x="989" y="23148"/>
                    <a:pt x="1754" y="34772"/>
                    <a:pt x="2035" y="35896"/>
                  </a:cubicBezTo>
                  <a:cubicBezTo>
                    <a:pt x="2285" y="36896"/>
                    <a:pt x="4638" y="37106"/>
                    <a:pt x="8778" y="37389"/>
                  </a:cubicBezTo>
                  <a:cubicBezTo>
                    <a:pt x="11031" y="37544"/>
                    <a:pt x="13360" y="37703"/>
                    <a:pt x="15194" y="38071"/>
                  </a:cubicBezTo>
                  <a:cubicBezTo>
                    <a:pt x="15681" y="38168"/>
                    <a:pt x="16177" y="38218"/>
                    <a:pt x="16673" y="38218"/>
                  </a:cubicBezTo>
                  <a:cubicBezTo>
                    <a:pt x="20560" y="38218"/>
                    <a:pt x="23347" y="35123"/>
                    <a:pt x="24096" y="33500"/>
                  </a:cubicBezTo>
                  <a:cubicBezTo>
                    <a:pt x="24228" y="33215"/>
                    <a:pt x="24642" y="32424"/>
                    <a:pt x="25216" y="31330"/>
                  </a:cubicBezTo>
                  <a:cubicBezTo>
                    <a:pt x="27718" y="26561"/>
                    <a:pt x="32920" y="16638"/>
                    <a:pt x="32920" y="14045"/>
                  </a:cubicBezTo>
                  <a:cubicBezTo>
                    <a:pt x="32920" y="10628"/>
                    <a:pt x="29390" y="4741"/>
                    <a:pt x="24667" y="1976"/>
                  </a:cubicBezTo>
                  <a:cubicBezTo>
                    <a:pt x="21894" y="353"/>
                    <a:pt x="19258" y="0"/>
                    <a:pt x="1749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67"/>
            <p:cNvSpPr/>
            <p:nvPr/>
          </p:nvSpPr>
          <p:spPr>
            <a:xfrm>
              <a:off x="4362250" y="1389625"/>
              <a:ext cx="222800" cy="656825"/>
            </a:xfrm>
            <a:custGeom>
              <a:rect b="b" l="l" r="r" t="t"/>
              <a:pathLst>
                <a:path extrusionOk="0" h="26273" w="8912">
                  <a:moveTo>
                    <a:pt x="7638" y="0"/>
                  </a:moveTo>
                  <a:lnTo>
                    <a:pt x="3703" y="2778"/>
                  </a:lnTo>
                  <a:lnTo>
                    <a:pt x="4976" y="5556"/>
                  </a:lnTo>
                  <a:lnTo>
                    <a:pt x="0" y="22916"/>
                  </a:lnTo>
                  <a:lnTo>
                    <a:pt x="1158" y="26272"/>
                  </a:lnTo>
                  <a:lnTo>
                    <a:pt x="4513" y="23725"/>
                  </a:lnTo>
                  <a:lnTo>
                    <a:pt x="6365" y="5904"/>
                  </a:lnTo>
                  <a:lnTo>
                    <a:pt x="8911" y="3125"/>
                  </a:lnTo>
                  <a:lnTo>
                    <a:pt x="763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67"/>
            <p:cNvSpPr/>
            <p:nvPr/>
          </p:nvSpPr>
          <p:spPr>
            <a:xfrm>
              <a:off x="4354450" y="1381975"/>
              <a:ext cx="238825" cy="672100"/>
            </a:xfrm>
            <a:custGeom>
              <a:rect b="b" l="l" r="r" t="t"/>
              <a:pathLst>
                <a:path extrusionOk="0" h="26884" w="9553">
                  <a:moveTo>
                    <a:pt x="7813" y="778"/>
                  </a:moveTo>
                  <a:lnTo>
                    <a:pt x="8867" y="3368"/>
                  </a:lnTo>
                  <a:lnTo>
                    <a:pt x="6451" y="6002"/>
                  </a:lnTo>
                  <a:cubicBezTo>
                    <a:pt x="6407" y="6050"/>
                    <a:pt x="6379" y="6112"/>
                    <a:pt x="6373" y="6177"/>
                  </a:cubicBezTo>
                  <a:lnTo>
                    <a:pt x="4535" y="23869"/>
                  </a:lnTo>
                  <a:lnTo>
                    <a:pt x="1622" y="26079"/>
                  </a:lnTo>
                  <a:lnTo>
                    <a:pt x="633" y="23214"/>
                  </a:lnTo>
                  <a:lnTo>
                    <a:pt x="5583" y="5946"/>
                  </a:lnTo>
                  <a:cubicBezTo>
                    <a:pt x="5603" y="5876"/>
                    <a:pt x="5597" y="5801"/>
                    <a:pt x="5566" y="5734"/>
                  </a:cubicBezTo>
                  <a:lnTo>
                    <a:pt x="4400" y="3187"/>
                  </a:lnTo>
                  <a:lnTo>
                    <a:pt x="7813" y="778"/>
                  </a:lnTo>
                  <a:close/>
                  <a:moveTo>
                    <a:pt x="7950" y="0"/>
                  </a:moveTo>
                  <a:cubicBezTo>
                    <a:pt x="7890" y="0"/>
                    <a:pt x="7828" y="18"/>
                    <a:pt x="7774" y="57"/>
                  </a:cubicBezTo>
                  <a:lnTo>
                    <a:pt x="3839" y="2834"/>
                  </a:lnTo>
                  <a:cubicBezTo>
                    <a:pt x="3719" y="2919"/>
                    <a:pt x="3676" y="3078"/>
                    <a:pt x="3738" y="3212"/>
                  </a:cubicBezTo>
                  <a:lnTo>
                    <a:pt x="4964" y="5886"/>
                  </a:lnTo>
                  <a:lnTo>
                    <a:pt x="17" y="23136"/>
                  </a:lnTo>
                  <a:cubicBezTo>
                    <a:pt x="1" y="23197"/>
                    <a:pt x="2" y="23261"/>
                    <a:pt x="23" y="23321"/>
                  </a:cubicBezTo>
                  <a:lnTo>
                    <a:pt x="1180" y="26677"/>
                  </a:lnTo>
                  <a:cubicBezTo>
                    <a:pt x="1212" y="26770"/>
                    <a:pt x="1286" y="26842"/>
                    <a:pt x="1380" y="26871"/>
                  </a:cubicBezTo>
                  <a:cubicBezTo>
                    <a:pt x="1409" y="26879"/>
                    <a:pt x="1439" y="26884"/>
                    <a:pt x="1470" y="26884"/>
                  </a:cubicBezTo>
                  <a:cubicBezTo>
                    <a:pt x="1536" y="26884"/>
                    <a:pt x="1600" y="26862"/>
                    <a:pt x="1654" y="26822"/>
                  </a:cubicBezTo>
                  <a:lnTo>
                    <a:pt x="5010" y="24276"/>
                  </a:lnTo>
                  <a:cubicBezTo>
                    <a:pt x="5078" y="24224"/>
                    <a:pt x="5121" y="24148"/>
                    <a:pt x="5130" y="24064"/>
                  </a:cubicBezTo>
                  <a:lnTo>
                    <a:pt x="6972" y="6341"/>
                  </a:lnTo>
                  <a:lnTo>
                    <a:pt x="9450" y="3638"/>
                  </a:lnTo>
                  <a:cubicBezTo>
                    <a:pt x="9530" y="3551"/>
                    <a:pt x="9552" y="3426"/>
                    <a:pt x="9508" y="3316"/>
                  </a:cubicBezTo>
                  <a:lnTo>
                    <a:pt x="8234" y="191"/>
                  </a:lnTo>
                  <a:cubicBezTo>
                    <a:pt x="8185" y="70"/>
                    <a:pt x="8069" y="0"/>
                    <a:pt x="795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67"/>
            <p:cNvSpPr/>
            <p:nvPr/>
          </p:nvSpPr>
          <p:spPr>
            <a:xfrm>
              <a:off x="4408525" y="1227600"/>
              <a:ext cx="298025" cy="344325"/>
            </a:xfrm>
            <a:custGeom>
              <a:rect b="b" l="l" r="r" t="t"/>
              <a:pathLst>
                <a:path extrusionOk="0" h="13773" w="11921">
                  <a:moveTo>
                    <a:pt x="5787" y="1"/>
                  </a:moveTo>
                  <a:cubicBezTo>
                    <a:pt x="3242" y="1"/>
                    <a:pt x="2200" y="2083"/>
                    <a:pt x="2200" y="2083"/>
                  </a:cubicBezTo>
                  <a:cubicBezTo>
                    <a:pt x="2200" y="2083"/>
                    <a:pt x="926" y="4514"/>
                    <a:pt x="463" y="6134"/>
                  </a:cubicBezTo>
                  <a:cubicBezTo>
                    <a:pt x="0" y="7755"/>
                    <a:pt x="1" y="10764"/>
                    <a:pt x="1" y="10764"/>
                  </a:cubicBezTo>
                  <a:cubicBezTo>
                    <a:pt x="1" y="10764"/>
                    <a:pt x="3705" y="9028"/>
                    <a:pt x="4746" y="9028"/>
                  </a:cubicBezTo>
                  <a:cubicBezTo>
                    <a:pt x="5787" y="9028"/>
                    <a:pt x="7871" y="13773"/>
                    <a:pt x="7871" y="13773"/>
                  </a:cubicBezTo>
                  <a:cubicBezTo>
                    <a:pt x="7871" y="13773"/>
                    <a:pt x="10996" y="9143"/>
                    <a:pt x="11458" y="5788"/>
                  </a:cubicBezTo>
                  <a:cubicBezTo>
                    <a:pt x="11921" y="2431"/>
                    <a:pt x="8334" y="1"/>
                    <a:pt x="578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67"/>
            <p:cNvSpPr/>
            <p:nvPr/>
          </p:nvSpPr>
          <p:spPr>
            <a:xfrm>
              <a:off x="4400875" y="1219950"/>
              <a:ext cx="306425" cy="359650"/>
            </a:xfrm>
            <a:custGeom>
              <a:rect b="b" l="l" r="r" t="t"/>
              <a:pathLst>
                <a:path extrusionOk="0" h="14386" w="12257">
                  <a:moveTo>
                    <a:pt x="6093" y="612"/>
                  </a:moveTo>
                  <a:cubicBezTo>
                    <a:pt x="7569" y="612"/>
                    <a:pt x="9289" y="1449"/>
                    <a:pt x="10374" y="2694"/>
                  </a:cubicBezTo>
                  <a:cubicBezTo>
                    <a:pt x="10984" y="3394"/>
                    <a:pt x="11669" y="4545"/>
                    <a:pt x="11462" y="6052"/>
                  </a:cubicBezTo>
                  <a:cubicBezTo>
                    <a:pt x="11097" y="8686"/>
                    <a:pt x="9013" y="12190"/>
                    <a:pt x="8225" y="13440"/>
                  </a:cubicBezTo>
                  <a:cubicBezTo>
                    <a:pt x="7540" y="11952"/>
                    <a:pt x="6066" y="9028"/>
                    <a:pt x="5052" y="9028"/>
                  </a:cubicBezTo>
                  <a:cubicBezTo>
                    <a:pt x="4160" y="9028"/>
                    <a:pt x="1672" y="10112"/>
                    <a:pt x="621" y="10589"/>
                  </a:cubicBezTo>
                  <a:cubicBezTo>
                    <a:pt x="642" y="9682"/>
                    <a:pt x="727" y="7704"/>
                    <a:pt x="1064" y="6525"/>
                  </a:cubicBezTo>
                  <a:cubicBezTo>
                    <a:pt x="1513" y="4954"/>
                    <a:pt x="2764" y="2555"/>
                    <a:pt x="2777" y="2532"/>
                  </a:cubicBezTo>
                  <a:cubicBezTo>
                    <a:pt x="2778" y="2531"/>
                    <a:pt x="2779" y="2529"/>
                    <a:pt x="2779" y="2528"/>
                  </a:cubicBezTo>
                  <a:cubicBezTo>
                    <a:pt x="2819" y="2449"/>
                    <a:pt x="3776" y="612"/>
                    <a:pt x="6093" y="612"/>
                  </a:cubicBezTo>
                  <a:close/>
                  <a:moveTo>
                    <a:pt x="6093" y="1"/>
                  </a:moveTo>
                  <a:cubicBezTo>
                    <a:pt x="3412" y="1"/>
                    <a:pt x="2297" y="2123"/>
                    <a:pt x="2233" y="2250"/>
                  </a:cubicBezTo>
                  <a:cubicBezTo>
                    <a:pt x="2166" y="2379"/>
                    <a:pt x="939" y="4736"/>
                    <a:pt x="476" y="6356"/>
                  </a:cubicBezTo>
                  <a:cubicBezTo>
                    <a:pt x="6" y="7999"/>
                    <a:pt x="0" y="10945"/>
                    <a:pt x="0" y="11070"/>
                  </a:cubicBezTo>
                  <a:cubicBezTo>
                    <a:pt x="0" y="11246"/>
                    <a:pt x="145" y="11376"/>
                    <a:pt x="307" y="11376"/>
                  </a:cubicBezTo>
                  <a:cubicBezTo>
                    <a:pt x="350" y="11376"/>
                    <a:pt x="394" y="11367"/>
                    <a:pt x="437" y="11347"/>
                  </a:cubicBezTo>
                  <a:cubicBezTo>
                    <a:pt x="1449" y="10873"/>
                    <a:pt x="4253" y="9640"/>
                    <a:pt x="5052" y="9640"/>
                  </a:cubicBezTo>
                  <a:cubicBezTo>
                    <a:pt x="5508" y="9640"/>
                    <a:pt x="6810" y="11729"/>
                    <a:pt x="7896" y="14202"/>
                  </a:cubicBezTo>
                  <a:cubicBezTo>
                    <a:pt x="7941" y="14303"/>
                    <a:pt x="8037" y="14373"/>
                    <a:pt x="8149" y="14383"/>
                  </a:cubicBezTo>
                  <a:cubicBezTo>
                    <a:pt x="8158" y="14384"/>
                    <a:pt x="8167" y="14385"/>
                    <a:pt x="8177" y="14385"/>
                  </a:cubicBezTo>
                  <a:cubicBezTo>
                    <a:pt x="8278" y="14385"/>
                    <a:pt x="8373" y="14334"/>
                    <a:pt x="8431" y="14250"/>
                  </a:cubicBezTo>
                  <a:cubicBezTo>
                    <a:pt x="8560" y="14059"/>
                    <a:pt x="11600" y="9522"/>
                    <a:pt x="12067" y="6135"/>
                  </a:cubicBezTo>
                  <a:cubicBezTo>
                    <a:pt x="12257" y="4762"/>
                    <a:pt x="11830" y="3433"/>
                    <a:pt x="10836" y="2292"/>
                  </a:cubicBezTo>
                  <a:cubicBezTo>
                    <a:pt x="9641" y="922"/>
                    <a:pt x="7735" y="1"/>
                    <a:pt x="609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67"/>
            <p:cNvSpPr/>
            <p:nvPr/>
          </p:nvSpPr>
          <p:spPr>
            <a:xfrm>
              <a:off x="4744150" y="1175600"/>
              <a:ext cx="89725" cy="106350"/>
            </a:xfrm>
            <a:custGeom>
              <a:rect b="b" l="l" r="r" t="t"/>
              <a:pathLst>
                <a:path extrusionOk="0" h="4254" w="3589">
                  <a:moveTo>
                    <a:pt x="2922" y="1"/>
                  </a:moveTo>
                  <a:cubicBezTo>
                    <a:pt x="2507" y="1"/>
                    <a:pt x="1969" y="808"/>
                    <a:pt x="1969" y="808"/>
                  </a:cubicBezTo>
                  <a:lnTo>
                    <a:pt x="0" y="4048"/>
                  </a:lnTo>
                  <a:cubicBezTo>
                    <a:pt x="0" y="4048"/>
                    <a:pt x="258" y="4254"/>
                    <a:pt x="669" y="4254"/>
                  </a:cubicBezTo>
                  <a:cubicBezTo>
                    <a:pt x="875" y="4254"/>
                    <a:pt x="1120" y="4202"/>
                    <a:pt x="1389" y="4048"/>
                  </a:cubicBezTo>
                  <a:cubicBezTo>
                    <a:pt x="2199" y="3585"/>
                    <a:pt x="3588" y="2312"/>
                    <a:pt x="3357" y="692"/>
                  </a:cubicBezTo>
                  <a:cubicBezTo>
                    <a:pt x="3283" y="176"/>
                    <a:pt x="3116" y="1"/>
                    <a:pt x="292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67"/>
            <p:cNvSpPr/>
            <p:nvPr/>
          </p:nvSpPr>
          <p:spPr>
            <a:xfrm>
              <a:off x="4735700" y="1167925"/>
              <a:ext cx="106375" cy="121700"/>
            </a:xfrm>
            <a:custGeom>
              <a:rect b="b" l="l" r="r" t="t"/>
              <a:pathLst>
                <a:path extrusionOk="0" h="4868" w="4255">
                  <a:moveTo>
                    <a:pt x="3258" y="1"/>
                  </a:moveTo>
                  <a:cubicBezTo>
                    <a:pt x="2715" y="1"/>
                    <a:pt x="2206" y="713"/>
                    <a:pt x="2051" y="945"/>
                  </a:cubicBezTo>
                  <a:cubicBezTo>
                    <a:pt x="1958" y="1085"/>
                    <a:pt x="1996" y="1275"/>
                    <a:pt x="2136" y="1370"/>
                  </a:cubicBezTo>
                  <a:cubicBezTo>
                    <a:pt x="2188" y="1404"/>
                    <a:pt x="2247" y="1421"/>
                    <a:pt x="2305" y="1421"/>
                  </a:cubicBezTo>
                  <a:cubicBezTo>
                    <a:pt x="2404" y="1421"/>
                    <a:pt x="2501" y="1373"/>
                    <a:pt x="2561" y="1284"/>
                  </a:cubicBezTo>
                  <a:cubicBezTo>
                    <a:pt x="2787" y="945"/>
                    <a:pt x="3151" y="617"/>
                    <a:pt x="3251" y="611"/>
                  </a:cubicBezTo>
                  <a:cubicBezTo>
                    <a:pt x="3251" y="611"/>
                    <a:pt x="3340" y="678"/>
                    <a:pt x="3392" y="1042"/>
                  </a:cubicBezTo>
                  <a:cubicBezTo>
                    <a:pt x="3602" y="2512"/>
                    <a:pt x="2296" y="3678"/>
                    <a:pt x="1576" y="4089"/>
                  </a:cubicBezTo>
                  <a:cubicBezTo>
                    <a:pt x="1359" y="4213"/>
                    <a:pt x="1166" y="4254"/>
                    <a:pt x="1006" y="4254"/>
                  </a:cubicBezTo>
                  <a:cubicBezTo>
                    <a:pt x="718" y="4254"/>
                    <a:pt x="540" y="4123"/>
                    <a:pt x="530" y="4116"/>
                  </a:cubicBezTo>
                  <a:cubicBezTo>
                    <a:pt x="475" y="4073"/>
                    <a:pt x="409" y="4052"/>
                    <a:pt x="344" y="4052"/>
                  </a:cubicBezTo>
                  <a:cubicBezTo>
                    <a:pt x="254" y="4052"/>
                    <a:pt x="165" y="4092"/>
                    <a:pt x="105" y="4168"/>
                  </a:cubicBezTo>
                  <a:cubicBezTo>
                    <a:pt x="0" y="4297"/>
                    <a:pt x="19" y="4488"/>
                    <a:pt x="148" y="4594"/>
                  </a:cubicBezTo>
                  <a:cubicBezTo>
                    <a:pt x="168" y="4610"/>
                    <a:pt x="498" y="4868"/>
                    <a:pt x="1010" y="4868"/>
                  </a:cubicBezTo>
                  <a:cubicBezTo>
                    <a:pt x="1261" y="4868"/>
                    <a:pt x="1556" y="4806"/>
                    <a:pt x="1879" y="4621"/>
                  </a:cubicBezTo>
                  <a:cubicBezTo>
                    <a:pt x="2724" y="4138"/>
                    <a:pt x="4254" y="2751"/>
                    <a:pt x="3998" y="955"/>
                  </a:cubicBezTo>
                  <a:cubicBezTo>
                    <a:pt x="3970" y="750"/>
                    <a:pt x="3880" y="127"/>
                    <a:pt x="3394" y="16"/>
                  </a:cubicBezTo>
                  <a:cubicBezTo>
                    <a:pt x="3348" y="6"/>
                    <a:pt x="3303" y="1"/>
                    <a:pt x="32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67"/>
            <p:cNvSpPr/>
            <p:nvPr/>
          </p:nvSpPr>
          <p:spPr>
            <a:xfrm>
              <a:off x="4434575" y="1022175"/>
              <a:ext cx="63675" cy="133125"/>
            </a:xfrm>
            <a:custGeom>
              <a:rect b="b" l="l" r="r" t="t"/>
              <a:pathLst>
                <a:path extrusionOk="0" h="5325" w="2547">
                  <a:moveTo>
                    <a:pt x="1881" y="0"/>
                  </a:moveTo>
                  <a:cubicBezTo>
                    <a:pt x="1505" y="0"/>
                    <a:pt x="1043" y="232"/>
                    <a:pt x="695" y="1158"/>
                  </a:cubicBezTo>
                  <a:cubicBezTo>
                    <a:pt x="1" y="3010"/>
                    <a:pt x="1158" y="5324"/>
                    <a:pt x="1158" y="5324"/>
                  </a:cubicBezTo>
                  <a:lnTo>
                    <a:pt x="2315" y="2894"/>
                  </a:lnTo>
                  <a:lnTo>
                    <a:pt x="2546" y="232"/>
                  </a:lnTo>
                  <a:cubicBezTo>
                    <a:pt x="2546" y="232"/>
                    <a:pt x="2257" y="0"/>
                    <a:pt x="188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67"/>
            <p:cNvSpPr/>
            <p:nvPr/>
          </p:nvSpPr>
          <p:spPr>
            <a:xfrm>
              <a:off x="4426425" y="1014525"/>
              <a:ext cx="80350" cy="148400"/>
            </a:xfrm>
            <a:custGeom>
              <a:rect b="b" l="l" r="r" t="t"/>
              <a:pathLst>
                <a:path extrusionOk="0" h="5936" w="3214">
                  <a:moveTo>
                    <a:pt x="2204" y="0"/>
                  </a:moveTo>
                  <a:cubicBezTo>
                    <a:pt x="2104" y="0"/>
                    <a:pt x="2000" y="13"/>
                    <a:pt x="1892" y="43"/>
                  </a:cubicBezTo>
                  <a:cubicBezTo>
                    <a:pt x="1399" y="179"/>
                    <a:pt x="1011" y="621"/>
                    <a:pt x="734" y="1356"/>
                  </a:cubicBezTo>
                  <a:cubicBezTo>
                    <a:pt x="1" y="3310"/>
                    <a:pt x="1160" y="5668"/>
                    <a:pt x="1210" y="5768"/>
                  </a:cubicBezTo>
                  <a:cubicBezTo>
                    <a:pt x="1262" y="5871"/>
                    <a:pt x="1368" y="5936"/>
                    <a:pt x="1483" y="5936"/>
                  </a:cubicBezTo>
                  <a:lnTo>
                    <a:pt x="1486" y="5936"/>
                  </a:lnTo>
                  <a:cubicBezTo>
                    <a:pt x="1604" y="5935"/>
                    <a:pt x="1709" y="5867"/>
                    <a:pt x="1760" y="5762"/>
                  </a:cubicBezTo>
                  <a:lnTo>
                    <a:pt x="2917" y="3332"/>
                  </a:lnTo>
                  <a:cubicBezTo>
                    <a:pt x="2990" y="3179"/>
                    <a:pt x="2925" y="2997"/>
                    <a:pt x="2773" y="2924"/>
                  </a:cubicBezTo>
                  <a:cubicBezTo>
                    <a:pt x="2730" y="2904"/>
                    <a:pt x="2685" y="2894"/>
                    <a:pt x="2641" y="2894"/>
                  </a:cubicBezTo>
                  <a:cubicBezTo>
                    <a:pt x="2527" y="2894"/>
                    <a:pt x="2417" y="2959"/>
                    <a:pt x="2365" y="3069"/>
                  </a:cubicBezTo>
                  <a:lnTo>
                    <a:pt x="1504" y="4876"/>
                  </a:lnTo>
                  <a:cubicBezTo>
                    <a:pt x="1226" y="4098"/>
                    <a:pt x="875" y="2724"/>
                    <a:pt x="1307" y="1571"/>
                  </a:cubicBezTo>
                  <a:cubicBezTo>
                    <a:pt x="1506" y="1040"/>
                    <a:pt x="1763" y="715"/>
                    <a:pt x="2050" y="634"/>
                  </a:cubicBezTo>
                  <a:cubicBezTo>
                    <a:pt x="2104" y="619"/>
                    <a:pt x="2157" y="612"/>
                    <a:pt x="2208" y="612"/>
                  </a:cubicBezTo>
                  <a:cubicBezTo>
                    <a:pt x="2468" y="612"/>
                    <a:pt x="2681" y="776"/>
                    <a:pt x="2683" y="778"/>
                  </a:cubicBezTo>
                  <a:cubicBezTo>
                    <a:pt x="2739" y="821"/>
                    <a:pt x="2804" y="842"/>
                    <a:pt x="2870" y="842"/>
                  </a:cubicBezTo>
                  <a:cubicBezTo>
                    <a:pt x="2960" y="842"/>
                    <a:pt x="3049" y="802"/>
                    <a:pt x="3109" y="726"/>
                  </a:cubicBezTo>
                  <a:cubicBezTo>
                    <a:pt x="3214" y="595"/>
                    <a:pt x="3192" y="405"/>
                    <a:pt x="3064" y="300"/>
                  </a:cubicBezTo>
                  <a:cubicBezTo>
                    <a:pt x="3045" y="285"/>
                    <a:pt x="2682" y="0"/>
                    <a:pt x="220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67"/>
            <p:cNvSpPr/>
            <p:nvPr/>
          </p:nvSpPr>
          <p:spPr>
            <a:xfrm>
              <a:off x="4489550" y="1355200"/>
              <a:ext cx="159750" cy="98175"/>
            </a:xfrm>
            <a:custGeom>
              <a:rect b="b" l="l" r="r" t="t"/>
              <a:pathLst>
                <a:path extrusionOk="0" h="3927" w="6390">
                  <a:moveTo>
                    <a:pt x="6243" y="0"/>
                  </a:moveTo>
                  <a:cubicBezTo>
                    <a:pt x="5370" y="0"/>
                    <a:pt x="347" y="2420"/>
                    <a:pt x="347" y="2420"/>
                  </a:cubicBezTo>
                  <a:cubicBezTo>
                    <a:pt x="347" y="2420"/>
                    <a:pt x="1" y="3808"/>
                    <a:pt x="1505" y="3924"/>
                  </a:cubicBezTo>
                  <a:cubicBezTo>
                    <a:pt x="1531" y="3926"/>
                    <a:pt x="1558" y="3927"/>
                    <a:pt x="1585" y="3927"/>
                  </a:cubicBezTo>
                  <a:cubicBezTo>
                    <a:pt x="3117" y="3927"/>
                    <a:pt x="6138" y="787"/>
                    <a:pt x="6366" y="104"/>
                  </a:cubicBezTo>
                  <a:cubicBezTo>
                    <a:pt x="6390" y="32"/>
                    <a:pt x="6344" y="0"/>
                    <a:pt x="624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67"/>
            <p:cNvSpPr/>
            <p:nvPr/>
          </p:nvSpPr>
          <p:spPr>
            <a:xfrm>
              <a:off x="4486350" y="1347850"/>
              <a:ext cx="170850" cy="113200"/>
            </a:xfrm>
            <a:custGeom>
              <a:rect b="b" l="l" r="r" t="t"/>
              <a:pathLst>
                <a:path extrusionOk="0" h="4528" w="6834">
                  <a:moveTo>
                    <a:pt x="5962" y="685"/>
                  </a:moveTo>
                  <a:lnTo>
                    <a:pt x="5962" y="685"/>
                  </a:lnTo>
                  <a:cubicBezTo>
                    <a:pt x="5197" y="1684"/>
                    <a:pt x="2876" y="3914"/>
                    <a:pt x="1716" y="3914"/>
                  </a:cubicBezTo>
                  <a:cubicBezTo>
                    <a:pt x="1696" y="3914"/>
                    <a:pt x="1676" y="3914"/>
                    <a:pt x="1656" y="3912"/>
                  </a:cubicBezTo>
                  <a:cubicBezTo>
                    <a:pt x="1295" y="3885"/>
                    <a:pt x="1039" y="3772"/>
                    <a:pt x="896" y="3577"/>
                  </a:cubicBezTo>
                  <a:cubicBezTo>
                    <a:pt x="741" y="3363"/>
                    <a:pt x="738" y="3082"/>
                    <a:pt x="753" y="2920"/>
                  </a:cubicBezTo>
                  <a:cubicBezTo>
                    <a:pt x="2788" y="1944"/>
                    <a:pt x="5014" y="972"/>
                    <a:pt x="5962" y="685"/>
                  </a:cubicBezTo>
                  <a:close/>
                  <a:moveTo>
                    <a:pt x="6409" y="1"/>
                  </a:moveTo>
                  <a:cubicBezTo>
                    <a:pt x="5937" y="1"/>
                    <a:pt x="4608" y="384"/>
                    <a:pt x="343" y="2438"/>
                  </a:cubicBezTo>
                  <a:cubicBezTo>
                    <a:pt x="262" y="2477"/>
                    <a:pt x="201" y="2551"/>
                    <a:pt x="178" y="2639"/>
                  </a:cubicBezTo>
                  <a:cubicBezTo>
                    <a:pt x="172" y="2669"/>
                    <a:pt x="0" y="3379"/>
                    <a:pt x="398" y="3931"/>
                  </a:cubicBezTo>
                  <a:cubicBezTo>
                    <a:pt x="651" y="4281"/>
                    <a:pt x="1058" y="4480"/>
                    <a:pt x="1610" y="4523"/>
                  </a:cubicBezTo>
                  <a:cubicBezTo>
                    <a:pt x="1641" y="4526"/>
                    <a:pt x="1673" y="4527"/>
                    <a:pt x="1705" y="4527"/>
                  </a:cubicBezTo>
                  <a:cubicBezTo>
                    <a:pt x="3413" y="4527"/>
                    <a:pt x="6535" y="1241"/>
                    <a:pt x="6784" y="496"/>
                  </a:cubicBezTo>
                  <a:cubicBezTo>
                    <a:pt x="6834" y="345"/>
                    <a:pt x="6795" y="190"/>
                    <a:pt x="6683" y="91"/>
                  </a:cubicBezTo>
                  <a:cubicBezTo>
                    <a:pt x="6639" y="52"/>
                    <a:pt x="6581" y="1"/>
                    <a:pt x="64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67"/>
            <p:cNvSpPr/>
            <p:nvPr/>
          </p:nvSpPr>
          <p:spPr>
            <a:xfrm>
              <a:off x="4449025" y="827025"/>
              <a:ext cx="448525" cy="605550"/>
            </a:xfrm>
            <a:custGeom>
              <a:rect b="b" l="l" r="r" t="t"/>
              <a:pathLst>
                <a:path extrusionOk="0" h="24222" w="17941">
                  <a:moveTo>
                    <a:pt x="10528" y="0"/>
                  </a:moveTo>
                  <a:cubicBezTo>
                    <a:pt x="9479" y="0"/>
                    <a:pt x="8412" y="291"/>
                    <a:pt x="7409" y="979"/>
                  </a:cubicBezTo>
                  <a:cubicBezTo>
                    <a:pt x="7409" y="979"/>
                    <a:pt x="3357" y="2830"/>
                    <a:pt x="2431" y="5724"/>
                  </a:cubicBezTo>
                  <a:cubicBezTo>
                    <a:pt x="1505" y="8617"/>
                    <a:pt x="1" y="14519"/>
                    <a:pt x="1" y="16718"/>
                  </a:cubicBezTo>
                  <a:cubicBezTo>
                    <a:pt x="1" y="18917"/>
                    <a:pt x="695" y="23430"/>
                    <a:pt x="2200" y="24125"/>
                  </a:cubicBezTo>
                  <a:cubicBezTo>
                    <a:pt x="2344" y="24191"/>
                    <a:pt x="2519" y="24222"/>
                    <a:pt x="2720" y="24222"/>
                  </a:cubicBezTo>
                  <a:cubicBezTo>
                    <a:pt x="4622" y="24222"/>
                    <a:pt x="8813" y="21491"/>
                    <a:pt x="10069" y="20653"/>
                  </a:cubicBezTo>
                  <a:cubicBezTo>
                    <a:pt x="11459" y="19727"/>
                    <a:pt x="13079" y="16139"/>
                    <a:pt x="14815" y="14056"/>
                  </a:cubicBezTo>
                  <a:cubicBezTo>
                    <a:pt x="16551" y="11974"/>
                    <a:pt x="17940" y="8154"/>
                    <a:pt x="17246" y="5029"/>
                  </a:cubicBezTo>
                  <a:cubicBezTo>
                    <a:pt x="16723" y="2678"/>
                    <a:pt x="13712" y="0"/>
                    <a:pt x="1052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67"/>
            <p:cNvSpPr/>
            <p:nvPr/>
          </p:nvSpPr>
          <p:spPr>
            <a:xfrm>
              <a:off x="4441400" y="819400"/>
              <a:ext cx="464375" cy="620700"/>
            </a:xfrm>
            <a:custGeom>
              <a:rect b="b" l="l" r="r" t="t"/>
              <a:pathLst>
                <a:path extrusionOk="0" h="24828" w="18575">
                  <a:moveTo>
                    <a:pt x="10844" y="615"/>
                  </a:moveTo>
                  <a:cubicBezTo>
                    <a:pt x="11571" y="615"/>
                    <a:pt x="12319" y="761"/>
                    <a:pt x="13065" y="1055"/>
                  </a:cubicBezTo>
                  <a:cubicBezTo>
                    <a:pt x="15110" y="1861"/>
                    <a:pt x="16872" y="3689"/>
                    <a:pt x="17252" y="5400"/>
                  </a:cubicBezTo>
                  <a:cubicBezTo>
                    <a:pt x="17926" y="8439"/>
                    <a:pt x="16536" y="12183"/>
                    <a:pt x="14885" y="14165"/>
                  </a:cubicBezTo>
                  <a:cubicBezTo>
                    <a:pt x="14133" y="15067"/>
                    <a:pt x="13414" y="16229"/>
                    <a:pt x="12719" y="17351"/>
                  </a:cubicBezTo>
                  <a:cubicBezTo>
                    <a:pt x="11808" y="18820"/>
                    <a:pt x="10948" y="20208"/>
                    <a:pt x="10205" y="20703"/>
                  </a:cubicBezTo>
                  <a:cubicBezTo>
                    <a:pt x="6860" y="22934"/>
                    <a:pt x="4206" y="24223"/>
                    <a:pt x="3028" y="24223"/>
                  </a:cubicBezTo>
                  <a:cubicBezTo>
                    <a:pt x="2869" y="24223"/>
                    <a:pt x="2737" y="24200"/>
                    <a:pt x="2633" y="24152"/>
                  </a:cubicBezTo>
                  <a:cubicBezTo>
                    <a:pt x="1399" y="23582"/>
                    <a:pt x="612" y="19549"/>
                    <a:pt x="612" y="17023"/>
                  </a:cubicBezTo>
                  <a:cubicBezTo>
                    <a:pt x="612" y="14791"/>
                    <a:pt x="2160" y="8831"/>
                    <a:pt x="3028" y="6122"/>
                  </a:cubicBezTo>
                  <a:cubicBezTo>
                    <a:pt x="3902" y="3393"/>
                    <a:pt x="7801" y="1580"/>
                    <a:pt x="7840" y="1562"/>
                  </a:cubicBezTo>
                  <a:cubicBezTo>
                    <a:pt x="7856" y="1554"/>
                    <a:pt x="7872" y="1545"/>
                    <a:pt x="7886" y="1537"/>
                  </a:cubicBezTo>
                  <a:cubicBezTo>
                    <a:pt x="8779" y="924"/>
                    <a:pt x="9788" y="615"/>
                    <a:pt x="10844" y="615"/>
                  </a:cubicBezTo>
                  <a:close/>
                  <a:moveTo>
                    <a:pt x="10840" y="0"/>
                  </a:moveTo>
                  <a:cubicBezTo>
                    <a:pt x="9673" y="0"/>
                    <a:pt x="8554" y="341"/>
                    <a:pt x="7561" y="1016"/>
                  </a:cubicBezTo>
                  <a:cubicBezTo>
                    <a:pt x="7185" y="1191"/>
                    <a:pt x="3373" y="3033"/>
                    <a:pt x="2445" y="5934"/>
                  </a:cubicBezTo>
                  <a:cubicBezTo>
                    <a:pt x="1568" y="8677"/>
                    <a:pt x="0" y="14727"/>
                    <a:pt x="0" y="17022"/>
                  </a:cubicBezTo>
                  <a:cubicBezTo>
                    <a:pt x="0" y="18782"/>
                    <a:pt x="563" y="23872"/>
                    <a:pt x="2376" y="24708"/>
                  </a:cubicBezTo>
                  <a:cubicBezTo>
                    <a:pt x="2554" y="24790"/>
                    <a:pt x="2767" y="24828"/>
                    <a:pt x="3011" y="24828"/>
                  </a:cubicBezTo>
                  <a:cubicBezTo>
                    <a:pt x="4735" y="24828"/>
                    <a:pt x="7971" y="22929"/>
                    <a:pt x="10545" y="21212"/>
                  </a:cubicBezTo>
                  <a:cubicBezTo>
                    <a:pt x="11398" y="20642"/>
                    <a:pt x="12292" y="19200"/>
                    <a:pt x="13238" y="17674"/>
                  </a:cubicBezTo>
                  <a:cubicBezTo>
                    <a:pt x="13924" y="16568"/>
                    <a:pt x="14631" y="15426"/>
                    <a:pt x="15355" y="14557"/>
                  </a:cubicBezTo>
                  <a:cubicBezTo>
                    <a:pt x="17143" y="12410"/>
                    <a:pt x="18574" y="8531"/>
                    <a:pt x="17850" y="5268"/>
                  </a:cubicBezTo>
                  <a:cubicBezTo>
                    <a:pt x="17428" y="3371"/>
                    <a:pt x="15510" y="1360"/>
                    <a:pt x="13290" y="485"/>
                  </a:cubicBezTo>
                  <a:cubicBezTo>
                    <a:pt x="12467" y="161"/>
                    <a:pt x="11642" y="0"/>
                    <a:pt x="1084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67"/>
            <p:cNvSpPr/>
            <p:nvPr/>
          </p:nvSpPr>
          <p:spPr>
            <a:xfrm>
              <a:off x="4472600" y="827000"/>
              <a:ext cx="424950" cy="421625"/>
            </a:xfrm>
            <a:custGeom>
              <a:rect b="b" l="l" r="r" t="t"/>
              <a:pathLst>
                <a:path extrusionOk="0" h="16865" w="16998">
                  <a:moveTo>
                    <a:pt x="9584" y="1"/>
                  </a:moveTo>
                  <a:cubicBezTo>
                    <a:pt x="8536" y="1"/>
                    <a:pt x="7469" y="291"/>
                    <a:pt x="6466" y="979"/>
                  </a:cubicBezTo>
                  <a:cubicBezTo>
                    <a:pt x="6466" y="979"/>
                    <a:pt x="2414" y="2831"/>
                    <a:pt x="1488" y="5725"/>
                  </a:cubicBezTo>
                  <a:cubicBezTo>
                    <a:pt x="1049" y="7099"/>
                    <a:pt x="479" y="9154"/>
                    <a:pt x="1" y="11168"/>
                  </a:cubicBezTo>
                  <a:cubicBezTo>
                    <a:pt x="793" y="9931"/>
                    <a:pt x="2102" y="7827"/>
                    <a:pt x="2183" y="7345"/>
                  </a:cubicBezTo>
                  <a:cubicBezTo>
                    <a:pt x="2298" y="6651"/>
                    <a:pt x="2298" y="6534"/>
                    <a:pt x="3109" y="6534"/>
                  </a:cubicBezTo>
                  <a:cubicBezTo>
                    <a:pt x="3919" y="6534"/>
                    <a:pt x="5423" y="8850"/>
                    <a:pt x="7507" y="9313"/>
                  </a:cubicBezTo>
                  <a:cubicBezTo>
                    <a:pt x="9590" y="9775"/>
                    <a:pt x="12367" y="9428"/>
                    <a:pt x="12367" y="10586"/>
                  </a:cubicBezTo>
                  <a:cubicBezTo>
                    <a:pt x="12367" y="11743"/>
                    <a:pt x="10747" y="13594"/>
                    <a:pt x="11788" y="14172"/>
                  </a:cubicBezTo>
                  <a:cubicBezTo>
                    <a:pt x="12598" y="14623"/>
                    <a:pt x="11873" y="16189"/>
                    <a:pt x="11944" y="16864"/>
                  </a:cubicBezTo>
                  <a:cubicBezTo>
                    <a:pt x="12565" y="15864"/>
                    <a:pt x="13210" y="14852"/>
                    <a:pt x="13872" y="14057"/>
                  </a:cubicBezTo>
                  <a:cubicBezTo>
                    <a:pt x="15608" y="11974"/>
                    <a:pt x="16997" y="8155"/>
                    <a:pt x="16303" y="5030"/>
                  </a:cubicBezTo>
                  <a:cubicBezTo>
                    <a:pt x="15780" y="2679"/>
                    <a:pt x="12768" y="1"/>
                    <a:pt x="95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67"/>
            <p:cNvSpPr/>
            <p:nvPr/>
          </p:nvSpPr>
          <p:spPr>
            <a:xfrm>
              <a:off x="4464325" y="819375"/>
              <a:ext cx="441450" cy="436900"/>
            </a:xfrm>
            <a:custGeom>
              <a:rect b="b" l="l" r="r" t="t"/>
              <a:pathLst>
                <a:path extrusionOk="0" h="17476" w="17658">
                  <a:moveTo>
                    <a:pt x="9927" y="615"/>
                  </a:moveTo>
                  <a:cubicBezTo>
                    <a:pt x="10653" y="615"/>
                    <a:pt x="11402" y="761"/>
                    <a:pt x="12148" y="1056"/>
                  </a:cubicBezTo>
                  <a:cubicBezTo>
                    <a:pt x="14193" y="1862"/>
                    <a:pt x="15955" y="3689"/>
                    <a:pt x="16335" y="5400"/>
                  </a:cubicBezTo>
                  <a:cubicBezTo>
                    <a:pt x="17009" y="8439"/>
                    <a:pt x="15619" y="12184"/>
                    <a:pt x="13968" y="14166"/>
                  </a:cubicBezTo>
                  <a:cubicBezTo>
                    <a:pt x="13560" y="14656"/>
                    <a:pt x="13160" y="15224"/>
                    <a:pt x="12773" y="15813"/>
                  </a:cubicBezTo>
                  <a:cubicBezTo>
                    <a:pt x="12862" y="15178"/>
                    <a:pt x="12842" y="14528"/>
                    <a:pt x="12269" y="14211"/>
                  </a:cubicBezTo>
                  <a:cubicBezTo>
                    <a:pt x="11899" y="14006"/>
                    <a:pt x="12122" y="13417"/>
                    <a:pt x="12503" y="12546"/>
                  </a:cubicBezTo>
                  <a:cubicBezTo>
                    <a:pt x="12750" y="11982"/>
                    <a:pt x="13005" y="11400"/>
                    <a:pt x="13005" y="10891"/>
                  </a:cubicBezTo>
                  <a:cubicBezTo>
                    <a:pt x="13005" y="9837"/>
                    <a:pt x="11635" y="9723"/>
                    <a:pt x="10049" y="9591"/>
                  </a:cubicBezTo>
                  <a:cubicBezTo>
                    <a:pt x="9327" y="9530"/>
                    <a:pt x="8579" y="9468"/>
                    <a:pt x="7904" y="9319"/>
                  </a:cubicBezTo>
                  <a:cubicBezTo>
                    <a:pt x="6771" y="9067"/>
                    <a:pt x="5798" y="8211"/>
                    <a:pt x="5018" y="7523"/>
                  </a:cubicBezTo>
                  <a:cubicBezTo>
                    <a:pt x="4366" y="6949"/>
                    <a:pt x="3895" y="6534"/>
                    <a:pt x="3440" y="6534"/>
                  </a:cubicBezTo>
                  <a:cubicBezTo>
                    <a:pt x="2470" y="6534"/>
                    <a:pt x="2348" y="6783"/>
                    <a:pt x="2212" y="7598"/>
                  </a:cubicBezTo>
                  <a:cubicBezTo>
                    <a:pt x="2183" y="7774"/>
                    <a:pt x="1861" y="8412"/>
                    <a:pt x="1096" y="9673"/>
                  </a:cubicBezTo>
                  <a:cubicBezTo>
                    <a:pt x="1435" y="8371"/>
                    <a:pt x="1796" y="7104"/>
                    <a:pt x="2111" y="6123"/>
                  </a:cubicBezTo>
                  <a:cubicBezTo>
                    <a:pt x="2984" y="3393"/>
                    <a:pt x="6883" y="1580"/>
                    <a:pt x="6969" y="1536"/>
                  </a:cubicBezTo>
                  <a:cubicBezTo>
                    <a:pt x="7862" y="924"/>
                    <a:pt x="8872" y="615"/>
                    <a:pt x="9927" y="615"/>
                  </a:cubicBezTo>
                  <a:close/>
                  <a:moveTo>
                    <a:pt x="9913" y="0"/>
                  </a:moveTo>
                  <a:cubicBezTo>
                    <a:pt x="8747" y="0"/>
                    <a:pt x="7636" y="340"/>
                    <a:pt x="6669" y="1007"/>
                  </a:cubicBezTo>
                  <a:cubicBezTo>
                    <a:pt x="6499" y="1084"/>
                    <a:pt x="2485" y="2949"/>
                    <a:pt x="1528" y="5937"/>
                  </a:cubicBezTo>
                  <a:cubicBezTo>
                    <a:pt x="1059" y="7403"/>
                    <a:pt x="487" y="9498"/>
                    <a:pt x="35" y="11403"/>
                  </a:cubicBezTo>
                  <a:cubicBezTo>
                    <a:pt x="0" y="11549"/>
                    <a:pt x="76" y="11697"/>
                    <a:pt x="213" y="11756"/>
                  </a:cubicBezTo>
                  <a:cubicBezTo>
                    <a:pt x="252" y="11772"/>
                    <a:pt x="292" y="11780"/>
                    <a:pt x="332" y="11780"/>
                  </a:cubicBezTo>
                  <a:cubicBezTo>
                    <a:pt x="434" y="11780"/>
                    <a:pt x="532" y="11729"/>
                    <a:pt x="590" y="11639"/>
                  </a:cubicBezTo>
                  <a:cubicBezTo>
                    <a:pt x="1999" y="9436"/>
                    <a:pt x="2748" y="8111"/>
                    <a:pt x="2824" y="7652"/>
                  </a:cubicBezTo>
                  <a:cubicBezTo>
                    <a:pt x="2908" y="7145"/>
                    <a:pt x="2908" y="7145"/>
                    <a:pt x="3441" y="7145"/>
                  </a:cubicBezTo>
                  <a:cubicBezTo>
                    <a:pt x="3664" y="7145"/>
                    <a:pt x="4169" y="7589"/>
                    <a:pt x="4613" y="7981"/>
                  </a:cubicBezTo>
                  <a:cubicBezTo>
                    <a:pt x="5447" y="8716"/>
                    <a:pt x="6485" y="9630"/>
                    <a:pt x="7773" y="9916"/>
                  </a:cubicBezTo>
                  <a:cubicBezTo>
                    <a:pt x="8487" y="10075"/>
                    <a:pt x="9256" y="10138"/>
                    <a:pt x="9999" y="10200"/>
                  </a:cubicBezTo>
                  <a:cubicBezTo>
                    <a:pt x="11176" y="10299"/>
                    <a:pt x="12393" y="10400"/>
                    <a:pt x="12393" y="10891"/>
                  </a:cubicBezTo>
                  <a:cubicBezTo>
                    <a:pt x="12393" y="11272"/>
                    <a:pt x="12165" y="11794"/>
                    <a:pt x="11943" y="12300"/>
                  </a:cubicBezTo>
                  <a:cubicBezTo>
                    <a:pt x="11542" y="13216"/>
                    <a:pt x="11088" y="14255"/>
                    <a:pt x="11971" y="14746"/>
                  </a:cubicBezTo>
                  <a:cubicBezTo>
                    <a:pt x="12301" y="14928"/>
                    <a:pt x="12218" y="15510"/>
                    <a:pt x="12075" y="16251"/>
                  </a:cubicBezTo>
                  <a:cubicBezTo>
                    <a:pt x="12008" y="16604"/>
                    <a:pt x="11943" y="16939"/>
                    <a:pt x="11971" y="17202"/>
                  </a:cubicBezTo>
                  <a:cubicBezTo>
                    <a:pt x="11984" y="17331"/>
                    <a:pt x="12080" y="17439"/>
                    <a:pt x="12207" y="17467"/>
                  </a:cubicBezTo>
                  <a:cubicBezTo>
                    <a:pt x="12229" y="17473"/>
                    <a:pt x="12251" y="17475"/>
                    <a:pt x="12275" y="17475"/>
                  </a:cubicBezTo>
                  <a:cubicBezTo>
                    <a:pt x="12276" y="17475"/>
                    <a:pt x="12277" y="17475"/>
                    <a:pt x="12278" y="17475"/>
                  </a:cubicBezTo>
                  <a:cubicBezTo>
                    <a:pt x="12383" y="17475"/>
                    <a:pt x="12480" y="17420"/>
                    <a:pt x="12535" y="17332"/>
                  </a:cubicBezTo>
                  <a:cubicBezTo>
                    <a:pt x="13139" y="16361"/>
                    <a:pt x="13782" y="15347"/>
                    <a:pt x="14438" y="14559"/>
                  </a:cubicBezTo>
                  <a:cubicBezTo>
                    <a:pt x="16227" y="12414"/>
                    <a:pt x="17657" y="8533"/>
                    <a:pt x="16933" y="5270"/>
                  </a:cubicBezTo>
                  <a:cubicBezTo>
                    <a:pt x="16512" y="3374"/>
                    <a:pt x="14594" y="1363"/>
                    <a:pt x="12373" y="487"/>
                  </a:cubicBezTo>
                  <a:cubicBezTo>
                    <a:pt x="11546" y="161"/>
                    <a:pt x="10716" y="0"/>
                    <a:pt x="99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67"/>
            <p:cNvSpPr/>
            <p:nvPr/>
          </p:nvSpPr>
          <p:spPr>
            <a:xfrm>
              <a:off x="4425875" y="1123875"/>
              <a:ext cx="324075" cy="181700"/>
            </a:xfrm>
            <a:custGeom>
              <a:rect b="b" l="l" r="r" t="t"/>
              <a:pathLst>
                <a:path extrusionOk="0" h="7268" w="12963">
                  <a:moveTo>
                    <a:pt x="1459" y="1"/>
                  </a:moveTo>
                  <a:cubicBezTo>
                    <a:pt x="878" y="1"/>
                    <a:pt x="334" y="200"/>
                    <a:pt x="232" y="909"/>
                  </a:cubicBezTo>
                  <a:cubicBezTo>
                    <a:pt x="1" y="2529"/>
                    <a:pt x="1620" y="4844"/>
                    <a:pt x="3125" y="4844"/>
                  </a:cubicBezTo>
                  <a:cubicBezTo>
                    <a:pt x="4575" y="4844"/>
                    <a:pt x="5166" y="3449"/>
                    <a:pt x="5931" y="3449"/>
                  </a:cubicBezTo>
                  <a:cubicBezTo>
                    <a:pt x="5960" y="3449"/>
                    <a:pt x="5989" y="3451"/>
                    <a:pt x="6019" y="3455"/>
                  </a:cubicBezTo>
                  <a:cubicBezTo>
                    <a:pt x="6829" y="3571"/>
                    <a:pt x="6482" y="6464"/>
                    <a:pt x="7870" y="7043"/>
                  </a:cubicBezTo>
                  <a:cubicBezTo>
                    <a:pt x="8237" y="7196"/>
                    <a:pt x="8668" y="7268"/>
                    <a:pt x="9117" y="7268"/>
                  </a:cubicBezTo>
                  <a:cubicBezTo>
                    <a:pt x="10368" y="7268"/>
                    <a:pt x="11757" y="6707"/>
                    <a:pt x="12268" y="5770"/>
                  </a:cubicBezTo>
                  <a:cubicBezTo>
                    <a:pt x="12963" y="4496"/>
                    <a:pt x="10995" y="3687"/>
                    <a:pt x="9028" y="2992"/>
                  </a:cubicBezTo>
                  <a:cubicBezTo>
                    <a:pt x="7061" y="2297"/>
                    <a:pt x="3011" y="330"/>
                    <a:pt x="3011" y="330"/>
                  </a:cubicBezTo>
                  <a:cubicBezTo>
                    <a:pt x="3011" y="330"/>
                    <a:pt x="2205" y="1"/>
                    <a:pt x="145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67"/>
            <p:cNvSpPr/>
            <p:nvPr/>
          </p:nvSpPr>
          <p:spPr>
            <a:xfrm>
              <a:off x="4420675" y="1116175"/>
              <a:ext cx="324525" cy="196875"/>
            </a:xfrm>
            <a:custGeom>
              <a:rect b="b" l="l" r="r" t="t"/>
              <a:pathLst>
                <a:path extrusionOk="0" h="7875" w="12981">
                  <a:moveTo>
                    <a:pt x="1665" y="614"/>
                  </a:moveTo>
                  <a:cubicBezTo>
                    <a:pt x="2199" y="614"/>
                    <a:pt x="2820" y="808"/>
                    <a:pt x="3093" y="918"/>
                  </a:cubicBezTo>
                  <a:cubicBezTo>
                    <a:pt x="3360" y="1049"/>
                    <a:pt x="7200" y="2907"/>
                    <a:pt x="9134" y="3589"/>
                  </a:cubicBezTo>
                  <a:cubicBezTo>
                    <a:pt x="10129" y="3940"/>
                    <a:pt x="11979" y="4593"/>
                    <a:pt x="12274" y="5361"/>
                  </a:cubicBezTo>
                  <a:cubicBezTo>
                    <a:pt x="12343" y="5542"/>
                    <a:pt x="12322" y="5723"/>
                    <a:pt x="12208" y="5932"/>
                  </a:cubicBezTo>
                  <a:cubicBezTo>
                    <a:pt x="11767" y="6740"/>
                    <a:pt x="10499" y="7276"/>
                    <a:pt x="9337" y="7276"/>
                  </a:cubicBezTo>
                  <a:cubicBezTo>
                    <a:pt x="8931" y="7276"/>
                    <a:pt x="8538" y="7211"/>
                    <a:pt x="8197" y="7069"/>
                  </a:cubicBezTo>
                  <a:cubicBezTo>
                    <a:pt x="7567" y="6806"/>
                    <a:pt x="7356" y="5865"/>
                    <a:pt x="7170" y="5034"/>
                  </a:cubicBezTo>
                  <a:cubicBezTo>
                    <a:pt x="6992" y="4233"/>
                    <a:pt x="6837" y="3542"/>
                    <a:pt x="6271" y="3461"/>
                  </a:cubicBezTo>
                  <a:cubicBezTo>
                    <a:pt x="6225" y="3454"/>
                    <a:pt x="6180" y="3451"/>
                    <a:pt x="6134" y="3451"/>
                  </a:cubicBezTo>
                  <a:cubicBezTo>
                    <a:pt x="5704" y="3451"/>
                    <a:pt x="5357" y="3745"/>
                    <a:pt x="4990" y="4058"/>
                  </a:cubicBezTo>
                  <a:cubicBezTo>
                    <a:pt x="4534" y="4446"/>
                    <a:pt x="4062" y="4847"/>
                    <a:pt x="3335" y="4847"/>
                  </a:cubicBezTo>
                  <a:cubicBezTo>
                    <a:pt x="2824" y="4847"/>
                    <a:pt x="2236" y="4506"/>
                    <a:pt x="1722" y="3913"/>
                  </a:cubicBezTo>
                  <a:cubicBezTo>
                    <a:pt x="1025" y="3110"/>
                    <a:pt x="632" y="2044"/>
                    <a:pt x="744" y="1261"/>
                  </a:cubicBezTo>
                  <a:cubicBezTo>
                    <a:pt x="780" y="1011"/>
                    <a:pt x="880" y="846"/>
                    <a:pt x="1058" y="744"/>
                  </a:cubicBezTo>
                  <a:cubicBezTo>
                    <a:pt x="1222" y="650"/>
                    <a:pt x="1435" y="614"/>
                    <a:pt x="1665" y="614"/>
                  </a:cubicBezTo>
                  <a:close/>
                  <a:moveTo>
                    <a:pt x="1676" y="1"/>
                  </a:moveTo>
                  <a:cubicBezTo>
                    <a:pt x="1349" y="1"/>
                    <a:pt x="1025" y="56"/>
                    <a:pt x="754" y="212"/>
                  </a:cubicBezTo>
                  <a:cubicBezTo>
                    <a:pt x="413" y="408"/>
                    <a:pt x="200" y="740"/>
                    <a:pt x="138" y="1173"/>
                  </a:cubicBezTo>
                  <a:cubicBezTo>
                    <a:pt x="1" y="2137"/>
                    <a:pt x="440" y="3369"/>
                    <a:pt x="1259" y="4313"/>
                  </a:cubicBezTo>
                  <a:cubicBezTo>
                    <a:pt x="1899" y="5051"/>
                    <a:pt x="2637" y="5458"/>
                    <a:pt x="3334" y="5458"/>
                  </a:cubicBezTo>
                  <a:cubicBezTo>
                    <a:pt x="4285" y="5458"/>
                    <a:pt x="4896" y="4940"/>
                    <a:pt x="5387" y="4523"/>
                  </a:cubicBezTo>
                  <a:cubicBezTo>
                    <a:pt x="5673" y="4279"/>
                    <a:pt x="5919" y="4063"/>
                    <a:pt x="6135" y="4063"/>
                  </a:cubicBezTo>
                  <a:cubicBezTo>
                    <a:pt x="6152" y="4063"/>
                    <a:pt x="6168" y="4064"/>
                    <a:pt x="6184" y="4067"/>
                  </a:cubicBezTo>
                  <a:cubicBezTo>
                    <a:pt x="6331" y="4087"/>
                    <a:pt x="6489" y="4790"/>
                    <a:pt x="6573" y="5167"/>
                  </a:cubicBezTo>
                  <a:cubicBezTo>
                    <a:pt x="6780" y="6095"/>
                    <a:pt x="7038" y="7249"/>
                    <a:pt x="7961" y="7634"/>
                  </a:cubicBezTo>
                  <a:cubicBezTo>
                    <a:pt x="8351" y="7795"/>
                    <a:pt x="8820" y="7874"/>
                    <a:pt x="9312" y="7874"/>
                  </a:cubicBezTo>
                  <a:cubicBezTo>
                    <a:pt x="10648" y="7874"/>
                    <a:pt x="12162" y="7296"/>
                    <a:pt x="12747" y="6223"/>
                  </a:cubicBezTo>
                  <a:cubicBezTo>
                    <a:pt x="12946" y="5856"/>
                    <a:pt x="12980" y="5492"/>
                    <a:pt x="12845" y="5141"/>
                  </a:cubicBezTo>
                  <a:cubicBezTo>
                    <a:pt x="12480" y="4188"/>
                    <a:pt x="10912" y="3567"/>
                    <a:pt x="9338" y="3011"/>
                  </a:cubicBezTo>
                  <a:cubicBezTo>
                    <a:pt x="7409" y="2331"/>
                    <a:pt x="3393" y="382"/>
                    <a:pt x="3352" y="363"/>
                  </a:cubicBezTo>
                  <a:cubicBezTo>
                    <a:pt x="3346" y="360"/>
                    <a:pt x="3340" y="358"/>
                    <a:pt x="3334" y="354"/>
                  </a:cubicBezTo>
                  <a:cubicBezTo>
                    <a:pt x="3216" y="306"/>
                    <a:pt x="2440" y="1"/>
                    <a:pt x="16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67"/>
            <p:cNvSpPr/>
            <p:nvPr/>
          </p:nvSpPr>
          <p:spPr>
            <a:xfrm>
              <a:off x="4741275" y="1172625"/>
              <a:ext cx="66575" cy="66575"/>
            </a:xfrm>
            <a:custGeom>
              <a:rect b="b" l="l" r="r" t="t"/>
              <a:pathLst>
                <a:path extrusionOk="0" h="2663" w="2663">
                  <a:moveTo>
                    <a:pt x="0" y="2663"/>
                  </a:moveTo>
                  <a:lnTo>
                    <a:pt x="2662"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67"/>
            <p:cNvSpPr/>
            <p:nvPr/>
          </p:nvSpPr>
          <p:spPr>
            <a:xfrm>
              <a:off x="4731050" y="1165075"/>
              <a:ext cx="85100" cy="81775"/>
            </a:xfrm>
            <a:custGeom>
              <a:rect b="b" l="l" r="r" t="t"/>
              <a:pathLst>
                <a:path extrusionOk="0" h="3271" w="3404">
                  <a:moveTo>
                    <a:pt x="3068" y="0"/>
                  </a:moveTo>
                  <a:cubicBezTo>
                    <a:pt x="2991" y="0"/>
                    <a:pt x="2914" y="29"/>
                    <a:pt x="2854" y="87"/>
                  </a:cubicBezTo>
                  <a:lnTo>
                    <a:pt x="193" y="2748"/>
                  </a:lnTo>
                  <a:cubicBezTo>
                    <a:pt x="0" y="2940"/>
                    <a:pt x="137" y="3270"/>
                    <a:pt x="409" y="3270"/>
                  </a:cubicBezTo>
                  <a:cubicBezTo>
                    <a:pt x="491" y="3270"/>
                    <a:pt x="569" y="3238"/>
                    <a:pt x="626" y="3181"/>
                  </a:cubicBezTo>
                  <a:lnTo>
                    <a:pt x="3287" y="519"/>
                  </a:lnTo>
                  <a:cubicBezTo>
                    <a:pt x="3403" y="399"/>
                    <a:pt x="3401" y="207"/>
                    <a:pt x="3284" y="90"/>
                  </a:cubicBezTo>
                  <a:cubicBezTo>
                    <a:pt x="3224" y="30"/>
                    <a:pt x="3146" y="0"/>
                    <a:pt x="306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67"/>
            <p:cNvSpPr/>
            <p:nvPr/>
          </p:nvSpPr>
          <p:spPr>
            <a:xfrm>
              <a:off x="4449025" y="1051100"/>
              <a:ext cx="34775" cy="78150"/>
            </a:xfrm>
            <a:custGeom>
              <a:rect b="b" l="l" r="r" t="t"/>
              <a:pathLst>
                <a:path extrusionOk="0" h="3126" w="1391">
                  <a:moveTo>
                    <a:pt x="1" y="3126"/>
                  </a:moveTo>
                  <a:lnTo>
                    <a:pt x="1390" y="1"/>
                  </a:ln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67"/>
            <p:cNvSpPr/>
            <p:nvPr/>
          </p:nvSpPr>
          <p:spPr>
            <a:xfrm>
              <a:off x="4439775" y="1043475"/>
              <a:ext cx="52725" cy="93425"/>
            </a:xfrm>
            <a:custGeom>
              <a:rect b="b" l="l" r="r" t="t"/>
              <a:pathLst>
                <a:path extrusionOk="0" h="3737" w="2109">
                  <a:moveTo>
                    <a:pt x="1761" y="0"/>
                  </a:moveTo>
                  <a:cubicBezTo>
                    <a:pt x="1643" y="0"/>
                    <a:pt x="1531" y="68"/>
                    <a:pt x="1480" y="182"/>
                  </a:cubicBezTo>
                  <a:lnTo>
                    <a:pt x="91" y="3307"/>
                  </a:lnTo>
                  <a:cubicBezTo>
                    <a:pt x="1" y="3508"/>
                    <a:pt x="149" y="3737"/>
                    <a:pt x="371" y="3737"/>
                  </a:cubicBezTo>
                  <a:cubicBezTo>
                    <a:pt x="492" y="3737"/>
                    <a:pt x="601" y="3666"/>
                    <a:pt x="650" y="3556"/>
                  </a:cubicBezTo>
                  <a:lnTo>
                    <a:pt x="2040" y="431"/>
                  </a:lnTo>
                  <a:cubicBezTo>
                    <a:pt x="2109" y="277"/>
                    <a:pt x="2039" y="95"/>
                    <a:pt x="1885" y="27"/>
                  </a:cubicBezTo>
                  <a:cubicBezTo>
                    <a:pt x="1845" y="9"/>
                    <a:pt x="1802" y="0"/>
                    <a:pt x="176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67"/>
            <p:cNvSpPr/>
            <p:nvPr/>
          </p:nvSpPr>
          <p:spPr>
            <a:xfrm>
              <a:off x="4963425" y="1742925"/>
              <a:ext cx="355200" cy="389300"/>
            </a:xfrm>
            <a:custGeom>
              <a:rect b="b" l="l" r="r" t="t"/>
              <a:pathLst>
                <a:path extrusionOk="0" h="15572" w="14208">
                  <a:moveTo>
                    <a:pt x="11745" y="0"/>
                  </a:moveTo>
                  <a:cubicBezTo>
                    <a:pt x="11745" y="0"/>
                    <a:pt x="4073" y="6821"/>
                    <a:pt x="2084" y="8809"/>
                  </a:cubicBezTo>
                  <a:cubicBezTo>
                    <a:pt x="95" y="10798"/>
                    <a:pt x="1" y="14587"/>
                    <a:pt x="1895" y="15439"/>
                  </a:cubicBezTo>
                  <a:cubicBezTo>
                    <a:pt x="2098" y="15531"/>
                    <a:pt x="2348" y="15572"/>
                    <a:pt x="2634" y="15572"/>
                  </a:cubicBezTo>
                  <a:cubicBezTo>
                    <a:pt x="5011" y="15572"/>
                    <a:pt x="9858" y="12706"/>
                    <a:pt x="10704" y="12029"/>
                  </a:cubicBezTo>
                  <a:cubicBezTo>
                    <a:pt x="11651" y="11272"/>
                    <a:pt x="14208" y="474"/>
                    <a:pt x="117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67"/>
            <p:cNvSpPr/>
            <p:nvPr/>
          </p:nvSpPr>
          <p:spPr>
            <a:xfrm>
              <a:off x="4963175" y="1735275"/>
              <a:ext cx="340650" cy="404475"/>
            </a:xfrm>
            <a:custGeom>
              <a:rect b="b" l="l" r="r" t="t"/>
              <a:pathLst>
                <a:path extrusionOk="0" h="16179" w="13626">
                  <a:moveTo>
                    <a:pt x="11828" y="651"/>
                  </a:moveTo>
                  <a:lnTo>
                    <a:pt x="11828" y="652"/>
                  </a:lnTo>
                  <a:cubicBezTo>
                    <a:pt x="12052" y="765"/>
                    <a:pt x="12224" y="1056"/>
                    <a:pt x="12338" y="1517"/>
                  </a:cubicBezTo>
                  <a:cubicBezTo>
                    <a:pt x="13034" y="4335"/>
                    <a:pt x="11168" y="11580"/>
                    <a:pt x="10521" y="12096"/>
                  </a:cubicBezTo>
                  <a:cubicBezTo>
                    <a:pt x="9523" y="12897"/>
                    <a:pt x="4799" y="15576"/>
                    <a:pt x="2652" y="15576"/>
                  </a:cubicBezTo>
                  <a:cubicBezTo>
                    <a:pt x="2409" y="15576"/>
                    <a:pt x="2198" y="15542"/>
                    <a:pt x="2030" y="15466"/>
                  </a:cubicBezTo>
                  <a:cubicBezTo>
                    <a:pt x="1464" y="15212"/>
                    <a:pt x="1068" y="14612"/>
                    <a:pt x="915" y="13778"/>
                  </a:cubicBezTo>
                  <a:cubicBezTo>
                    <a:pt x="637" y="12260"/>
                    <a:pt x="1210" y="10431"/>
                    <a:pt x="2310" y="9331"/>
                  </a:cubicBezTo>
                  <a:cubicBezTo>
                    <a:pt x="4128" y="7513"/>
                    <a:pt x="10807" y="1560"/>
                    <a:pt x="11828" y="651"/>
                  </a:cubicBezTo>
                  <a:close/>
                  <a:moveTo>
                    <a:pt x="11755" y="0"/>
                  </a:moveTo>
                  <a:cubicBezTo>
                    <a:pt x="11681" y="0"/>
                    <a:pt x="11608" y="28"/>
                    <a:pt x="11551" y="78"/>
                  </a:cubicBezTo>
                  <a:cubicBezTo>
                    <a:pt x="11474" y="145"/>
                    <a:pt x="3850" y="6926"/>
                    <a:pt x="1877" y="8899"/>
                  </a:cubicBezTo>
                  <a:cubicBezTo>
                    <a:pt x="643" y="10132"/>
                    <a:pt x="1" y="12184"/>
                    <a:pt x="312" y="13888"/>
                  </a:cubicBezTo>
                  <a:cubicBezTo>
                    <a:pt x="503" y="14926"/>
                    <a:pt x="1023" y="15685"/>
                    <a:pt x="1779" y="16024"/>
                  </a:cubicBezTo>
                  <a:cubicBezTo>
                    <a:pt x="2016" y="16131"/>
                    <a:pt x="2300" y="16178"/>
                    <a:pt x="2625" y="16178"/>
                  </a:cubicBezTo>
                  <a:cubicBezTo>
                    <a:pt x="5231" y="16178"/>
                    <a:pt x="10257" y="13093"/>
                    <a:pt x="10905" y="12575"/>
                  </a:cubicBezTo>
                  <a:cubicBezTo>
                    <a:pt x="11876" y="11797"/>
                    <a:pt x="13625" y="4177"/>
                    <a:pt x="12932" y="1372"/>
                  </a:cubicBezTo>
                  <a:cubicBezTo>
                    <a:pt x="12733" y="571"/>
                    <a:pt x="12357" y="111"/>
                    <a:pt x="11813" y="6"/>
                  </a:cubicBezTo>
                  <a:cubicBezTo>
                    <a:pt x="11794" y="2"/>
                    <a:pt x="11774" y="0"/>
                    <a:pt x="117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67"/>
            <p:cNvSpPr/>
            <p:nvPr/>
          </p:nvSpPr>
          <p:spPr>
            <a:xfrm>
              <a:off x="5303800" y="2169800"/>
              <a:ext cx="690925" cy="680600"/>
            </a:xfrm>
            <a:custGeom>
              <a:rect b="b" l="l" r="r" t="t"/>
              <a:pathLst>
                <a:path extrusionOk="0" h="27224" w="27637">
                  <a:moveTo>
                    <a:pt x="17325" y="0"/>
                  </a:moveTo>
                  <a:lnTo>
                    <a:pt x="0" y="11137"/>
                  </a:lnTo>
                  <a:lnTo>
                    <a:pt x="3712" y="27224"/>
                  </a:lnTo>
                  <a:cubicBezTo>
                    <a:pt x="3712" y="27224"/>
                    <a:pt x="23512" y="16912"/>
                    <a:pt x="25574" y="13613"/>
                  </a:cubicBezTo>
                  <a:cubicBezTo>
                    <a:pt x="27637" y="10313"/>
                    <a:pt x="17325" y="0"/>
                    <a:pt x="1732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67"/>
            <p:cNvSpPr/>
            <p:nvPr/>
          </p:nvSpPr>
          <p:spPr>
            <a:xfrm>
              <a:off x="5295625" y="2162175"/>
              <a:ext cx="679925" cy="695875"/>
            </a:xfrm>
            <a:custGeom>
              <a:rect b="b" l="l" r="r" t="t"/>
              <a:pathLst>
                <a:path extrusionOk="0" h="27835" w="27197">
                  <a:moveTo>
                    <a:pt x="17609" y="696"/>
                  </a:moveTo>
                  <a:cubicBezTo>
                    <a:pt x="20530" y="3654"/>
                    <a:pt x="27196" y="11268"/>
                    <a:pt x="25642" y="13755"/>
                  </a:cubicBezTo>
                  <a:cubicBezTo>
                    <a:pt x="23795" y="16709"/>
                    <a:pt x="6907" y="25674"/>
                    <a:pt x="4249" y="27074"/>
                  </a:cubicBezTo>
                  <a:lnTo>
                    <a:pt x="674" y="11584"/>
                  </a:lnTo>
                  <a:lnTo>
                    <a:pt x="17609" y="696"/>
                  </a:lnTo>
                  <a:close/>
                  <a:moveTo>
                    <a:pt x="17650" y="0"/>
                  </a:moveTo>
                  <a:cubicBezTo>
                    <a:pt x="17594" y="0"/>
                    <a:pt x="17536" y="16"/>
                    <a:pt x="17486" y="48"/>
                  </a:cubicBezTo>
                  <a:lnTo>
                    <a:pt x="162" y="11186"/>
                  </a:lnTo>
                  <a:cubicBezTo>
                    <a:pt x="54" y="11256"/>
                    <a:pt x="0" y="11385"/>
                    <a:pt x="29" y="11512"/>
                  </a:cubicBezTo>
                  <a:lnTo>
                    <a:pt x="3741" y="27599"/>
                  </a:lnTo>
                  <a:cubicBezTo>
                    <a:pt x="3774" y="27736"/>
                    <a:pt x="3898" y="27835"/>
                    <a:pt x="4039" y="27835"/>
                  </a:cubicBezTo>
                  <a:cubicBezTo>
                    <a:pt x="4089" y="27835"/>
                    <a:pt x="4137" y="27824"/>
                    <a:pt x="4181" y="27801"/>
                  </a:cubicBezTo>
                  <a:cubicBezTo>
                    <a:pt x="4992" y="27378"/>
                    <a:pt x="24078" y="17413"/>
                    <a:pt x="26161" y="14080"/>
                  </a:cubicBezTo>
                  <a:cubicBezTo>
                    <a:pt x="27092" y="12592"/>
                    <a:pt x="25958" y="9768"/>
                    <a:pt x="22792" y="5687"/>
                  </a:cubicBezTo>
                  <a:cubicBezTo>
                    <a:pt x="20487" y="2716"/>
                    <a:pt x="17893" y="116"/>
                    <a:pt x="17868" y="90"/>
                  </a:cubicBezTo>
                  <a:cubicBezTo>
                    <a:pt x="17808" y="31"/>
                    <a:pt x="17730" y="0"/>
                    <a:pt x="1765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67"/>
            <p:cNvSpPr/>
            <p:nvPr/>
          </p:nvSpPr>
          <p:spPr>
            <a:xfrm>
              <a:off x="5155250" y="1720875"/>
              <a:ext cx="703275" cy="1107200"/>
            </a:xfrm>
            <a:custGeom>
              <a:rect b="b" l="l" r="r" t="t"/>
              <a:pathLst>
                <a:path extrusionOk="0" h="44288" w="28131">
                  <a:moveTo>
                    <a:pt x="11663" y="1"/>
                  </a:moveTo>
                  <a:cubicBezTo>
                    <a:pt x="10696" y="1"/>
                    <a:pt x="10040" y="220"/>
                    <a:pt x="10040" y="220"/>
                  </a:cubicBezTo>
                  <a:cubicBezTo>
                    <a:pt x="10040" y="220"/>
                    <a:pt x="9267" y="152"/>
                    <a:pt x="8252" y="152"/>
                  </a:cubicBezTo>
                  <a:cubicBezTo>
                    <a:pt x="6857" y="152"/>
                    <a:pt x="5005" y="279"/>
                    <a:pt x="4072" y="882"/>
                  </a:cubicBezTo>
                  <a:cubicBezTo>
                    <a:pt x="2463" y="1924"/>
                    <a:pt x="1326" y="11586"/>
                    <a:pt x="1041" y="17364"/>
                  </a:cubicBezTo>
                  <a:cubicBezTo>
                    <a:pt x="758" y="23141"/>
                    <a:pt x="0" y="27783"/>
                    <a:pt x="379" y="28920"/>
                  </a:cubicBezTo>
                  <a:cubicBezTo>
                    <a:pt x="758" y="30056"/>
                    <a:pt x="10608" y="42465"/>
                    <a:pt x="12029" y="44171"/>
                  </a:cubicBezTo>
                  <a:cubicBezTo>
                    <a:pt x="12095" y="44250"/>
                    <a:pt x="12183" y="44288"/>
                    <a:pt x="12290" y="44288"/>
                  </a:cubicBezTo>
                  <a:cubicBezTo>
                    <a:pt x="14492" y="44288"/>
                    <a:pt x="24985" y="28284"/>
                    <a:pt x="26521" y="24942"/>
                  </a:cubicBezTo>
                  <a:cubicBezTo>
                    <a:pt x="28131" y="21437"/>
                    <a:pt x="27089" y="18217"/>
                    <a:pt x="25006" y="13386"/>
                  </a:cubicBezTo>
                  <a:cubicBezTo>
                    <a:pt x="22922" y="8556"/>
                    <a:pt x="18470" y="4103"/>
                    <a:pt x="15818" y="1641"/>
                  </a:cubicBezTo>
                  <a:cubicBezTo>
                    <a:pt x="14381" y="307"/>
                    <a:pt x="12805" y="1"/>
                    <a:pt x="116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67"/>
            <p:cNvSpPr/>
            <p:nvPr/>
          </p:nvSpPr>
          <p:spPr>
            <a:xfrm>
              <a:off x="5151400" y="1713075"/>
              <a:ext cx="716700" cy="1122625"/>
            </a:xfrm>
            <a:custGeom>
              <a:rect b="b" l="l" r="r" t="t"/>
              <a:pathLst>
                <a:path extrusionOk="0" h="44905" w="28668">
                  <a:moveTo>
                    <a:pt x="11811" y="621"/>
                  </a:moveTo>
                  <a:cubicBezTo>
                    <a:pt x="12896" y="621"/>
                    <a:pt x="14399" y="909"/>
                    <a:pt x="15764" y="2177"/>
                  </a:cubicBezTo>
                  <a:cubicBezTo>
                    <a:pt x="20295" y="6383"/>
                    <a:pt x="23361" y="10299"/>
                    <a:pt x="24880" y="13818"/>
                  </a:cubicBezTo>
                  <a:cubicBezTo>
                    <a:pt x="26843" y="18371"/>
                    <a:pt x="28010" y="21617"/>
                    <a:pt x="26397" y="25125"/>
                  </a:cubicBezTo>
                  <a:cubicBezTo>
                    <a:pt x="24405" y="29462"/>
                    <a:pt x="14158" y="44303"/>
                    <a:pt x="12506" y="44303"/>
                  </a:cubicBezTo>
                  <a:cubicBezTo>
                    <a:pt x="12473" y="44303"/>
                    <a:pt x="12444" y="44297"/>
                    <a:pt x="12418" y="44285"/>
                  </a:cubicBezTo>
                  <a:cubicBezTo>
                    <a:pt x="10573" y="42071"/>
                    <a:pt x="1158" y="30140"/>
                    <a:pt x="823" y="29134"/>
                  </a:cubicBezTo>
                  <a:cubicBezTo>
                    <a:pt x="621" y="28527"/>
                    <a:pt x="798" y="26576"/>
                    <a:pt x="1020" y="24106"/>
                  </a:cubicBezTo>
                  <a:cubicBezTo>
                    <a:pt x="1183" y="22313"/>
                    <a:pt x="1384" y="20079"/>
                    <a:pt x="1501" y="17690"/>
                  </a:cubicBezTo>
                  <a:cubicBezTo>
                    <a:pt x="1855" y="10524"/>
                    <a:pt x="3100" y="2287"/>
                    <a:pt x="4392" y="1451"/>
                  </a:cubicBezTo>
                  <a:cubicBezTo>
                    <a:pt x="5261" y="889"/>
                    <a:pt x="7036" y="770"/>
                    <a:pt x="8390" y="770"/>
                  </a:cubicBezTo>
                  <a:cubicBezTo>
                    <a:pt x="9383" y="770"/>
                    <a:pt x="10150" y="834"/>
                    <a:pt x="10168" y="836"/>
                  </a:cubicBezTo>
                  <a:cubicBezTo>
                    <a:pt x="10177" y="837"/>
                    <a:pt x="10186" y="837"/>
                    <a:pt x="10194" y="837"/>
                  </a:cubicBezTo>
                  <a:cubicBezTo>
                    <a:pt x="10227" y="837"/>
                    <a:pt x="10260" y="832"/>
                    <a:pt x="10291" y="822"/>
                  </a:cubicBezTo>
                  <a:cubicBezTo>
                    <a:pt x="10304" y="817"/>
                    <a:pt x="10915" y="621"/>
                    <a:pt x="11811" y="621"/>
                  </a:cubicBezTo>
                  <a:close/>
                  <a:moveTo>
                    <a:pt x="11828" y="0"/>
                  </a:moveTo>
                  <a:cubicBezTo>
                    <a:pt x="10982" y="0"/>
                    <a:pt x="10359" y="162"/>
                    <a:pt x="10161" y="221"/>
                  </a:cubicBezTo>
                  <a:cubicBezTo>
                    <a:pt x="9950" y="205"/>
                    <a:pt x="9266" y="156"/>
                    <a:pt x="8408" y="156"/>
                  </a:cubicBezTo>
                  <a:cubicBezTo>
                    <a:pt x="6974" y="156"/>
                    <a:pt x="5056" y="292"/>
                    <a:pt x="4060" y="937"/>
                  </a:cubicBezTo>
                  <a:cubicBezTo>
                    <a:pt x="2082" y="2219"/>
                    <a:pt x="1085" y="13729"/>
                    <a:pt x="891" y="17661"/>
                  </a:cubicBezTo>
                  <a:cubicBezTo>
                    <a:pt x="773" y="20037"/>
                    <a:pt x="573" y="22263"/>
                    <a:pt x="410" y="24051"/>
                  </a:cubicBezTo>
                  <a:cubicBezTo>
                    <a:pt x="163" y="26790"/>
                    <a:pt x="0" y="28600"/>
                    <a:pt x="243" y="29328"/>
                  </a:cubicBezTo>
                  <a:cubicBezTo>
                    <a:pt x="654" y="30562"/>
                    <a:pt x="10675" y="43149"/>
                    <a:pt x="11949" y="44678"/>
                  </a:cubicBezTo>
                  <a:cubicBezTo>
                    <a:pt x="12073" y="44826"/>
                    <a:pt x="12246" y="44905"/>
                    <a:pt x="12446" y="44905"/>
                  </a:cubicBezTo>
                  <a:cubicBezTo>
                    <a:pt x="12481" y="44904"/>
                    <a:pt x="12517" y="44901"/>
                    <a:pt x="12552" y="44897"/>
                  </a:cubicBezTo>
                  <a:cubicBezTo>
                    <a:pt x="15078" y="44562"/>
                    <a:pt x="25466" y="28619"/>
                    <a:pt x="26953" y="25381"/>
                  </a:cubicBezTo>
                  <a:cubicBezTo>
                    <a:pt x="28667" y="21650"/>
                    <a:pt x="27408" y="18135"/>
                    <a:pt x="25441" y="13576"/>
                  </a:cubicBezTo>
                  <a:cubicBezTo>
                    <a:pt x="23889" y="9979"/>
                    <a:pt x="20773" y="5992"/>
                    <a:pt x="16180" y="1728"/>
                  </a:cubicBezTo>
                  <a:cubicBezTo>
                    <a:pt x="14670" y="325"/>
                    <a:pt x="13026" y="0"/>
                    <a:pt x="118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67"/>
            <p:cNvSpPr/>
            <p:nvPr/>
          </p:nvSpPr>
          <p:spPr>
            <a:xfrm>
              <a:off x="5380200" y="1851550"/>
              <a:ext cx="295000" cy="407600"/>
            </a:xfrm>
            <a:custGeom>
              <a:rect b="b" l="l" r="r" t="t"/>
              <a:pathLst>
                <a:path extrusionOk="0" h="16304" w="11800">
                  <a:moveTo>
                    <a:pt x="9835" y="1"/>
                  </a:moveTo>
                  <a:cubicBezTo>
                    <a:pt x="6881" y="1"/>
                    <a:pt x="1490" y="4488"/>
                    <a:pt x="948" y="6454"/>
                  </a:cubicBezTo>
                  <a:cubicBezTo>
                    <a:pt x="948" y="6454"/>
                    <a:pt x="922" y="6584"/>
                    <a:pt x="880" y="6820"/>
                  </a:cubicBezTo>
                  <a:cubicBezTo>
                    <a:pt x="758" y="7500"/>
                    <a:pt x="496" y="9051"/>
                    <a:pt x="285" y="10811"/>
                  </a:cubicBezTo>
                  <a:cubicBezTo>
                    <a:pt x="1" y="13178"/>
                    <a:pt x="96" y="16304"/>
                    <a:pt x="852" y="16304"/>
                  </a:cubicBezTo>
                  <a:cubicBezTo>
                    <a:pt x="1610" y="16304"/>
                    <a:pt x="11557" y="9106"/>
                    <a:pt x="11745" y="2570"/>
                  </a:cubicBezTo>
                  <a:cubicBezTo>
                    <a:pt x="11799" y="710"/>
                    <a:pt x="11010" y="1"/>
                    <a:pt x="9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67"/>
            <p:cNvSpPr/>
            <p:nvPr/>
          </p:nvSpPr>
          <p:spPr>
            <a:xfrm>
              <a:off x="5372500" y="1843925"/>
              <a:ext cx="310525" cy="422900"/>
            </a:xfrm>
            <a:custGeom>
              <a:rect b="b" l="l" r="r" t="t"/>
              <a:pathLst>
                <a:path extrusionOk="0" h="16916" w="12421">
                  <a:moveTo>
                    <a:pt x="10142" y="612"/>
                  </a:moveTo>
                  <a:cubicBezTo>
                    <a:pt x="10257" y="612"/>
                    <a:pt x="10368" y="619"/>
                    <a:pt x="10474" y="635"/>
                  </a:cubicBezTo>
                  <a:cubicBezTo>
                    <a:pt x="11370" y="770"/>
                    <a:pt x="11786" y="1499"/>
                    <a:pt x="11747" y="2866"/>
                  </a:cubicBezTo>
                  <a:cubicBezTo>
                    <a:pt x="11562" y="9242"/>
                    <a:pt x="1922" y="16149"/>
                    <a:pt x="1175" y="16307"/>
                  </a:cubicBezTo>
                  <a:cubicBezTo>
                    <a:pt x="843" y="16137"/>
                    <a:pt x="573" y="13846"/>
                    <a:pt x="896" y="11152"/>
                  </a:cubicBezTo>
                  <a:cubicBezTo>
                    <a:pt x="1111" y="9363"/>
                    <a:pt x="1382" y="7778"/>
                    <a:pt x="1489" y="7180"/>
                  </a:cubicBezTo>
                  <a:lnTo>
                    <a:pt x="1554" y="6827"/>
                  </a:lnTo>
                  <a:cubicBezTo>
                    <a:pt x="2091" y="4947"/>
                    <a:pt x="7390" y="612"/>
                    <a:pt x="10142" y="612"/>
                  </a:cubicBezTo>
                  <a:close/>
                  <a:moveTo>
                    <a:pt x="10158" y="1"/>
                  </a:moveTo>
                  <a:cubicBezTo>
                    <a:pt x="7090" y="1"/>
                    <a:pt x="1554" y="4523"/>
                    <a:pt x="960" y="6677"/>
                  </a:cubicBezTo>
                  <a:lnTo>
                    <a:pt x="954" y="6701"/>
                  </a:lnTo>
                  <a:lnTo>
                    <a:pt x="887" y="7071"/>
                  </a:lnTo>
                  <a:cubicBezTo>
                    <a:pt x="779" y="7676"/>
                    <a:pt x="506" y="9274"/>
                    <a:pt x="289" y="11079"/>
                  </a:cubicBezTo>
                  <a:cubicBezTo>
                    <a:pt x="77" y="12835"/>
                    <a:pt x="1" y="15911"/>
                    <a:pt x="691" y="16689"/>
                  </a:cubicBezTo>
                  <a:cubicBezTo>
                    <a:pt x="857" y="16876"/>
                    <a:pt x="1038" y="16916"/>
                    <a:pt x="1160" y="16916"/>
                  </a:cubicBezTo>
                  <a:cubicBezTo>
                    <a:pt x="2334" y="16916"/>
                    <a:pt x="12172" y="9354"/>
                    <a:pt x="12359" y="2884"/>
                  </a:cubicBezTo>
                  <a:cubicBezTo>
                    <a:pt x="12421" y="758"/>
                    <a:pt x="11417" y="159"/>
                    <a:pt x="10564" y="30"/>
                  </a:cubicBezTo>
                  <a:cubicBezTo>
                    <a:pt x="10435" y="10"/>
                    <a:pt x="10299" y="1"/>
                    <a:pt x="1015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67"/>
            <p:cNvSpPr/>
            <p:nvPr/>
          </p:nvSpPr>
          <p:spPr>
            <a:xfrm>
              <a:off x="5337550" y="1666475"/>
              <a:ext cx="362350" cy="431725"/>
            </a:xfrm>
            <a:custGeom>
              <a:rect b="b" l="l" r="r" t="t"/>
              <a:pathLst>
                <a:path extrusionOk="0" h="17269" w="14494">
                  <a:moveTo>
                    <a:pt x="5169" y="0"/>
                  </a:moveTo>
                  <a:cubicBezTo>
                    <a:pt x="3951" y="0"/>
                    <a:pt x="2874" y="280"/>
                    <a:pt x="2180" y="974"/>
                  </a:cubicBezTo>
                  <a:cubicBezTo>
                    <a:pt x="2180" y="974"/>
                    <a:pt x="1232" y="4479"/>
                    <a:pt x="1232" y="5048"/>
                  </a:cubicBezTo>
                  <a:cubicBezTo>
                    <a:pt x="1232" y="5616"/>
                    <a:pt x="1611" y="7036"/>
                    <a:pt x="1611" y="7036"/>
                  </a:cubicBezTo>
                  <a:cubicBezTo>
                    <a:pt x="1611" y="7036"/>
                    <a:pt x="1" y="9594"/>
                    <a:pt x="190" y="9879"/>
                  </a:cubicBezTo>
                  <a:cubicBezTo>
                    <a:pt x="379" y="10162"/>
                    <a:pt x="948" y="10636"/>
                    <a:pt x="948" y="10636"/>
                  </a:cubicBezTo>
                  <a:cubicBezTo>
                    <a:pt x="948" y="10636"/>
                    <a:pt x="759" y="14236"/>
                    <a:pt x="1516" y="14993"/>
                  </a:cubicBezTo>
                  <a:cubicBezTo>
                    <a:pt x="1853" y="15330"/>
                    <a:pt x="2656" y="15423"/>
                    <a:pt x="3446" y="15423"/>
                  </a:cubicBezTo>
                  <a:cubicBezTo>
                    <a:pt x="4434" y="15423"/>
                    <a:pt x="5400" y="15277"/>
                    <a:pt x="5400" y="15277"/>
                  </a:cubicBezTo>
                  <a:lnTo>
                    <a:pt x="5400" y="15277"/>
                  </a:lnTo>
                  <a:cubicBezTo>
                    <a:pt x="5400" y="15277"/>
                    <a:pt x="3885" y="17171"/>
                    <a:pt x="5589" y="17266"/>
                  </a:cubicBezTo>
                  <a:cubicBezTo>
                    <a:pt x="5610" y="17268"/>
                    <a:pt x="5632" y="17268"/>
                    <a:pt x="5654" y="17268"/>
                  </a:cubicBezTo>
                  <a:cubicBezTo>
                    <a:pt x="7406" y="17268"/>
                    <a:pt x="11857" y="13545"/>
                    <a:pt x="13168" y="11394"/>
                  </a:cubicBezTo>
                  <a:cubicBezTo>
                    <a:pt x="14494" y="9215"/>
                    <a:pt x="14398" y="5237"/>
                    <a:pt x="13168" y="3247"/>
                  </a:cubicBezTo>
                  <a:cubicBezTo>
                    <a:pt x="12283" y="1819"/>
                    <a:pt x="8272" y="0"/>
                    <a:pt x="51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67"/>
            <p:cNvSpPr/>
            <p:nvPr/>
          </p:nvSpPr>
          <p:spPr>
            <a:xfrm>
              <a:off x="5328600" y="1658800"/>
              <a:ext cx="378100" cy="447050"/>
            </a:xfrm>
            <a:custGeom>
              <a:rect b="b" l="l" r="r" t="t"/>
              <a:pathLst>
                <a:path extrusionOk="0" h="17882" w="15124">
                  <a:moveTo>
                    <a:pt x="5520" y="612"/>
                  </a:moveTo>
                  <a:cubicBezTo>
                    <a:pt x="5882" y="612"/>
                    <a:pt x="6235" y="638"/>
                    <a:pt x="6558" y="675"/>
                  </a:cubicBezTo>
                  <a:cubicBezTo>
                    <a:pt x="9486" y="1014"/>
                    <a:pt x="12569" y="2589"/>
                    <a:pt x="13265" y="3715"/>
                  </a:cubicBezTo>
                  <a:cubicBezTo>
                    <a:pt x="14477" y="5673"/>
                    <a:pt x="14477" y="9549"/>
                    <a:pt x="13264" y="11542"/>
                  </a:cubicBezTo>
                  <a:cubicBezTo>
                    <a:pt x="11973" y="13663"/>
                    <a:pt x="7625" y="17269"/>
                    <a:pt x="6020" y="17269"/>
                  </a:cubicBezTo>
                  <a:cubicBezTo>
                    <a:pt x="6003" y="17269"/>
                    <a:pt x="5984" y="17268"/>
                    <a:pt x="5965" y="17268"/>
                  </a:cubicBezTo>
                  <a:cubicBezTo>
                    <a:pt x="5808" y="17259"/>
                    <a:pt x="5533" y="17221"/>
                    <a:pt x="5467" y="17074"/>
                  </a:cubicBezTo>
                  <a:cubicBezTo>
                    <a:pt x="5342" y="16797"/>
                    <a:pt x="5710" y="16134"/>
                    <a:pt x="5997" y="15774"/>
                  </a:cubicBezTo>
                  <a:cubicBezTo>
                    <a:pt x="6157" y="15574"/>
                    <a:pt x="6015" y="15278"/>
                    <a:pt x="5758" y="15278"/>
                  </a:cubicBezTo>
                  <a:cubicBezTo>
                    <a:pt x="5742" y="15278"/>
                    <a:pt x="5728" y="15279"/>
                    <a:pt x="5712" y="15282"/>
                  </a:cubicBezTo>
                  <a:cubicBezTo>
                    <a:pt x="5164" y="15365"/>
                    <a:pt x="4476" y="15423"/>
                    <a:pt x="3842" y="15423"/>
                  </a:cubicBezTo>
                  <a:cubicBezTo>
                    <a:pt x="3049" y="15423"/>
                    <a:pt x="2340" y="15332"/>
                    <a:pt x="2091" y="15084"/>
                  </a:cubicBezTo>
                  <a:cubicBezTo>
                    <a:pt x="1610" y="14602"/>
                    <a:pt x="1542" y="12298"/>
                    <a:pt x="1612" y="10959"/>
                  </a:cubicBezTo>
                  <a:cubicBezTo>
                    <a:pt x="1617" y="10862"/>
                    <a:pt x="1576" y="10769"/>
                    <a:pt x="1502" y="10707"/>
                  </a:cubicBezTo>
                  <a:cubicBezTo>
                    <a:pt x="1317" y="10552"/>
                    <a:pt x="996" y="10261"/>
                    <a:pt x="846" y="10074"/>
                  </a:cubicBezTo>
                  <a:cubicBezTo>
                    <a:pt x="920" y="9726"/>
                    <a:pt x="1602" y="8503"/>
                    <a:pt x="2229" y="7507"/>
                  </a:cubicBezTo>
                  <a:cubicBezTo>
                    <a:pt x="2274" y="7435"/>
                    <a:pt x="2288" y="7346"/>
                    <a:pt x="2266" y="7263"/>
                  </a:cubicBezTo>
                  <a:cubicBezTo>
                    <a:pt x="2164" y="6879"/>
                    <a:pt x="1898" y="5787"/>
                    <a:pt x="1898" y="5354"/>
                  </a:cubicBezTo>
                  <a:cubicBezTo>
                    <a:pt x="1898" y="4977"/>
                    <a:pt x="2449" y="2790"/>
                    <a:pt x="2812" y="1442"/>
                  </a:cubicBezTo>
                  <a:cubicBezTo>
                    <a:pt x="3501" y="799"/>
                    <a:pt x="4543" y="612"/>
                    <a:pt x="5520" y="612"/>
                  </a:cubicBezTo>
                  <a:close/>
                  <a:moveTo>
                    <a:pt x="5525" y="1"/>
                  </a:moveTo>
                  <a:cubicBezTo>
                    <a:pt x="4119" y="1"/>
                    <a:pt x="3024" y="363"/>
                    <a:pt x="2322" y="1065"/>
                  </a:cubicBezTo>
                  <a:cubicBezTo>
                    <a:pt x="2284" y="1103"/>
                    <a:pt x="2256" y="1150"/>
                    <a:pt x="2243" y="1202"/>
                  </a:cubicBezTo>
                  <a:cubicBezTo>
                    <a:pt x="2144" y="1564"/>
                    <a:pt x="1285" y="4762"/>
                    <a:pt x="1285" y="5355"/>
                  </a:cubicBezTo>
                  <a:cubicBezTo>
                    <a:pt x="1285" y="5862"/>
                    <a:pt x="1542" y="6911"/>
                    <a:pt x="1640" y="7293"/>
                  </a:cubicBezTo>
                  <a:cubicBezTo>
                    <a:pt x="1" y="9913"/>
                    <a:pt x="191" y="10200"/>
                    <a:pt x="294" y="10355"/>
                  </a:cubicBezTo>
                  <a:cubicBezTo>
                    <a:pt x="453" y="10592"/>
                    <a:pt x="806" y="10915"/>
                    <a:pt x="994" y="11077"/>
                  </a:cubicBezTo>
                  <a:cubicBezTo>
                    <a:pt x="956" y="11948"/>
                    <a:pt x="898" y="14756"/>
                    <a:pt x="1659" y="15516"/>
                  </a:cubicBezTo>
                  <a:cubicBezTo>
                    <a:pt x="2071" y="15929"/>
                    <a:pt x="2968" y="16042"/>
                    <a:pt x="3831" y="16042"/>
                  </a:cubicBezTo>
                  <a:cubicBezTo>
                    <a:pt x="4304" y="16042"/>
                    <a:pt x="4767" y="16008"/>
                    <a:pt x="5134" y="15970"/>
                  </a:cubicBezTo>
                  <a:lnTo>
                    <a:pt x="5134" y="15970"/>
                  </a:lnTo>
                  <a:cubicBezTo>
                    <a:pt x="4913" y="16374"/>
                    <a:pt x="4720" y="16902"/>
                    <a:pt x="4907" y="17323"/>
                  </a:cubicBezTo>
                  <a:cubicBezTo>
                    <a:pt x="5059" y="17663"/>
                    <a:pt x="5403" y="17849"/>
                    <a:pt x="5931" y="17879"/>
                  </a:cubicBezTo>
                  <a:cubicBezTo>
                    <a:pt x="5956" y="17880"/>
                    <a:pt x="5982" y="17881"/>
                    <a:pt x="6007" y="17881"/>
                  </a:cubicBezTo>
                  <a:cubicBezTo>
                    <a:pt x="7959" y="17881"/>
                    <a:pt x="12483" y="14002"/>
                    <a:pt x="13787" y="11861"/>
                  </a:cubicBezTo>
                  <a:cubicBezTo>
                    <a:pt x="15123" y="9666"/>
                    <a:pt x="15122" y="5552"/>
                    <a:pt x="13786" y="3394"/>
                  </a:cubicBezTo>
                  <a:cubicBezTo>
                    <a:pt x="12915" y="1987"/>
                    <a:pt x="9503" y="402"/>
                    <a:pt x="6629" y="68"/>
                  </a:cubicBezTo>
                  <a:cubicBezTo>
                    <a:pt x="6242" y="23"/>
                    <a:pt x="5874" y="1"/>
                    <a:pt x="55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67"/>
            <p:cNvSpPr/>
            <p:nvPr/>
          </p:nvSpPr>
          <p:spPr>
            <a:xfrm>
              <a:off x="5349400" y="1516775"/>
              <a:ext cx="483100" cy="429875"/>
            </a:xfrm>
            <a:custGeom>
              <a:rect b="b" l="l" r="r" t="t"/>
              <a:pathLst>
                <a:path extrusionOk="0" h="17195" w="19324">
                  <a:moveTo>
                    <a:pt x="11115" y="1"/>
                  </a:moveTo>
                  <a:cubicBezTo>
                    <a:pt x="10707" y="1"/>
                    <a:pt x="10313" y="46"/>
                    <a:pt x="9946" y="143"/>
                  </a:cubicBezTo>
                  <a:cubicBezTo>
                    <a:pt x="9946" y="143"/>
                    <a:pt x="2653" y="1090"/>
                    <a:pt x="1327" y="3931"/>
                  </a:cubicBezTo>
                  <a:cubicBezTo>
                    <a:pt x="1" y="6773"/>
                    <a:pt x="3032" y="10278"/>
                    <a:pt x="5211" y="10751"/>
                  </a:cubicBezTo>
                  <a:cubicBezTo>
                    <a:pt x="6764" y="11089"/>
                    <a:pt x="7933" y="11138"/>
                    <a:pt x="8475" y="11138"/>
                  </a:cubicBezTo>
                  <a:cubicBezTo>
                    <a:pt x="8693" y="11138"/>
                    <a:pt x="8810" y="11130"/>
                    <a:pt x="8810" y="11130"/>
                  </a:cubicBezTo>
                  <a:lnTo>
                    <a:pt x="8810" y="11130"/>
                  </a:lnTo>
                  <a:cubicBezTo>
                    <a:pt x="8810" y="11130"/>
                    <a:pt x="6537" y="13119"/>
                    <a:pt x="7957" y="13592"/>
                  </a:cubicBezTo>
                  <a:cubicBezTo>
                    <a:pt x="9378" y="14066"/>
                    <a:pt x="10042" y="13782"/>
                    <a:pt x="10042" y="14256"/>
                  </a:cubicBezTo>
                  <a:cubicBezTo>
                    <a:pt x="10042" y="14729"/>
                    <a:pt x="8620" y="16244"/>
                    <a:pt x="9852" y="16340"/>
                  </a:cubicBezTo>
                  <a:cubicBezTo>
                    <a:pt x="9879" y="16342"/>
                    <a:pt x="9905" y="16343"/>
                    <a:pt x="9930" y="16343"/>
                  </a:cubicBezTo>
                  <a:cubicBezTo>
                    <a:pt x="10982" y="16343"/>
                    <a:pt x="11394" y="14662"/>
                    <a:pt x="12006" y="14662"/>
                  </a:cubicBezTo>
                  <a:cubicBezTo>
                    <a:pt x="12074" y="14662"/>
                    <a:pt x="12145" y="14683"/>
                    <a:pt x="12220" y="14729"/>
                  </a:cubicBezTo>
                  <a:cubicBezTo>
                    <a:pt x="12977" y="15203"/>
                    <a:pt x="11935" y="17097"/>
                    <a:pt x="12315" y="17193"/>
                  </a:cubicBezTo>
                  <a:cubicBezTo>
                    <a:pt x="12319" y="17194"/>
                    <a:pt x="12324" y="17194"/>
                    <a:pt x="12330" y="17194"/>
                  </a:cubicBezTo>
                  <a:cubicBezTo>
                    <a:pt x="12781" y="17194"/>
                    <a:pt x="16311" y="13450"/>
                    <a:pt x="17808" y="9520"/>
                  </a:cubicBezTo>
                  <a:cubicBezTo>
                    <a:pt x="19324" y="5542"/>
                    <a:pt x="17240" y="3078"/>
                    <a:pt x="15724" y="1752"/>
                  </a:cubicBezTo>
                  <a:cubicBezTo>
                    <a:pt x="14517" y="696"/>
                    <a:pt x="12710" y="1"/>
                    <a:pt x="1111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67"/>
            <p:cNvSpPr/>
            <p:nvPr/>
          </p:nvSpPr>
          <p:spPr>
            <a:xfrm>
              <a:off x="5358625" y="1509100"/>
              <a:ext cx="472550" cy="445100"/>
            </a:xfrm>
            <a:custGeom>
              <a:rect b="b" l="l" r="r" t="t"/>
              <a:pathLst>
                <a:path extrusionOk="0" h="17804" w="18902">
                  <a:moveTo>
                    <a:pt x="10741" y="615"/>
                  </a:moveTo>
                  <a:cubicBezTo>
                    <a:pt x="12224" y="615"/>
                    <a:pt x="13962" y="1248"/>
                    <a:pt x="15154" y="2290"/>
                  </a:cubicBezTo>
                  <a:cubicBezTo>
                    <a:pt x="17590" y="4422"/>
                    <a:pt x="18245" y="6852"/>
                    <a:pt x="17153" y="9718"/>
                  </a:cubicBezTo>
                  <a:cubicBezTo>
                    <a:pt x="15875" y="13072"/>
                    <a:pt x="13205" y="16127"/>
                    <a:pt x="12223" y="16977"/>
                  </a:cubicBezTo>
                  <a:cubicBezTo>
                    <a:pt x="12237" y="16910"/>
                    <a:pt x="12254" y="16845"/>
                    <a:pt x="12267" y="16785"/>
                  </a:cubicBezTo>
                  <a:cubicBezTo>
                    <a:pt x="12429" y="16106"/>
                    <a:pt x="12650" y="15176"/>
                    <a:pt x="12012" y="14777"/>
                  </a:cubicBezTo>
                  <a:cubicBezTo>
                    <a:pt x="11880" y="14694"/>
                    <a:pt x="11755" y="14659"/>
                    <a:pt x="11639" y="14659"/>
                  </a:cubicBezTo>
                  <a:lnTo>
                    <a:pt x="11639" y="14658"/>
                  </a:lnTo>
                  <a:cubicBezTo>
                    <a:pt x="11219" y="14658"/>
                    <a:pt x="10892" y="15111"/>
                    <a:pt x="10639" y="15460"/>
                  </a:cubicBezTo>
                  <a:cubicBezTo>
                    <a:pt x="10268" y="15972"/>
                    <a:pt x="9961" y="16344"/>
                    <a:pt x="9564" y="16344"/>
                  </a:cubicBezTo>
                  <a:cubicBezTo>
                    <a:pt x="9545" y="16344"/>
                    <a:pt x="9525" y="16343"/>
                    <a:pt x="9505" y="16341"/>
                  </a:cubicBezTo>
                  <a:cubicBezTo>
                    <a:pt x="9350" y="16329"/>
                    <a:pt x="9297" y="16291"/>
                    <a:pt x="9293" y="16282"/>
                  </a:cubicBezTo>
                  <a:cubicBezTo>
                    <a:pt x="9222" y="16151"/>
                    <a:pt x="9522" y="15612"/>
                    <a:pt x="9648" y="15382"/>
                  </a:cubicBezTo>
                  <a:cubicBezTo>
                    <a:pt x="9832" y="15050"/>
                    <a:pt x="9977" y="14789"/>
                    <a:pt x="9977" y="14562"/>
                  </a:cubicBezTo>
                  <a:cubicBezTo>
                    <a:pt x="9977" y="14028"/>
                    <a:pt x="9515" y="13967"/>
                    <a:pt x="9068" y="13909"/>
                  </a:cubicBezTo>
                  <a:cubicBezTo>
                    <a:pt x="8734" y="13866"/>
                    <a:pt x="8280" y="13807"/>
                    <a:pt x="7684" y="13609"/>
                  </a:cubicBezTo>
                  <a:cubicBezTo>
                    <a:pt x="7457" y="13533"/>
                    <a:pt x="7438" y="13436"/>
                    <a:pt x="7432" y="13404"/>
                  </a:cubicBezTo>
                  <a:cubicBezTo>
                    <a:pt x="7353" y="13012"/>
                    <a:pt x="8107" y="12136"/>
                    <a:pt x="8641" y="11666"/>
                  </a:cubicBezTo>
                  <a:cubicBezTo>
                    <a:pt x="8740" y="11581"/>
                    <a:pt x="8773" y="11440"/>
                    <a:pt x="8723" y="11319"/>
                  </a:cubicBezTo>
                  <a:cubicBezTo>
                    <a:pt x="8675" y="11204"/>
                    <a:pt x="8574" y="11130"/>
                    <a:pt x="8440" y="11130"/>
                  </a:cubicBezTo>
                  <a:cubicBezTo>
                    <a:pt x="8433" y="11130"/>
                    <a:pt x="8427" y="11131"/>
                    <a:pt x="8420" y="11131"/>
                  </a:cubicBezTo>
                  <a:cubicBezTo>
                    <a:pt x="8416" y="11131"/>
                    <a:pt x="8312" y="11138"/>
                    <a:pt x="8120" y="11138"/>
                  </a:cubicBezTo>
                  <a:cubicBezTo>
                    <a:pt x="7601" y="11138"/>
                    <a:pt x="6442" y="11092"/>
                    <a:pt x="4906" y="10758"/>
                  </a:cubicBezTo>
                  <a:cubicBezTo>
                    <a:pt x="3666" y="10489"/>
                    <a:pt x="2175" y="9164"/>
                    <a:pt x="1437" y="7675"/>
                  </a:cubicBezTo>
                  <a:cubicBezTo>
                    <a:pt x="1026" y="6846"/>
                    <a:pt x="659" y="5600"/>
                    <a:pt x="1235" y="4367"/>
                  </a:cubicBezTo>
                  <a:cubicBezTo>
                    <a:pt x="2475" y="1711"/>
                    <a:pt x="9545" y="762"/>
                    <a:pt x="9616" y="752"/>
                  </a:cubicBezTo>
                  <a:cubicBezTo>
                    <a:pt x="9629" y="751"/>
                    <a:pt x="9643" y="749"/>
                    <a:pt x="9655" y="746"/>
                  </a:cubicBezTo>
                  <a:cubicBezTo>
                    <a:pt x="9991" y="657"/>
                    <a:pt x="10357" y="615"/>
                    <a:pt x="10741" y="615"/>
                  </a:cubicBezTo>
                  <a:close/>
                  <a:moveTo>
                    <a:pt x="10754" y="1"/>
                  </a:moveTo>
                  <a:cubicBezTo>
                    <a:pt x="10321" y="1"/>
                    <a:pt x="9904" y="49"/>
                    <a:pt x="9518" y="149"/>
                  </a:cubicBezTo>
                  <a:cubicBezTo>
                    <a:pt x="9009" y="216"/>
                    <a:pt x="2039" y="1195"/>
                    <a:pt x="680" y="4109"/>
                  </a:cubicBezTo>
                  <a:cubicBezTo>
                    <a:pt x="1" y="5562"/>
                    <a:pt x="418" y="6998"/>
                    <a:pt x="889" y="7946"/>
                  </a:cubicBezTo>
                  <a:cubicBezTo>
                    <a:pt x="1714" y="9612"/>
                    <a:pt x="3349" y="11047"/>
                    <a:pt x="4775" y="11357"/>
                  </a:cubicBezTo>
                  <a:cubicBezTo>
                    <a:pt x="6039" y="11633"/>
                    <a:pt x="7049" y="11719"/>
                    <a:pt x="7691" y="11744"/>
                  </a:cubicBezTo>
                  <a:cubicBezTo>
                    <a:pt x="7239" y="12234"/>
                    <a:pt x="6715" y="12950"/>
                    <a:pt x="6831" y="13526"/>
                  </a:cubicBezTo>
                  <a:cubicBezTo>
                    <a:pt x="6874" y="13743"/>
                    <a:pt x="7025" y="14035"/>
                    <a:pt x="7490" y="14190"/>
                  </a:cubicBezTo>
                  <a:cubicBezTo>
                    <a:pt x="8142" y="14407"/>
                    <a:pt x="8651" y="14473"/>
                    <a:pt x="8988" y="14518"/>
                  </a:cubicBezTo>
                  <a:cubicBezTo>
                    <a:pt x="9133" y="14535"/>
                    <a:pt x="9309" y="14561"/>
                    <a:pt x="9355" y="14561"/>
                  </a:cubicBezTo>
                  <a:cubicBezTo>
                    <a:pt x="9360" y="14561"/>
                    <a:pt x="9363" y="14560"/>
                    <a:pt x="9365" y="14560"/>
                  </a:cubicBezTo>
                  <a:lnTo>
                    <a:pt x="9365" y="14560"/>
                  </a:lnTo>
                  <a:cubicBezTo>
                    <a:pt x="9358" y="14644"/>
                    <a:pt x="9211" y="14910"/>
                    <a:pt x="9113" y="15086"/>
                  </a:cubicBezTo>
                  <a:cubicBezTo>
                    <a:pt x="8837" y="15583"/>
                    <a:pt x="8524" y="16148"/>
                    <a:pt x="8753" y="16574"/>
                  </a:cubicBezTo>
                  <a:cubicBezTo>
                    <a:pt x="8875" y="16798"/>
                    <a:pt x="9111" y="16925"/>
                    <a:pt x="9459" y="16951"/>
                  </a:cubicBezTo>
                  <a:cubicBezTo>
                    <a:pt x="9493" y="16954"/>
                    <a:pt x="9527" y="16955"/>
                    <a:pt x="9560" y="16955"/>
                  </a:cubicBezTo>
                  <a:cubicBezTo>
                    <a:pt x="10313" y="16955"/>
                    <a:pt x="10786" y="16303"/>
                    <a:pt x="11134" y="15820"/>
                  </a:cubicBezTo>
                  <a:cubicBezTo>
                    <a:pt x="11393" y="15464"/>
                    <a:pt x="11540" y="15283"/>
                    <a:pt x="11642" y="15283"/>
                  </a:cubicBezTo>
                  <a:cubicBezTo>
                    <a:pt x="11658" y="15283"/>
                    <a:pt x="11673" y="15287"/>
                    <a:pt x="11688" y="15296"/>
                  </a:cubicBezTo>
                  <a:cubicBezTo>
                    <a:pt x="11954" y="15461"/>
                    <a:pt x="11784" y="16173"/>
                    <a:pt x="11672" y="16643"/>
                  </a:cubicBezTo>
                  <a:cubicBezTo>
                    <a:pt x="11545" y="17178"/>
                    <a:pt x="11424" y="17685"/>
                    <a:pt x="11872" y="17797"/>
                  </a:cubicBezTo>
                  <a:cubicBezTo>
                    <a:pt x="11891" y="17801"/>
                    <a:pt x="11913" y="17803"/>
                    <a:pt x="11934" y="17803"/>
                  </a:cubicBezTo>
                  <a:cubicBezTo>
                    <a:pt x="12913" y="17803"/>
                    <a:pt x="16481" y="13200"/>
                    <a:pt x="17724" y="9936"/>
                  </a:cubicBezTo>
                  <a:cubicBezTo>
                    <a:pt x="18901" y="6846"/>
                    <a:pt x="18171" y="4118"/>
                    <a:pt x="15556" y="1829"/>
                  </a:cubicBezTo>
                  <a:cubicBezTo>
                    <a:pt x="14244" y="682"/>
                    <a:pt x="12386" y="1"/>
                    <a:pt x="1075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67"/>
            <p:cNvSpPr/>
            <p:nvPr/>
          </p:nvSpPr>
          <p:spPr>
            <a:xfrm>
              <a:off x="5574375" y="1873175"/>
              <a:ext cx="99475" cy="100225"/>
            </a:xfrm>
            <a:custGeom>
              <a:rect b="b" l="l" r="r" t="t"/>
              <a:pathLst>
                <a:path extrusionOk="0" h="4009" w="3979">
                  <a:moveTo>
                    <a:pt x="2862" y="0"/>
                  </a:moveTo>
                  <a:cubicBezTo>
                    <a:pt x="2025" y="0"/>
                    <a:pt x="947" y="2464"/>
                    <a:pt x="947" y="2464"/>
                  </a:cubicBezTo>
                  <a:lnTo>
                    <a:pt x="0" y="3599"/>
                  </a:lnTo>
                  <a:cubicBezTo>
                    <a:pt x="0" y="3599"/>
                    <a:pt x="863" y="4008"/>
                    <a:pt x="1709" y="4008"/>
                  </a:cubicBezTo>
                  <a:cubicBezTo>
                    <a:pt x="2084" y="4008"/>
                    <a:pt x="2456" y="3927"/>
                    <a:pt x="2747" y="3694"/>
                  </a:cubicBezTo>
                  <a:cubicBezTo>
                    <a:pt x="3694" y="2937"/>
                    <a:pt x="3978" y="759"/>
                    <a:pt x="3126" y="95"/>
                  </a:cubicBezTo>
                  <a:cubicBezTo>
                    <a:pt x="3042" y="30"/>
                    <a:pt x="2953" y="0"/>
                    <a:pt x="286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67"/>
            <p:cNvSpPr/>
            <p:nvPr/>
          </p:nvSpPr>
          <p:spPr>
            <a:xfrm>
              <a:off x="5565675" y="1865500"/>
              <a:ext cx="107325" cy="115500"/>
            </a:xfrm>
            <a:custGeom>
              <a:rect b="b" l="l" r="r" t="t"/>
              <a:pathLst>
                <a:path extrusionOk="0" h="4620" w="4293">
                  <a:moveTo>
                    <a:pt x="3212" y="0"/>
                  </a:moveTo>
                  <a:cubicBezTo>
                    <a:pt x="3148" y="0"/>
                    <a:pt x="3083" y="9"/>
                    <a:pt x="3017" y="26"/>
                  </a:cubicBezTo>
                  <a:cubicBezTo>
                    <a:pt x="2101" y="257"/>
                    <a:pt x="1188" y="2250"/>
                    <a:pt x="1015" y="2647"/>
                  </a:cubicBezTo>
                  <a:cubicBezTo>
                    <a:pt x="948" y="2802"/>
                    <a:pt x="1017" y="2982"/>
                    <a:pt x="1172" y="3050"/>
                  </a:cubicBezTo>
                  <a:cubicBezTo>
                    <a:pt x="1212" y="3067"/>
                    <a:pt x="1254" y="3076"/>
                    <a:pt x="1295" y="3076"/>
                  </a:cubicBezTo>
                  <a:cubicBezTo>
                    <a:pt x="1413" y="3076"/>
                    <a:pt x="1526" y="3007"/>
                    <a:pt x="1576" y="2892"/>
                  </a:cubicBezTo>
                  <a:cubicBezTo>
                    <a:pt x="1959" y="2018"/>
                    <a:pt x="2704" y="736"/>
                    <a:pt x="3167" y="618"/>
                  </a:cubicBezTo>
                  <a:cubicBezTo>
                    <a:pt x="3183" y="614"/>
                    <a:pt x="3196" y="612"/>
                    <a:pt x="3209" y="612"/>
                  </a:cubicBezTo>
                  <a:cubicBezTo>
                    <a:pt x="3236" y="612"/>
                    <a:pt x="3259" y="622"/>
                    <a:pt x="3286" y="643"/>
                  </a:cubicBezTo>
                  <a:cubicBezTo>
                    <a:pt x="3530" y="832"/>
                    <a:pt x="3673" y="1240"/>
                    <a:pt x="3676" y="1760"/>
                  </a:cubicBezTo>
                  <a:cubicBezTo>
                    <a:pt x="3681" y="2558"/>
                    <a:pt x="3356" y="3400"/>
                    <a:pt x="2904" y="3762"/>
                  </a:cubicBezTo>
                  <a:cubicBezTo>
                    <a:pt x="2680" y="3942"/>
                    <a:pt x="2376" y="4007"/>
                    <a:pt x="2056" y="4007"/>
                  </a:cubicBezTo>
                  <a:cubicBezTo>
                    <a:pt x="1447" y="4007"/>
                    <a:pt x="777" y="3769"/>
                    <a:pt x="479" y="3629"/>
                  </a:cubicBezTo>
                  <a:cubicBezTo>
                    <a:pt x="437" y="3610"/>
                    <a:pt x="393" y="3601"/>
                    <a:pt x="350" y="3601"/>
                  </a:cubicBezTo>
                  <a:cubicBezTo>
                    <a:pt x="235" y="3601"/>
                    <a:pt x="125" y="3665"/>
                    <a:pt x="72" y="3775"/>
                  </a:cubicBezTo>
                  <a:cubicBezTo>
                    <a:pt x="0" y="3928"/>
                    <a:pt x="65" y="4110"/>
                    <a:pt x="217" y="4183"/>
                  </a:cubicBezTo>
                  <a:cubicBezTo>
                    <a:pt x="272" y="4209"/>
                    <a:pt x="1154" y="4619"/>
                    <a:pt x="2055" y="4619"/>
                  </a:cubicBezTo>
                  <a:cubicBezTo>
                    <a:pt x="2492" y="4619"/>
                    <a:pt x="2933" y="4523"/>
                    <a:pt x="3286" y="4240"/>
                  </a:cubicBezTo>
                  <a:cubicBezTo>
                    <a:pt x="3985" y="3681"/>
                    <a:pt x="4293" y="2589"/>
                    <a:pt x="4287" y="1756"/>
                  </a:cubicBezTo>
                  <a:cubicBezTo>
                    <a:pt x="4283" y="1037"/>
                    <a:pt x="4060" y="470"/>
                    <a:pt x="3662" y="160"/>
                  </a:cubicBezTo>
                  <a:cubicBezTo>
                    <a:pt x="3526" y="54"/>
                    <a:pt x="3373" y="0"/>
                    <a:pt x="321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67"/>
            <p:cNvSpPr/>
            <p:nvPr/>
          </p:nvSpPr>
          <p:spPr>
            <a:xfrm>
              <a:off x="5387300" y="2105200"/>
              <a:ext cx="75800" cy="113725"/>
            </a:xfrm>
            <a:custGeom>
              <a:rect b="b" l="l" r="r" t="t"/>
              <a:pathLst>
                <a:path extrusionOk="0" h="4549" w="3032">
                  <a:moveTo>
                    <a:pt x="3031" y="1"/>
                  </a:moveTo>
                  <a:lnTo>
                    <a:pt x="0" y="1516"/>
                  </a:lnTo>
                  <a:lnTo>
                    <a:pt x="2558" y="4548"/>
                  </a:lnTo>
                  <a:lnTo>
                    <a:pt x="303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67"/>
            <p:cNvSpPr/>
            <p:nvPr/>
          </p:nvSpPr>
          <p:spPr>
            <a:xfrm>
              <a:off x="5378425" y="2097550"/>
              <a:ext cx="92750" cy="129025"/>
            </a:xfrm>
            <a:custGeom>
              <a:rect b="b" l="l" r="r" t="t"/>
              <a:pathLst>
                <a:path extrusionOk="0" h="5161" w="3710">
                  <a:moveTo>
                    <a:pt x="3386" y="1"/>
                  </a:moveTo>
                  <a:cubicBezTo>
                    <a:pt x="3341" y="1"/>
                    <a:pt x="3295" y="11"/>
                    <a:pt x="3250" y="33"/>
                  </a:cubicBezTo>
                  <a:lnTo>
                    <a:pt x="218" y="1549"/>
                  </a:lnTo>
                  <a:cubicBezTo>
                    <a:pt x="65" y="1623"/>
                    <a:pt x="1" y="1809"/>
                    <a:pt x="77" y="1962"/>
                  </a:cubicBezTo>
                  <a:cubicBezTo>
                    <a:pt x="131" y="2069"/>
                    <a:pt x="239" y="2130"/>
                    <a:pt x="351" y="2130"/>
                  </a:cubicBezTo>
                  <a:cubicBezTo>
                    <a:pt x="398" y="2130"/>
                    <a:pt x="446" y="2119"/>
                    <a:pt x="491" y="2096"/>
                  </a:cubicBezTo>
                  <a:lnTo>
                    <a:pt x="3024" y="831"/>
                  </a:lnTo>
                  <a:lnTo>
                    <a:pt x="2608" y="4822"/>
                  </a:lnTo>
                  <a:cubicBezTo>
                    <a:pt x="2591" y="4991"/>
                    <a:pt x="2713" y="5140"/>
                    <a:pt x="2881" y="5158"/>
                  </a:cubicBezTo>
                  <a:cubicBezTo>
                    <a:pt x="2892" y="5159"/>
                    <a:pt x="2903" y="5160"/>
                    <a:pt x="2913" y="5160"/>
                  </a:cubicBezTo>
                  <a:cubicBezTo>
                    <a:pt x="3070" y="5160"/>
                    <a:pt x="3201" y="5042"/>
                    <a:pt x="3217" y="4885"/>
                  </a:cubicBezTo>
                  <a:lnTo>
                    <a:pt x="3691" y="339"/>
                  </a:lnTo>
                  <a:cubicBezTo>
                    <a:pt x="3710" y="149"/>
                    <a:pt x="3558" y="1"/>
                    <a:pt x="338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67"/>
            <p:cNvSpPr/>
            <p:nvPr/>
          </p:nvSpPr>
          <p:spPr>
            <a:xfrm>
              <a:off x="4851350" y="4089525"/>
              <a:ext cx="1146875" cy="870725"/>
            </a:xfrm>
            <a:custGeom>
              <a:rect b="b" l="l" r="r" t="t"/>
              <a:pathLst>
                <a:path extrusionOk="0" h="34829" w="45875">
                  <a:moveTo>
                    <a:pt x="44465" y="0"/>
                  </a:moveTo>
                  <a:cubicBezTo>
                    <a:pt x="44465" y="0"/>
                    <a:pt x="38371" y="7489"/>
                    <a:pt x="33188" y="8785"/>
                  </a:cubicBezTo>
                  <a:cubicBezTo>
                    <a:pt x="31245" y="9271"/>
                    <a:pt x="26811" y="9423"/>
                    <a:pt x="22027" y="9423"/>
                  </a:cubicBezTo>
                  <a:cubicBezTo>
                    <a:pt x="14055" y="9423"/>
                    <a:pt x="5113" y="9001"/>
                    <a:pt x="5113" y="9001"/>
                  </a:cubicBezTo>
                  <a:cubicBezTo>
                    <a:pt x="3972" y="16229"/>
                    <a:pt x="820" y="30660"/>
                    <a:pt x="85" y="33999"/>
                  </a:cubicBezTo>
                  <a:cubicBezTo>
                    <a:pt x="1" y="34382"/>
                    <a:pt x="255" y="34756"/>
                    <a:pt x="642" y="34818"/>
                  </a:cubicBezTo>
                  <a:cubicBezTo>
                    <a:pt x="681" y="34825"/>
                    <a:pt x="720" y="34828"/>
                    <a:pt x="758" y="34828"/>
                  </a:cubicBezTo>
                  <a:cubicBezTo>
                    <a:pt x="1049" y="34828"/>
                    <a:pt x="1314" y="34641"/>
                    <a:pt x="1406" y="34357"/>
                  </a:cubicBezTo>
                  <a:cubicBezTo>
                    <a:pt x="2324" y="31504"/>
                    <a:pt x="6432" y="18621"/>
                    <a:pt x="6625" y="16128"/>
                  </a:cubicBezTo>
                  <a:cubicBezTo>
                    <a:pt x="6627" y="16098"/>
                    <a:pt x="6629" y="16069"/>
                    <a:pt x="6632" y="16042"/>
                  </a:cubicBezTo>
                  <a:cubicBezTo>
                    <a:pt x="6822" y="13816"/>
                    <a:pt x="8731" y="12148"/>
                    <a:pt x="10946" y="12148"/>
                  </a:cubicBezTo>
                  <a:cubicBezTo>
                    <a:pt x="11011" y="12148"/>
                    <a:pt x="11075" y="12149"/>
                    <a:pt x="11140" y="12152"/>
                  </a:cubicBezTo>
                  <a:cubicBezTo>
                    <a:pt x="17154" y="12416"/>
                    <a:pt x="30325" y="13040"/>
                    <a:pt x="32972" y="13536"/>
                  </a:cubicBezTo>
                  <a:cubicBezTo>
                    <a:pt x="36427" y="14184"/>
                    <a:pt x="37508" y="15480"/>
                    <a:pt x="37508" y="15480"/>
                  </a:cubicBezTo>
                  <a:lnTo>
                    <a:pt x="43545" y="34009"/>
                  </a:lnTo>
                  <a:cubicBezTo>
                    <a:pt x="43681" y="34429"/>
                    <a:pt x="44055" y="34727"/>
                    <a:pt x="44494" y="34766"/>
                  </a:cubicBezTo>
                  <a:cubicBezTo>
                    <a:pt x="44529" y="34770"/>
                    <a:pt x="44563" y="34771"/>
                    <a:pt x="44597" y="34771"/>
                  </a:cubicBezTo>
                  <a:cubicBezTo>
                    <a:pt x="45331" y="34771"/>
                    <a:pt x="45874" y="34056"/>
                    <a:pt x="45647" y="33339"/>
                  </a:cubicBezTo>
                  <a:cubicBezTo>
                    <a:pt x="44269" y="28955"/>
                    <a:pt x="40491" y="16852"/>
                    <a:pt x="40315" y="15264"/>
                  </a:cubicBezTo>
                  <a:cubicBezTo>
                    <a:pt x="40099" y="13320"/>
                    <a:pt x="45546" y="2592"/>
                    <a:pt x="45546" y="2592"/>
                  </a:cubicBezTo>
                  <a:cubicBezTo>
                    <a:pt x="45760" y="0"/>
                    <a:pt x="44465" y="0"/>
                    <a:pt x="4446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67"/>
            <p:cNvSpPr/>
            <p:nvPr/>
          </p:nvSpPr>
          <p:spPr>
            <a:xfrm>
              <a:off x="4844500" y="4081875"/>
              <a:ext cx="1158900" cy="886050"/>
            </a:xfrm>
            <a:custGeom>
              <a:rect b="b" l="l" r="r" t="t"/>
              <a:pathLst>
                <a:path extrusionOk="0" h="35442" w="46356">
                  <a:moveTo>
                    <a:pt x="44858" y="642"/>
                  </a:moveTo>
                  <a:cubicBezTo>
                    <a:pt x="44970" y="687"/>
                    <a:pt x="45070" y="759"/>
                    <a:pt x="45147" y="851"/>
                  </a:cubicBezTo>
                  <a:cubicBezTo>
                    <a:pt x="45365" y="1101"/>
                    <a:pt x="45606" y="1643"/>
                    <a:pt x="45518" y="2813"/>
                  </a:cubicBezTo>
                  <a:cubicBezTo>
                    <a:pt x="44841" y="4149"/>
                    <a:pt x="40068" y="13655"/>
                    <a:pt x="40284" y="15603"/>
                  </a:cubicBezTo>
                  <a:cubicBezTo>
                    <a:pt x="40460" y="17191"/>
                    <a:pt x="44080" y="28812"/>
                    <a:pt x="45629" y="33735"/>
                  </a:cubicBezTo>
                  <a:cubicBezTo>
                    <a:pt x="45792" y="34253"/>
                    <a:pt x="45401" y="34770"/>
                    <a:pt x="44872" y="34770"/>
                  </a:cubicBezTo>
                  <a:cubicBezTo>
                    <a:pt x="44846" y="34770"/>
                    <a:pt x="44821" y="34769"/>
                    <a:pt x="44795" y="34767"/>
                  </a:cubicBezTo>
                  <a:cubicBezTo>
                    <a:pt x="44478" y="34738"/>
                    <a:pt x="44208" y="34523"/>
                    <a:pt x="44109" y="34219"/>
                  </a:cubicBezTo>
                  <a:lnTo>
                    <a:pt x="38072" y="15690"/>
                  </a:lnTo>
                  <a:cubicBezTo>
                    <a:pt x="38060" y="15653"/>
                    <a:pt x="38041" y="15619"/>
                    <a:pt x="38016" y="15589"/>
                  </a:cubicBezTo>
                  <a:cubicBezTo>
                    <a:pt x="37969" y="15532"/>
                    <a:pt x="36826" y="14202"/>
                    <a:pt x="33303" y="13541"/>
                  </a:cubicBezTo>
                  <a:cubicBezTo>
                    <a:pt x="30611" y="13037"/>
                    <a:pt x="17108" y="12401"/>
                    <a:pt x="11429" y="12151"/>
                  </a:cubicBezTo>
                  <a:cubicBezTo>
                    <a:pt x="11360" y="12149"/>
                    <a:pt x="11291" y="12147"/>
                    <a:pt x="11222" y="12147"/>
                  </a:cubicBezTo>
                  <a:cubicBezTo>
                    <a:pt x="8799" y="12147"/>
                    <a:pt x="6805" y="13940"/>
                    <a:pt x="6601" y="16321"/>
                  </a:cubicBezTo>
                  <a:lnTo>
                    <a:pt x="6594" y="16410"/>
                  </a:lnTo>
                  <a:cubicBezTo>
                    <a:pt x="6403" y="18885"/>
                    <a:pt x="2225" y="31971"/>
                    <a:pt x="1389" y="34568"/>
                  </a:cubicBezTo>
                  <a:cubicBezTo>
                    <a:pt x="1340" y="34726"/>
                    <a:pt x="1195" y="34829"/>
                    <a:pt x="1035" y="34829"/>
                  </a:cubicBezTo>
                  <a:cubicBezTo>
                    <a:pt x="1012" y="34829"/>
                    <a:pt x="990" y="34827"/>
                    <a:pt x="967" y="34823"/>
                  </a:cubicBezTo>
                  <a:cubicBezTo>
                    <a:pt x="863" y="34807"/>
                    <a:pt x="771" y="34747"/>
                    <a:pt x="713" y="34660"/>
                  </a:cubicBezTo>
                  <a:cubicBezTo>
                    <a:pt x="655" y="34575"/>
                    <a:pt x="635" y="34471"/>
                    <a:pt x="658" y="34370"/>
                  </a:cubicBezTo>
                  <a:cubicBezTo>
                    <a:pt x="1543" y="30350"/>
                    <a:pt x="4492" y="16806"/>
                    <a:pt x="5646" y="9626"/>
                  </a:cubicBezTo>
                  <a:cubicBezTo>
                    <a:pt x="7274" y="9699"/>
                    <a:pt x="15139" y="10038"/>
                    <a:pt x="22264" y="10038"/>
                  </a:cubicBezTo>
                  <a:cubicBezTo>
                    <a:pt x="27077" y="10038"/>
                    <a:pt x="31551" y="9883"/>
                    <a:pt x="33535" y="9388"/>
                  </a:cubicBezTo>
                  <a:cubicBezTo>
                    <a:pt x="38420" y="8166"/>
                    <a:pt x="43956" y="1722"/>
                    <a:pt x="44858" y="642"/>
                  </a:cubicBezTo>
                  <a:close/>
                  <a:moveTo>
                    <a:pt x="44739" y="0"/>
                  </a:moveTo>
                  <a:cubicBezTo>
                    <a:pt x="44648" y="0"/>
                    <a:pt x="44560" y="41"/>
                    <a:pt x="44502" y="113"/>
                  </a:cubicBezTo>
                  <a:cubicBezTo>
                    <a:pt x="44443" y="187"/>
                    <a:pt x="38413" y="7538"/>
                    <a:pt x="33388" y="8794"/>
                  </a:cubicBezTo>
                  <a:cubicBezTo>
                    <a:pt x="31479" y="9272"/>
                    <a:pt x="27087" y="9421"/>
                    <a:pt x="22335" y="9421"/>
                  </a:cubicBezTo>
                  <a:cubicBezTo>
                    <a:pt x="14437" y="9421"/>
                    <a:pt x="5544" y="9008"/>
                    <a:pt x="5401" y="9001"/>
                  </a:cubicBezTo>
                  <a:cubicBezTo>
                    <a:pt x="5390" y="9000"/>
                    <a:pt x="5379" y="8999"/>
                    <a:pt x="5368" y="8999"/>
                  </a:cubicBezTo>
                  <a:cubicBezTo>
                    <a:pt x="5223" y="8999"/>
                    <a:pt x="5107" y="9116"/>
                    <a:pt x="5084" y="9259"/>
                  </a:cubicBezTo>
                  <a:cubicBezTo>
                    <a:pt x="3938" y="16530"/>
                    <a:pt x="698" y="31345"/>
                    <a:pt x="61" y="34239"/>
                  </a:cubicBezTo>
                  <a:cubicBezTo>
                    <a:pt x="1" y="34503"/>
                    <a:pt x="53" y="34780"/>
                    <a:pt x="205" y="35004"/>
                  </a:cubicBezTo>
                  <a:cubicBezTo>
                    <a:pt x="391" y="35277"/>
                    <a:pt x="701" y="35441"/>
                    <a:pt x="1033" y="35441"/>
                  </a:cubicBezTo>
                  <a:cubicBezTo>
                    <a:pt x="1034" y="35441"/>
                    <a:pt x="1035" y="35441"/>
                    <a:pt x="1036" y="35441"/>
                  </a:cubicBezTo>
                  <a:cubicBezTo>
                    <a:pt x="1464" y="35441"/>
                    <a:pt x="1842" y="35165"/>
                    <a:pt x="1972" y="34757"/>
                  </a:cubicBezTo>
                  <a:cubicBezTo>
                    <a:pt x="3151" y="31090"/>
                    <a:pt x="7013" y="18937"/>
                    <a:pt x="7205" y="16458"/>
                  </a:cubicBezTo>
                  <a:lnTo>
                    <a:pt x="7211" y="16373"/>
                  </a:lnTo>
                  <a:cubicBezTo>
                    <a:pt x="7387" y="14320"/>
                    <a:pt x="9114" y="12759"/>
                    <a:pt x="11199" y="12759"/>
                  </a:cubicBezTo>
                  <a:cubicBezTo>
                    <a:pt x="11266" y="12759"/>
                    <a:pt x="11334" y="12761"/>
                    <a:pt x="11402" y="12764"/>
                  </a:cubicBezTo>
                  <a:cubicBezTo>
                    <a:pt x="17070" y="13013"/>
                    <a:pt x="30538" y="13646"/>
                    <a:pt x="33191" y="14142"/>
                  </a:cubicBezTo>
                  <a:cubicBezTo>
                    <a:pt x="36142" y="14696"/>
                    <a:pt x="37304" y="15737"/>
                    <a:pt x="37511" y="15944"/>
                  </a:cubicBezTo>
                  <a:lnTo>
                    <a:pt x="43529" y="34409"/>
                  </a:lnTo>
                  <a:cubicBezTo>
                    <a:pt x="43703" y="34945"/>
                    <a:pt x="44180" y="35326"/>
                    <a:pt x="44741" y="35377"/>
                  </a:cubicBezTo>
                  <a:cubicBezTo>
                    <a:pt x="44781" y="35380"/>
                    <a:pt x="44822" y="35382"/>
                    <a:pt x="44862" y="35382"/>
                  </a:cubicBezTo>
                  <a:cubicBezTo>
                    <a:pt x="45292" y="35382"/>
                    <a:pt x="45696" y="35194"/>
                    <a:pt x="45968" y="34858"/>
                  </a:cubicBezTo>
                  <a:cubicBezTo>
                    <a:pt x="46264" y="34491"/>
                    <a:pt x="46356" y="34000"/>
                    <a:pt x="46214" y="33551"/>
                  </a:cubicBezTo>
                  <a:cubicBezTo>
                    <a:pt x="45010" y="29724"/>
                    <a:pt x="41068" y="17113"/>
                    <a:pt x="40893" y="15536"/>
                  </a:cubicBezTo>
                  <a:cubicBezTo>
                    <a:pt x="40725" y="14016"/>
                    <a:pt x="44589" y="5998"/>
                    <a:pt x="46093" y="3036"/>
                  </a:cubicBezTo>
                  <a:cubicBezTo>
                    <a:pt x="46111" y="3000"/>
                    <a:pt x="46121" y="2961"/>
                    <a:pt x="46124" y="2923"/>
                  </a:cubicBezTo>
                  <a:cubicBezTo>
                    <a:pt x="46222" y="1757"/>
                    <a:pt x="46040" y="915"/>
                    <a:pt x="45585" y="421"/>
                  </a:cubicBezTo>
                  <a:cubicBezTo>
                    <a:pt x="45208" y="11"/>
                    <a:pt x="44786" y="0"/>
                    <a:pt x="4473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67"/>
            <p:cNvSpPr/>
            <p:nvPr/>
          </p:nvSpPr>
          <p:spPr>
            <a:xfrm>
              <a:off x="5859350" y="3227275"/>
              <a:ext cx="371100" cy="1006475"/>
            </a:xfrm>
            <a:custGeom>
              <a:rect b="b" l="l" r="r" t="t"/>
              <a:pathLst>
                <a:path extrusionOk="0" h="40259" w="14844">
                  <a:moveTo>
                    <a:pt x="7765" y="0"/>
                  </a:moveTo>
                  <a:cubicBezTo>
                    <a:pt x="7421" y="0"/>
                    <a:pt x="7000" y="342"/>
                    <a:pt x="6508" y="1350"/>
                  </a:cubicBezTo>
                  <a:cubicBezTo>
                    <a:pt x="4979" y="4486"/>
                    <a:pt x="317" y="11939"/>
                    <a:pt x="159" y="14094"/>
                  </a:cubicBezTo>
                  <a:cubicBezTo>
                    <a:pt x="0" y="16247"/>
                    <a:pt x="200" y="40081"/>
                    <a:pt x="2568" y="40255"/>
                  </a:cubicBezTo>
                  <a:cubicBezTo>
                    <a:pt x="2604" y="40258"/>
                    <a:pt x="2642" y="40259"/>
                    <a:pt x="2680" y="40259"/>
                  </a:cubicBezTo>
                  <a:cubicBezTo>
                    <a:pt x="5142" y="40259"/>
                    <a:pt x="11651" y="34793"/>
                    <a:pt x="13235" y="30645"/>
                  </a:cubicBezTo>
                  <a:cubicBezTo>
                    <a:pt x="14843" y="26432"/>
                    <a:pt x="8878" y="1524"/>
                    <a:pt x="8878" y="1524"/>
                  </a:cubicBezTo>
                  <a:cubicBezTo>
                    <a:pt x="8878" y="1524"/>
                    <a:pt x="8491" y="0"/>
                    <a:pt x="7765"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67"/>
            <p:cNvSpPr/>
            <p:nvPr/>
          </p:nvSpPr>
          <p:spPr>
            <a:xfrm>
              <a:off x="5853625" y="3219625"/>
              <a:ext cx="384350" cy="1021800"/>
            </a:xfrm>
            <a:custGeom>
              <a:rect b="b" l="l" r="r" t="t"/>
              <a:pathLst>
                <a:path extrusionOk="0" h="40872" w="15374">
                  <a:moveTo>
                    <a:pt x="8016" y="612"/>
                  </a:moveTo>
                  <a:cubicBezTo>
                    <a:pt x="8340" y="646"/>
                    <a:pt x="8682" y="1401"/>
                    <a:pt x="8810" y="1903"/>
                  </a:cubicBezTo>
                  <a:cubicBezTo>
                    <a:pt x="8899" y="2275"/>
                    <a:pt x="14731" y="26774"/>
                    <a:pt x="13179" y="30840"/>
                  </a:cubicBezTo>
                  <a:cubicBezTo>
                    <a:pt x="11578" y="35031"/>
                    <a:pt x="5070" y="40258"/>
                    <a:pt x="2910" y="40258"/>
                  </a:cubicBezTo>
                  <a:cubicBezTo>
                    <a:pt x="2879" y="40258"/>
                    <a:pt x="2849" y="40257"/>
                    <a:pt x="2820" y="40255"/>
                  </a:cubicBezTo>
                  <a:cubicBezTo>
                    <a:pt x="2693" y="40246"/>
                    <a:pt x="1557" y="39828"/>
                    <a:pt x="950" y="28206"/>
                  </a:cubicBezTo>
                  <a:cubicBezTo>
                    <a:pt x="628" y="22019"/>
                    <a:pt x="614" y="15511"/>
                    <a:pt x="693" y="14421"/>
                  </a:cubicBezTo>
                  <a:cubicBezTo>
                    <a:pt x="796" y="13018"/>
                    <a:pt x="3042" y="9009"/>
                    <a:pt x="4846" y="5788"/>
                  </a:cubicBezTo>
                  <a:cubicBezTo>
                    <a:pt x="5708" y="4248"/>
                    <a:pt x="6524" y="2792"/>
                    <a:pt x="7013" y="1789"/>
                  </a:cubicBezTo>
                  <a:cubicBezTo>
                    <a:pt x="7535" y="720"/>
                    <a:pt x="7882" y="612"/>
                    <a:pt x="7998" y="612"/>
                  </a:cubicBezTo>
                  <a:cubicBezTo>
                    <a:pt x="8002" y="612"/>
                    <a:pt x="8006" y="613"/>
                    <a:pt x="8010" y="613"/>
                  </a:cubicBezTo>
                  <a:cubicBezTo>
                    <a:pt x="8012" y="613"/>
                    <a:pt x="8014" y="613"/>
                    <a:pt x="8016" y="612"/>
                  </a:cubicBezTo>
                  <a:close/>
                  <a:moveTo>
                    <a:pt x="7995" y="0"/>
                  </a:moveTo>
                  <a:cubicBezTo>
                    <a:pt x="7469" y="0"/>
                    <a:pt x="6962" y="494"/>
                    <a:pt x="6462" y="1522"/>
                  </a:cubicBezTo>
                  <a:cubicBezTo>
                    <a:pt x="5980" y="2510"/>
                    <a:pt x="5169" y="3958"/>
                    <a:pt x="4310" y="5490"/>
                  </a:cubicBezTo>
                  <a:cubicBezTo>
                    <a:pt x="2382" y="8934"/>
                    <a:pt x="196" y="12839"/>
                    <a:pt x="82" y="14376"/>
                  </a:cubicBezTo>
                  <a:cubicBezTo>
                    <a:pt x="1" y="15479"/>
                    <a:pt x="14" y="22028"/>
                    <a:pt x="339" y="28238"/>
                  </a:cubicBezTo>
                  <a:cubicBezTo>
                    <a:pt x="991" y="40736"/>
                    <a:pt x="2241" y="40827"/>
                    <a:pt x="2776" y="40867"/>
                  </a:cubicBezTo>
                  <a:cubicBezTo>
                    <a:pt x="2817" y="40870"/>
                    <a:pt x="2859" y="40871"/>
                    <a:pt x="2902" y="40871"/>
                  </a:cubicBezTo>
                  <a:cubicBezTo>
                    <a:pt x="5540" y="40871"/>
                    <a:pt x="12115" y="35344"/>
                    <a:pt x="13750" y="31060"/>
                  </a:cubicBezTo>
                  <a:cubicBezTo>
                    <a:pt x="15374" y="26807"/>
                    <a:pt x="9647" y="2779"/>
                    <a:pt x="9404" y="1759"/>
                  </a:cubicBezTo>
                  <a:cubicBezTo>
                    <a:pt x="9403" y="1758"/>
                    <a:pt x="9403" y="1756"/>
                    <a:pt x="9403" y="1754"/>
                  </a:cubicBezTo>
                  <a:cubicBezTo>
                    <a:pt x="9333" y="1477"/>
                    <a:pt x="8939" y="93"/>
                    <a:pt x="8077" y="4"/>
                  </a:cubicBezTo>
                  <a:cubicBezTo>
                    <a:pt x="8050" y="2"/>
                    <a:pt x="8022" y="0"/>
                    <a:pt x="79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67"/>
            <p:cNvSpPr/>
            <p:nvPr/>
          </p:nvSpPr>
          <p:spPr>
            <a:xfrm>
              <a:off x="4912175" y="3628875"/>
              <a:ext cx="957850" cy="772475"/>
            </a:xfrm>
            <a:custGeom>
              <a:rect b="b" l="l" r="r" t="t"/>
              <a:pathLst>
                <a:path extrusionOk="0" h="30899" w="38314">
                  <a:moveTo>
                    <a:pt x="6782" y="0"/>
                  </a:moveTo>
                  <a:cubicBezTo>
                    <a:pt x="1199" y="0"/>
                    <a:pt x="957" y="10787"/>
                    <a:pt x="721" y="14442"/>
                  </a:cubicBezTo>
                  <a:cubicBezTo>
                    <a:pt x="652" y="15519"/>
                    <a:pt x="0" y="20748"/>
                    <a:pt x="123" y="24618"/>
                  </a:cubicBezTo>
                  <a:cubicBezTo>
                    <a:pt x="200" y="27046"/>
                    <a:pt x="580" y="28939"/>
                    <a:pt x="1600" y="28939"/>
                  </a:cubicBezTo>
                  <a:cubicBezTo>
                    <a:pt x="3451" y="28939"/>
                    <a:pt x="22736" y="30898"/>
                    <a:pt x="28859" y="30898"/>
                  </a:cubicBezTo>
                  <a:cubicBezTo>
                    <a:pt x="29165" y="30898"/>
                    <a:pt x="29439" y="30893"/>
                    <a:pt x="29675" y="30883"/>
                  </a:cubicBezTo>
                  <a:cubicBezTo>
                    <a:pt x="34643" y="30666"/>
                    <a:pt x="38314" y="28075"/>
                    <a:pt x="38314" y="24404"/>
                  </a:cubicBezTo>
                  <a:cubicBezTo>
                    <a:pt x="38314" y="20732"/>
                    <a:pt x="38098" y="4536"/>
                    <a:pt x="34427" y="2375"/>
                  </a:cubicBezTo>
                  <a:cubicBezTo>
                    <a:pt x="30754" y="216"/>
                    <a:pt x="11318" y="0"/>
                    <a:pt x="678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67"/>
            <p:cNvSpPr/>
            <p:nvPr/>
          </p:nvSpPr>
          <p:spPr>
            <a:xfrm>
              <a:off x="4905150" y="3621200"/>
              <a:ext cx="972525" cy="787800"/>
            </a:xfrm>
            <a:custGeom>
              <a:rect b="b" l="l" r="r" t="t"/>
              <a:pathLst>
                <a:path extrusionOk="0" h="31512" w="38901">
                  <a:moveTo>
                    <a:pt x="7063" y="613"/>
                  </a:moveTo>
                  <a:cubicBezTo>
                    <a:pt x="15800" y="613"/>
                    <a:pt x="31421" y="1104"/>
                    <a:pt x="34551" y="2946"/>
                  </a:cubicBezTo>
                  <a:cubicBezTo>
                    <a:pt x="37310" y="4569"/>
                    <a:pt x="38289" y="15684"/>
                    <a:pt x="38289" y="24711"/>
                  </a:cubicBezTo>
                  <a:cubicBezTo>
                    <a:pt x="38289" y="28131"/>
                    <a:pt x="34857" y="30669"/>
                    <a:pt x="29943" y="30883"/>
                  </a:cubicBezTo>
                  <a:cubicBezTo>
                    <a:pt x="29709" y="30893"/>
                    <a:pt x="29437" y="30898"/>
                    <a:pt x="29132" y="30898"/>
                  </a:cubicBezTo>
                  <a:cubicBezTo>
                    <a:pt x="25178" y="30898"/>
                    <a:pt x="15594" y="30068"/>
                    <a:pt x="9096" y="29505"/>
                  </a:cubicBezTo>
                  <a:cubicBezTo>
                    <a:pt x="5296" y="29177"/>
                    <a:pt x="2551" y="28939"/>
                    <a:pt x="1881" y="28939"/>
                  </a:cubicBezTo>
                  <a:cubicBezTo>
                    <a:pt x="1568" y="28939"/>
                    <a:pt x="825" y="28547"/>
                    <a:pt x="710" y="24916"/>
                  </a:cubicBezTo>
                  <a:cubicBezTo>
                    <a:pt x="615" y="21889"/>
                    <a:pt x="994" y="18044"/>
                    <a:pt x="1197" y="15978"/>
                  </a:cubicBezTo>
                  <a:cubicBezTo>
                    <a:pt x="1253" y="15421"/>
                    <a:pt x="1293" y="15000"/>
                    <a:pt x="1308" y="14768"/>
                  </a:cubicBezTo>
                  <a:lnTo>
                    <a:pt x="1354" y="13991"/>
                  </a:lnTo>
                  <a:cubicBezTo>
                    <a:pt x="1584" y="9987"/>
                    <a:pt x="2122" y="614"/>
                    <a:pt x="7063" y="613"/>
                  </a:cubicBezTo>
                  <a:close/>
                  <a:moveTo>
                    <a:pt x="7063" y="1"/>
                  </a:moveTo>
                  <a:cubicBezTo>
                    <a:pt x="1544" y="2"/>
                    <a:pt x="982" y="9780"/>
                    <a:pt x="743" y="13955"/>
                  </a:cubicBezTo>
                  <a:lnTo>
                    <a:pt x="697" y="14730"/>
                  </a:lnTo>
                  <a:cubicBezTo>
                    <a:pt x="682" y="14957"/>
                    <a:pt x="641" y="15371"/>
                    <a:pt x="588" y="15918"/>
                  </a:cubicBezTo>
                  <a:cubicBezTo>
                    <a:pt x="383" y="17997"/>
                    <a:pt x="1" y="21869"/>
                    <a:pt x="97" y="24935"/>
                  </a:cubicBezTo>
                  <a:cubicBezTo>
                    <a:pt x="198" y="28085"/>
                    <a:pt x="764" y="29552"/>
                    <a:pt x="1881" y="29552"/>
                  </a:cubicBezTo>
                  <a:cubicBezTo>
                    <a:pt x="2526" y="29552"/>
                    <a:pt x="5401" y="29801"/>
                    <a:pt x="9043" y="30115"/>
                  </a:cubicBezTo>
                  <a:cubicBezTo>
                    <a:pt x="15932" y="30711"/>
                    <a:pt x="25180" y="31511"/>
                    <a:pt x="29132" y="31511"/>
                  </a:cubicBezTo>
                  <a:cubicBezTo>
                    <a:pt x="29446" y="31511"/>
                    <a:pt x="29727" y="31506"/>
                    <a:pt x="29970" y="31496"/>
                  </a:cubicBezTo>
                  <a:cubicBezTo>
                    <a:pt x="35228" y="31266"/>
                    <a:pt x="38900" y="28477"/>
                    <a:pt x="38900" y="24711"/>
                  </a:cubicBezTo>
                  <a:cubicBezTo>
                    <a:pt x="38900" y="20038"/>
                    <a:pt x="38610" y="4623"/>
                    <a:pt x="34863" y="2419"/>
                  </a:cubicBezTo>
                  <a:cubicBezTo>
                    <a:pt x="30868" y="68"/>
                    <a:pt x="9488" y="1"/>
                    <a:pt x="70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67"/>
            <p:cNvSpPr/>
            <p:nvPr/>
          </p:nvSpPr>
          <p:spPr>
            <a:xfrm>
              <a:off x="4875725" y="3558675"/>
              <a:ext cx="955700" cy="751450"/>
            </a:xfrm>
            <a:custGeom>
              <a:rect b="b" l="l" r="r" t="t"/>
              <a:pathLst>
                <a:path extrusionOk="0" h="30058" w="38228">
                  <a:moveTo>
                    <a:pt x="30448" y="1"/>
                  </a:moveTo>
                  <a:cubicBezTo>
                    <a:pt x="27320" y="1"/>
                    <a:pt x="24181" y="1155"/>
                    <a:pt x="23027" y="2310"/>
                  </a:cubicBezTo>
                  <a:cubicBezTo>
                    <a:pt x="20455" y="4880"/>
                    <a:pt x="19338" y="8681"/>
                    <a:pt x="16096" y="13264"/>
                  </a:cubicBezTo>
                  <a:cubicBezTo>
                    <a:pt x="12855" y="17846"/>
                    <a:pt x="0" y="27012"/>
                    <a:pt x="0" y="27012"/>
                  </a:cubicBezTo>
                  <a:cubicBezTo>
                    <a:pt x="0" y="27012"/>
                    <a:pt x="12519" y="29024"/>
                    <a:pt x="18220" y="29806"/>
                  </a:cubicBezTo>
                  <a:cubicBezTo>
                    <a:pt x="19466" y="29977"/>
                    <a:pt x="20626" y="30057"/>
                    <a:pt x="21716" y="30057"/>
                  </a:cubicBezTo>
                  <a:cubicBezTo>
                    <a:pt x="25609" y="30057"/>
                    <a:pt x="28590" y="29032"/>
                    <a:pt x="31297" y="27459"/>
                  </a:cubicBezTo>
                  <a:cubicBezTo>
                    <a:pt x="34762" y="25447"/>
                    <a:pt x="36440" y="18629"/>
                    <a:pt x="36440" y="15163"/>
                  </a:cubicBezTo>
                  <a:cubicBezTo>
                    <a:pt x="36440" y="11699"/>
                    <a:pt x="38227" y="7340"/>
                    <a:pt x="38227" y="7340"/>
                  </a:cubicBezTo>
                  <a:cubicBezTo>
                    <a:pt x="38104" y="1737"/>
                    <a:pt x="34284" y="1"/>
                    <a:pt x="3044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67"/>
            <p:cNvSpPr/>
            <p:nvPr/>
          </p:nvSpPr>
          <p:spPr>
            <a:xfrm>
              <a:off x="4865700" y="3551175"/>
              <a:ext cx="973400" cy="766650"/>
            </a:xfrm>
            <a:custGeom>
              <a:rect b="b" l="l" r="r" t="t"/>
              <a:pathLst>
                <a:path extrusionOk="0" h="30666" w="38936">
                  <a:moveTo>
                    <a:pt x="30877" y="611"/>
                  </a:moveTo>
                  <a:cubicBezTo>
                    <a:pt x="32092" y="611"/>
                    <a:pt x="33305" y="791"/>
                    <a:pt x="34390" y="1226"/>
                  </a:cubicBezTo>
                  <a:cubicBezTo>
                    <a:pt x="36911" y="2239"/>
                    <a:pt x="38234" y="4377"/>
                    <a:pt x="38322" y="7584"/>
                  </a:cubicBezTo>
                  <a:cubicBezTo>
                    <a:pt x="38097" y="8144"/>
                    <a:pt x="36534" y="12159"/>
                    <a:pt x="36534" y="15465"/>
                  </a:cubicBezTo>
                  <a:cubicBezTo>
                    <a:pt x="36534" y="19198"/>
                    <a:pt x="34758" y="25631"/>
                    <a:pt x="31545" y="27495"/>
                  </a:cubicBezTo>
                  <a:cubicBezTo>
                    <a:pt x="28565" y="29225"/>
                    <a:pt x="25559" y="30052"/>
                    <a:pt x="22107" y="30052"/>
                  </a:cubicBezTo>
                  <a:cubicBezTo>
                    <a:pt x="21009" y="30052"/>
                    <a:pt x="19865" y="29969"/>
                    <a:pt x="18663" y="29804"/>
                  </a:cubicBezTo>
                  <a:cubicBezTo>
                    <a:pt x="13824" y="29139"/>
                    <a:pt x="3947" y="27568"/>
                    <a:pt x="1182" y="27127"/>
                  </a:cubicBezTo>
                  <a:cubicBezTo>
                    <a:pt x="3792" y="25236"/>
                    <a:pt x="13879" y="17796"/>
                    <a:pt x="16748" y="13741"/>
                  </a:cubicBezTo>
                  <a:cubicBezTo>
                    <a:pt x="18200" y="11686"/>
                    <a:pt x="19235" y="9778"/>
                    <a:pt x="20147" y="8096"/>
                  </a:cubicBezTo>
                  <a:cubicBezTo>
                    <a:pt x="21276" y="6017"/>
                    <a:pt x="22249" y="4222"/>
                    <a:pt x="23644" y="2827"/>
                  </a:cubicBezTo>
                  <a:cubicBezTo>
                    <a:pt x="24706" y="1764"/>
                    <a:pt x="27798" y="611"/>
                    <a:pt x="30877" y="611"/>
                  </a:cubicBezTo>
                  <a:close/>
                  <a:moveTo>
                    <a:pt x="30851" y="1"/>
                  </a:moveTo>
                  <a:cubicBezTo>
                    <a:pt x="27681" y="1"/>
                    <a:pt x="24464" y="1140"/>
                    <a:pt x="23210" y="2394"/>
                  </a:cubicBezTo>
                  <a:cubicBezTo>
                    <a:pt x="21753" y="3852"/>
                    <a:pt x="20759" y="5683"/>
                    <a:pt x="19609" y="7803"/>
                  </a:cubicBezTo>
                  <a:cubicBezTo>
                    <a:pt x="18705" y="9473"/>
                    <a:pt x="17679" y="11362"/>
                    <a:pt x="16247" y="13387"/>
                  </a:cubicBezTo>
                  <a:cubicBezTo>
                    <a:pt x="13073" y="17876"/>
                    <a:pt x="353" y="26971"/>
                    <a:pt x="224" y="27063"/>
                  </a:cubicBezTo>
                  <a:cubicBezTo>
                    <a:pt x="0" y="27221"/>
                    <a:pt x="82" y="27571"/>
                    <a:pt x="354" y="27615"/>
                  </a:cubicBezTo>
                  <a:cubicBezTo>
                    <a:pt x="479" y="27635"/>
                    <a:pt x="12941" y="29635"/>
                    <a:pt x="18579" y="30410"/>
                  </a:cubicBezTo>
                  <a:cubicBezTo>
                    <a:pt x="19814" y="30580"/>
                    <a:pt x="20988" y="30665"/>
                    <a:pt x="22117" y="30665"/>
                  </a:cubicBezTo>
                  <a:cubicBezTo>
                    <a:pt x="25675" y="30665"/>
                    <a:pt x="28776" y="29811"/>
                    <a:pt x="31852" y="28023"/>
                  </a:cubicBezTo>
                  <a:cubicBezTo>
                    <a:pt x="35548" y="25879"/>
                    <a:pt x="37146" y="18669"/>
                    <a:pt x="37146" y="15465"/>
                  </a:cubicBezTo>
                  <a:cubicBezTo>
                    <a:pt x="37146" y="12100"/>
                    <a:pt x="38894" y="7799"/>
                    <a:pt x="38912" y="7756"/>
                  </a:cubicBezTo>
                  <a:cubicBezTo>
                    <a:pt x="38928" y="7717"/>
                    <a:pt x="38935" y="7676"/>
                    <a:pt x="38934" y="7634"/>
                  </a:cubicBezTo>
                  <a:cubicBezTo>
                    <a:pt x="38839" y="3261"/>
                    <a:pt x="36534" y="1427"/>
                    <a:pt x="34617" y="658"/>
                  </a:cubicBezTo>
                  <a:cubicBezTo>
                    <a:pt x="33465" y="196"/>
                    <a:pt x="32162" y="1"/>
                    <a:pt x="3085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67"/>
            <p:cNvSpPr/>
            <p:nvPr/>
          </p:nvSpPr>
          <p:spPr>
            <a:xfrm>
              <a:off x="2190775" y="1954750"/>
              <a:ext cx="3435550" cy="2655075"/>
            </a:xfrm>
            <a:custGeom>
              <a:rect b="b" l="l" r="r" t="t"/>
              <a:pathLst>
                <a:path extrusionOk="0" h="106203" w="137422">
                  <a:moveTo>
                    <a:pt x="68710" y="0"/>
                  </a:moveTo>
                  <a:cubicBezTo>
                    <a:pt x="50488" y="0"/>
                    <a:pt x="33011" y="5595"/>
                    <a:pt x="20126" y="15554"/>
                  </a:cubicBezTo>
                  <a:cubicBezTo>
                    <a:pt x="7240" y="25511"/>
                    <a:pt x="1" y="39018"/>
                    <a:pt x="1" y="53102"/>
                  </a:cubicBezTo>
                  <a:cubicBezTo>
                    <a:pt x="1" y="67185"/>
                    <a:pt x="7240" y="80692"/>
                    <a:pt x="20126" y="90650"/>
                  </a:cubicBezTo>
                  <a:cubicBezTo>
                    <a:pt x="33011" y="100609"/>
                    <a:pt x="50488" y="106203"/>
                    <a:pt x="68712" y="106203"/>
                  </a:cubicBezTo>
                  <a:cubicBezTo>
                    <a:pt x="86934" y="106203"/>
                    <a:pt x="104411" y="100609"/>
                    <a:pt x="117296" y="90650"/>
                  </a:cubicBezTo>
                  <a:cubicBezTo>
                    <a:pt x="130182" y="80692"/>
                    <a:pt x="137421" y="67185"/>
                    <a:pt x="137421" y="53102"/>
                  </a:cubicBezTo>
                  <a:cubicBezTo>
                    <a:pt x="137421" y="39018"/>
                    <a:pt x="130182" y="25511"/>
                    <a:pt x="117296" y="15554"/>
                  </a:cubicBezTo>
                  <a:cubicBezTo>
                    <a:pt x="104411" y="5595"/>
                    <a:pt x="86934" y="0"/>
                    <a:pt x="6871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67"/>
            <p:cNvSpPr/>
            <p:nvPr/>
          </p:nvSpPr>
          <p:spPr>
            <a:xfrm>
              <a:off x="2183100" y="1947100"/>
              <a:ext cx="3450900" cy="2670400"/>
            </a:xfrm>
            <a:custGeom>
              <a:rect b="b" l="l" r="r" t="t"/>
              <a:pathLst>
                <a:path extrusionOk="0" h="106816" w="138036">
                  <a:moveTo>
                    <a:pt x="69019" y="612"/>
                  </a:moveTo>
                  <a:cubicBezTo>
                    <a:pt x="106736" y="612"/>
                    <a:pt x="137424" y="24295"/>
                    <a:pt x="137424" y="53408"/>
                  </a:cubicBezTo>
                  <a:cubicBezTo>
                    <a:pt x="137424" y="82520"/>
                    <a:pt x="106737" y="106203"/>
                    <a:pt x="69019" y="106203"/>
                  </a:cubicBezTo>
                  <a:cubicBezTo>
                    <a:pt x="31299" y="106203"/>
                    <a:pt x="614" y="82519"/>
                    <a:pt x="614" y="53408"/>
                  </a:cubicBezTo>
                  <a:cubicBezTo>
                    <a:pt x="614" y="24296"/>
                    <a:pt x="31300" y="612"/>
                    <a:pt x="69019" y="612"/>
                  </a:cubicBezTo>
                  <a:close/>
                  <a:moveTo>
                    <a:pt x="69019" y="1"/>
                  </a:moveTo>
                  <a:cubicBezTo>
                    <a:pt x="30962" y="1"/>
                    <a:pt x="1" y="23959"/>
                    <a:pt x="1" y="53408"/>
                  </a:cubicBezTo>
                  <a:cubicBezTo>
                    <a:pt x="1" y="82857"/>
                    <a:pt x="30962" y="106816"/>
                    <a:pt x="69019" y="106816"/>
                  </a:cubicBezTo>
                  <a:cubicBezTo>
                    <a:pt x="107074" y="106816"/>
                    <a:pt x="138035" y="82857"/>
                    <a:pt x="138035" y="53408"/>
                  </a:cubicBezTo>
                  <a:cubicBezTo>
                    <a:pt x="138035" y="23959"/>
                    <a:pt x="107074" y="1"/>
                    <a:pt x="690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67"/>
            <p:cNvSpPr/>
            <p:nvPr/>
          </p:nvSpPr>
          <p:spPr>
            <a:xfrm>
              <a:off x="2190775" y="1914975"/>
              <a:ext cx="3435550" cy="2655125"/>
            </a:xfrm>
            <a:custGeom>
              <a:rect b="b" l="l" r="r" t="t"/>
              <a:pathLst>
                <a:path extrusionOk="0" h="106205" w="137422">
                  <a:moveTo>
                    <a:pt x="68710" y="1"/>
                  </a:moveTo>
                  <a:cubicBezTo>
                    <a:pt x="50488" y="1"/>
                    <a:pt x="33011" y="5596"/>
                    <a:pt x="20126" y="15554"/>
                  </a:cubicBezTo>
                  <a:cubicBezTo>
                    <a:pt x="7240" y="25513"/>
                    <a:pt x="1" y="39019"/>
                    <a:pt x="1" y="53102"/>
                  </a:cubicBezTo>
                  <a:cubicBezTo>
                    <a:pt x="1" y="67186"/>
                    <a:pt x="7240" y="80692"/>
                    <a:pt x="20126" y="90651"/>
                  </a:cubicBezTo>
                  <a:cubicBezTo>
                    <a:pt x="33011" y="100609"/>
                    <a:pt x="50488" y="106204"/>
                    <a:pt x="68712" y="106204"/>
                  </a:cubicBezTo>
                  <a:cubicBezTo>
                    <a:pt x="86934" y="106204"/>
                    <a:pt x="104411" y="100609"/>
                    <a:pt x="117296" y="90651"/>
                  </a:cubicBezTo>
                  <a:cubicBezTo>
                    <a:pt x="130182" y="80692"/>
                    <a:pt x="137421" y="67186"/>
                    <a:pt x="137421" y="53102"/>
                  </a:cubicBezTo>
                  <a:cubicBezTo>
                    <a:pt x="137421" y="39019"/>
                    <a:pt x="130182" y="25513"/>
                    <a:pt x="117296" y="15554"/>
                  </a:cubicBezTo>
                  <a:cubicBezTo>
                    <a:pt x="104411" y="5596"/>
                    <a:pt x="86934" y="1"/>
                    <a:pt x="68710" y="1"/>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67"/>
            <p:cNvSpPr/>
            <p:nvPr/>
          </p:nvSpPr>
          <p:spPr>
            <a:xfrm>
              <a:off x="2183100" y="1907300"/>
              <a:ext cx="3450900" cy="2670425"/>
            </a:xfrm>
            <a:custGeom>
              <a:rect b="b" l="l" r="r" t="t"/>
              <a:pathLst>
                <a:path extrusionOk="0" h="106817" w="138036">
                  <a:moveTo>
                    <a:pt x="69019" y="613"/>
                  </a:moveTo>
                  <a:cubicBezTo>
                    <a:pt x="106736" y="613"/>
                    <a:pt x="137424" y="24298"/>
                    <a:pt x="137424" y="53409"/>
                  </a:cubicBezTo>
                  <a:cubicBezTo>
                    <a:pt x="137424" y="82521"/>
                    <a:pt x="106737" y="106204"/>
                    <a:pt x="69019" y="106204"/>
                  </a:cubicBezTo>
                  <a:cubicBezTo>
                    <a:pt x="31299" y="106204"/>
                    <a:pt x="614" y="82521"/>
                    <a:pt x="614" y="53409"/>
                  </a:cubicBezTo>
                  <a:cubicBezTo>
                    <a:pt x="614" y="24298"/>
                    <a:pt x="31300" y="613"/>
                    <a:pt x="69019" y="613"/>
                  </a:cubicBezTo>
                  <a:close/>
                  <a:moveTo>
                    <a:pt x="69019" y="1"/>
                  </a:moveTo>
                  <a:cubicBezTo>
                    <a:pt x="30962" y="1"/>
                    <a:pt x="1" y="23961"/>
                    <a:pt x="1" y="53410"/>
                  </a:cubicBezTo>
                  <a:cubicBezTo>
                    <a:pt x="1" y="82858"/>
                    <a:pt x="30962" y="106817"/>
                    <a:pt x="69019" y="106817"/>
                  </a:cubicBezTo>
                  <a:cubicBezTo>
                    <a:pt x="107074" y="106817"/>
                    <a:pt x="138035" y="82859"/>
                    <a:pt x="138035" y="53410"/>
                  </a:cubicBezTo>
                  <a:cubicBezTo>
                    <a:pt x="138035" y="23960"/>
                    <a:pt x="107074" y="1"/>
                    <a:pt x="6901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67"/>
            <p:cNvSpPr/>
            <p:nvPr/>
          </p:nvSpPr>
          <p:spPr>
            <a:xfrm>
              <a:off x="4369050" y="2427275"/>
              <a:ext cx="608600" cy="516250"/>
            </a:xfrm>
            <a:custGeom>
              <a:rect b="b" l="l" r="r" t="t"/>
              <a:pathLst>
                <a:path extrusionOk="0" h="20650" w="24344">
                  <a:moveTo>
                    <a:pt x="15629" y="0"/>
                  </a:moveTo>
                  <a:lnTo>
                    <a:pt x="1" y="9852"/>
                  </a:lnTo>
                  <a:lnTo>
                    <a:pt x="8904" y="20649"/>
                  </a:lnTo>
                  <a:lnTo>
                    <a:pt x="24344" y="9567"/>
                  </a:lnTo>
                  <a:lnTo>
                    <a:pt x="1562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67"/>
            <p:cNvSpPr/>
            <p:nvPr/>
          </p:nvSpPr>
          <p:spPr>
            <a:xfrm>
              <a:off x="4360200" y="2419650"/>
              <a:ext cx="626175" cy="531500"/>
            </a:xfrm>
            <a:custGeom>
              <a:rect b="b" l="l" r="r" t="t"/>
              <a:pathLst>
                <a:path extrusionOk="0" h="21260" w="25047">
                  <a:moveTo>
                    <a:pt x="15930" y="702"/>
                  </a:moveTo>
                  <a:lnTo>
                    <a:pt x="24240" y="9824"/>
                  </a:lnTo>
                  <a:lnTo>
                    <a:pt x="9312" y="20540"/>
                  </a:lnTo>
                  <a:lnTo>
                    <a:pt x="812" y="10230"/>
                  </a:lnTo>
                  <a:lnTo>
                    <a:pt x="15930" y="702"/>
                  </a:lnTo>
                  <a:close/>
                  <a:moveTo>
                    <a:pt x="15984" y="0"/>
                  </a:moveTo>
                  <a:cubicBezTo>
                    <a:pt x="15927" y="0"/>
                    <a:pt x="15871" y="16"/>
                    <a:pt x="15820" y="47"/>
                  </a:cubicBezTo>
                  <a:lnTo>
                    <a:pt x="192" y="9897"/>
                  </a:lnTo>
                  <a:cubicBezTo>
                    <a:pt x="35" y="9995"/>
                    <a:pt x="0" y="10209"/>
                    <a:pt x="119" y="10352"/>
                  </a:cubicBezTo>
                  <a:lnTo>
                    <a:pt x="9023" y="21149"/>
                  </a:lnTo>
                  <a:cubicBezTo>
                    <a:pt x="9081" y="21219"/>
                    <a:pt x="9167" y="21260"/>
                    <a:pt x="9258" y="21260"/>
                  </a:cubicBezTo>
                  <a:cubicBezTo>
                    <a:pt x="9260" y="21260"/>
                    <a:pt x="9261" y="21260"/>
                    <a:pt x="9263" y="21260"/>
                  </a:cubicBezTo>
                  <a:cubicBezTo>
                    <a:pt x="9325" y="21260"/>
                    <a:pt x="9387" y="21240"/>
                    <a:pt x="9437" y="21203"/>
                  </a:cubicBezTo>
                  <a:lnTo>
                    <a:pt x="24876" y="10121"/>
                  </a:lnTo>
                  <a:cubicBezTo>
                    <a:pt x="25025" y="10014"/>
                    <a:pt x="25047" y="9802"/>
                    <a:pt x="24925" y="9666"/>
                  </a:cubicBezTo>
                  <a:lnTo>
                    <a:pt x="16210" y="99"/>
                  </a:lnTo>
                  <a:cubicBezTo>
                    <a:pt x="16151" y="34"/>
                    <a:pt x="16068" y="0"/>
                    <a:pt x="159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67"/>
            <p:cNvSpPr/>
            <p:nvPr/>
          </p:nvSpPr>
          <p:spPr>
            <a:xfrm>
              <a:off x="3224600" y="2447925"/>
              <a:ext cx="682450" cy="570375"/>
            </a:xfrm>
            <a:custGeom>
              <a:rect b="b" l="l" r="r" t="t"/>
              <a:pathLst>
                <a:path extrusionOk="0" h="22815" w="27298">
                  <a:moveTo>
                    <a:pt x="14260" y="1"/>
                  </a:moveTo>
                  <a:lnTo>
                    <a:pt x="1" y="7333"/>
                  </a:lnTo>
                  <a:lnTo>
                    <a:pt x="12631" y="22814"/>
                  </a:lnTo>
                  <a:lnTo>
                    <a:pt x="27298" y="13037"/>
                  </a:lnTo>
                  <a:lnTo>
                    <a:pt x="1426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67"/>
            <p:cNvSpPr/>
            <p:nvPr/>
          </p:nvSpPr>
          <p:spPr>
            <a:xfrm>
              <a:off x="3215600" y="2440250"/>
              <a:ext cx="700250" cy="585675"/>
            </a:xfrm>
            <a:custGeom>
              <a:rect b="b" l="l" r="r" t="t"/>
              <a:pathLst>
                <a:path extrusionOk="0" h="23427" w="28010">
                  <a:moveTo>
                    <a:pt x="14562" y="682"/>
                  </a:moveTo>
                  <a:lnTo>
                    <a:pt x="27176" y="13296"/>
                  </a:lnTo>
                  <a:lnTo>
                    <a:pt x="13052" y="22712"/>
                  </a:lnTo>
                  <a:lnTo>
                    <a:pt x="837" y="7740"/>
                  </a:lnTo>
                  <a:lnTo>
                    <a:pt x="14562" y="682"/>
                  </a:lnTo>
                  <a:close/>
                  <a:moveTo>
                    <a:pt x="14620" y="1"/>
                  </a:moveTo>
                  <a:cubicBezTo>
                    <a:pt x="14573" y="1"/>
                    <a:pt x="14525" y="12"/>
                    <a:pt x="14481" y="35"/>
                  </a:cubicBezTo>
                  <a:lnTo>
                    <a:pt x="221" y="7369"/>
                  </a:lnTo>
                  <a:cubicBezTo>
                    <a:pt x="49" y="7457"/>
                    <a:pt x="1" y="7683"/>
                    <a:pt x="124" y="7834"/>
                  </a:cubicBezTo>
                  <a:lnTo>
                    <a:pt x="12754" y="23315"/>
                  </a:lnTo>
                  <a:cubicBezTo>
                    <a:pt x="12811" y="23385"/>
                    <a:pt x="12897" y="23427"/>
                    <a:pt x="12987" y="23427"/>
                  </a:cubicBezTo>
                  <a:cubicBezTo>
                    <a:pt x="12988" y="23427"/>
                    <a:pt x="12990" y="23427"/>
                    <a:pt x="12991" y="23427"/>
                  </a:cubicBezTo>
                  <a:cubicBezTo>
                    <a:pt x="13052" y="23427"/>
                    <a:pt x="13110" y="23409"/>
                    <a:pt x="13160" y="23375"/>
                  </a:cubicBezTo>
                  <a:lnTo>
                    <a:pt x="27827" y="13598"/>
                  </a:lnTo>
                  <a:cubicBezTo>
                    <a:pt x="27988" y="13491"/>
                    <a:pt x="28010" y="13263"/>
                    <a:pt x="27874" y="13127"/>
                  </a:cubicBezTo>
                  <a:lnTo>
                    <a:pt x="14836" y="91"/>
                  </a:lnTo>
                  <a:cubicBezTo>
                    <a:pt x="14777" y="32"/>
                    <a:pt x="14699" y="1"/>
                    <a:pt x="14620"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67"/>
            <p:cNvSpPr/>
            <p:nvPr/>
          </p:nvSpPr>
          <p:spPr>
            <a:xfrm>
              <a:off x="3765325" y="2835600"/>
              <a:ext cx="682425" cy="570375"/>
            </a:xfrm>
            <a:custGeom>
              <a:rect b="b" l="l" r="r" t="t"/>
              <a:pathLst>
                <a:path extrusionOk="0" h="22815" w="27297">
                  <a:moveTo>
                    <a:pt x="14259" y="0"/>
                  </a:moveTo>
                  <a:lnTo>
                    <a:pt x="0" y="7334"/>
                  </a:lnTo>
                  <a:lnTo>
                    <a:pt x="12630" y="22815"/>
                  </a:lnTo>
                  <a:lnTo>
                    <a:pt x="27297" y="13037"/>
                  </a:lnTo>
                  <a:lnTo>
                    <a:pt x="1425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67"/>
            <p:cNvSpPr/>
            <p:nvPr/>
          </p:nvSpPr>
          <p:spPr>
            <a:xfrm>
              <a:off x="3756325" y="2827950"/>
              <a:ext cx="700250" cy="585700"/>
            </a:xfrm>
            <a:custGeom>
              <a:rect b="b" l="l" r="r" t="t"/>
              <a:pathLst>
                <a:path extrusionOk="0" h="23428" w="28010">
                  <a:moveTo>
                    <a:pt x="14561" y="681"/>
                  </a:moveTo>
                  <a:lnTo>
                    <a:pt x="27176" y="13295"/>
                  </a:lnTo>
                  <a:lnTo>
                    <a:pt x="13052" y="22711"/>
                  </a:lnTo>
                  <a:lnTo>
                    <a:pt x="837" y="7738"/>
                  </a:lnTo>
                  <a:lnTo>
                    <a:pt x="14561" y="681"/>
                  </a:lnTo>
                  <a:close/>
                  <a:moveTo>
                    <a:pt x="14619" y="0"/>
                  </a:moveTo>
                  <a:cubicBezTo>
                    <a:pt x="14572" y="0"/>
                    <a:pt x="14524" y="11"/>
                    <a:pt x="14480" y="34"/>
                  </a:cubicBezTo>
                  <a:lnTo>
                    <a:pt x="221" y="7368"/>
                  </a:lnTo>
                  <a:cubicBezTo>
                    <a:pt x="48" y="7457"/>
                    <a:pt x="0" y="7683"/>
                    <a:pt x="124" y="7834"/>
                  </a:cubicBezTo>
                  <a:lnTo>
                    <a:pt x="12753" y="23315"/>
                  </a:lnTo>
                  <a:cubicBezTo>
                    <a:pt x="12810" y="23386"/>
                    <a:pt x="12898" y="23428"/>
                    <a:pt x="12990" y="23428"/>
                  </a:cubicBezTo>
                  <a:cubicBezTo>
                    <a:pt x="13051" y="23427"/>
                    <a:pt x="13110" y="23409"/>
                    <a:pt x="13159" y="23376"/>
                  </a:cubicBezTo>
                  <a:lnTo>
                    <a:pt x="27826" y="13597"/>
                  </a:lnTo>
                  <a:cubicBezTo>
                    <a:pt x="27987" y="13490"/>
                    <a:pt x="28009" y="13263"/>
                    <a:pt x="27873" y="13127"/>
                  </a:cubicBezTo>
                  <a:lnTo>
                    <a:pt x="14835" y="89"/>
                  </a:lnTo>
                  <a:cubicBezTo>
                    <a:pt x="14777" y="31"/>
                    <a:pt x="14699" y="0"/>
                    <a:pt x="1461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67"/>
            <p:cNvSpPr/>
            <p:nvPr/>
          </p:nvSpPr>
          <p:spPr>
            <a:xfrm>
              <a:off x="3697975" y="2863625"/>
              <a:ext cx="644700" cy="553250"/>
            </a:xfrm>
            <a:custGeom>
              <a:rect b="b" l="l" r="r" t="t"/>
              <a:pathLst>
                <a:path extrusionOk="0" h="22130" w="25788">
                  <a:moveTo>
                    <a:pt x="15363" y="0"/>
                  </a:moveTo>
                  <a:lnTo>
                    <a:pt x="0" y="4594"/>
                  </a:lnTo>
                  <a:lnTo>
                    <a:pt x="9577" y="22129"/>
                  </a:lnTo>
                  <a:lnTo>
                    <a:pt x="25788" y="15208"/>
                  </a:lnTo>
                  <a:lnTo>
                    <a:pt x="15363"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67"/>
            <p:cNvSpPr/>
            <p:nvPr/>
          </p:nvSpPr>
          <p:spPr>
            <a:xfrm>
              <a:off x="3688925" y="2856000"/>
              <a:ext cx="662800" cy="568550"/>
            </a:xfrm>
            <a:custGeom>
              <a:rect b="b" l="l" r="r" t="t"/>
              <a:pathLst>
                <a:path extrusionOk="0" h="22742" w="26512">
                  <a:moveTo>
                    <a:pt x="15598" y="663"/>
                  </a:moveTo>
                  <a:lnTo>
                    <a:pt x="25686" y="15378"/>
                  </a:lnTo>
                  <a:lnTo>
                    <a:pt x="10074" y="22044"/>
                  </a:lnTo>
                  <a:lnTo>
                    <a:pt x="812" y="5084"/>
                  </a:lnTo>
                  <a:lnTo>
                    <a:pt x="15598" y="663"/>
                  </a:lnTo>
                  <a:close/>
                  <a:moveTo>
                    <a:pt x="15724" y="0"/>
                  </a:moveTo>
                  <a:cubicBezTo>
                    <a:pt x="15695" y="0"/>
                    <a:pt x="15665" y="4"/>
                    <a:pt x="15636" y="13"/>
                  </a:cubicBezTo>
                  <a:lnTo>
                    <a:pt x="275" y="4607"/>
                  </a:lnTo>
                  <a:cubicBezTo>
                    <a:pt x="88" y="4662"/>
                    <a:pt x="1" y="4876"/>
                    <a:pt x="94" y="5047"/>
                  </a:cubicBezTo>
                  <a:lnTo>
                    <a:pt x="9670" y="22582"/>
                  </a:lnTo>
                  <a:cubicBezTo>
                    <a:pt x="9724" y="22679"/>
                    <a:pt x="9827" y="22740"/>
                    <a:pt x="9939" y="22741"/>
                  </a:cubicBezTo>
                  <a:cubicBezTo>
                    <a:pt x="9980" y="22741"/>
                    <a:pt x="10021" y="22732"/>
                    <a:pt x="10060" y="22716"/>
                  </a:cubicBezTo>
                  <a:lnTo>
                    <a:pt x="26270" y="15794"/>
                  </a:lnTo>
                  <a:cubicBezTo>
                    <a:pt x="26448" y="15718"/>
                    <a:pt x="26511" y="15499"/>
                    <a:pt x="26401" y="15339"/>
                  </a:cubicBezTo>
                  <a:lnTo>
                    <a:pt x="15976" y="133"/>
                  </a:lnTo>
                  <a:cubicBezTo>
                    <a:pt x="15918" y="48"/>
                    <a:pt x="15823" y="0"/>
                    <a:pt x="157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67"/>
            <p:cNvSpPr/>
            <p:nvPr/>
          </p:nvSpPr>
          <p:spPr>
            <a:xfrm>
              <a:off x="3532750" y="2215900"/>
              <a:ext cx="160375" cy="51225"/>
            </a:xfrm>
            <a:custGeom>
              <a:rect b="b" l="l" r="r" t="t"/>
              <a:pathLst>
                <a:path extrusionOk="0" h="2049" w="6415">
                  <a:moveTo>
                    <a:pt x="5981" y="1"/>
                  </a:moveTo>
                  <a:cubicBezTo>
                    <a:pt x="5202" y="1"/>
                    <a:pt x="3644" y="585"/>
                    <a:pt x="3644" y="585"/>
                  </a:cubicBezTo>
                  <a:cubicBezTo>
                    <a:pt x="3644" y="585"/>
                    <a:pt x="3367" y="557"/>
                    <a:pt x="2969" y="557"/>
                  </a:cubicBezTo>
                  <a:cubicBezTo>
                    <a:pt x="2371" y="557"/>
                    <a:pt x="1498" y="619"/>
                    <a:pt x="874" y="931"/>
                  </a:cubicBezTo>
                  <a:cubicBezTo>
                    <a:pt x="1" y="1368"/>
                    <a:pt x="2798" y="2049"/>
                    <a:pt x="4431" y="2049"/>
                  </a:cubicBezTo>
                  <a:cubicBezTo>
                    <a:pt x="4741" y="2049"/>
                    <a:pt x="5009" y="2025"/>
                    <a:pt x="5202" y="1969"/>
                  </a:cubicBezTo>
                  <a:cubicBezTo>
                    <a:pt x="6414" y="1624"/>
                    <a:pt x="6414" y="931"/>
                    <a:pt x="6414" y="239"/>
                  </a:cubicBezTo>
                  <a:cubicBezTo>
                    <a:pt x="6414" y="66"/>
                    <a:pt x="6241" y="1"/>
                    <a:pt x="598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67"/>
            <p:cNvSpPr/>
            <p:nvPr/>
          </p:nvSpPr>
          <p:spPr>
            <a:xfrm>
              <a:off x="3540350" y="2208425"/>
              <a:ext cx="160500" cy="66150"/>
            </a:xfrm>
            <a:custGeom>
              <a:rect b="b" l="l" r="r" t="t"/>
              <a:pathLst>
                <a:path extrusionOk="0" h="2646" w="6420">
                  <a:moveTo>
                    <a:pt x="5687" y="601"/>
                  </a:moveTo>
                  <a:cubicBezTo>
                    <a:pt x="5733" y="601"/>
                    <a:pt x="5773" y="605"/>
                    <a:pt x="5804" y="611"/>
                  </a:cubicBezTo>
                  <a:cubicBezTo>
                    <a:pt x="5803" y="1244"/>
                    <a:pt x="5768" y="1702"/>
                    <a:pt x="4815" y="1975"/>
                  </a:cubicBezTo>
                  <a:cubicBezTo>
                    <a:pt x="4634" y="2027"/>
                    <a:pt x="4389" y="2049"/>
                    <a:pt x="4109" y="2049"/>
                  </a:cubicBezTo>
                  <a:cubicBezTo>
                    <a:pt x="3025" y="2049"/>
                    <a:pt x="1407" y="1713"/>
                    <a:pt x="855" y="1437"/>
                  </a:cubicBezTo>
                  <a:lnTo>
                    <a:pt x="854" y="1437"/>
                  </a:lnTo>
                  <a:cubicBezTo>
                    <a:pt x="1410" y="1211"/>
                    <a:pt x="2143" y="1163"/>
                    <a:pt x="2662" y="1163"/>
                  </a:cubicBezTo>
                  <a:cubicBezTo>
                    <a:pt x="3038" y="1163"/>
                    <a:pt x="3303" y="1188"/>
                    <a:pt x="3310" y="1188"/>
                  </a:cubicBezTo>
                  <a:cubicBezTo>
                    <a:pt x="3319" y="1189"/>
                    <a:pt x="3329" y="1190"/>
                    <a:pt x="3338" y="1190"/>
                  </a:cubicBezTo>
                  <a:cubicBezTo>
                    <a:pt x="3375" y="1190"/>
                    <a:pt x="3413" y="1183"/>
                    <a:pt x="3448" y="1170"/>
                  </a:cubicBezTo>
                  <a:cubicBezTo>
                    <a:pt x="4347" y="834"/>
                    <a:pt x="5283" y="601"/>
                    <a:pt x="5687" y="601"/>
                  </a:cubicBezTo>
                  <a:close/>
                  <a:moveTo>
                    <a:pt x="5664" y="0"/>
                  </a:moveTo>
                  <a:cubicBezTo>
                    <a:pt x="4949" y="0"/>
                    <a:pt x="3867" y="362"/>
                    <a:pt x="3299" y="573"/>
                  </a:cubicBezTo>
                  <a:cubicBezTo>
                    <a:pt x="3187" y="565"/>
                    <a:pt x="2957" y="550"/>
                    <a:pt x="2665" y="550"/>
                  </a:cubicBezTo>
                  <a:cubicBezTo>
                    <a:pt x="2035" y="550"/>
                    <a:pt x="1111" y="618"/>
                    <a:pt x="433" y="957"/>
                  </a:cubicBezTo>
                  <a:cubicBezTo>
                    <a:pt x="1" y="1173"/>
                    <a:pt x="104" y="1505"/>
                    <a:pt x="128" y="1569"/>
                  </a:cubicBezTo>
                  <a:cubicBezTo>
                    <a:pt x="368" y="2187"/>
                    <a:pt x="2714" y="2646"/>
                    <a:pt x="4150" y="2646"/>
                  </a:cubicBezTo>
                  <a:cubicBezTo>
                    <a:pt x="4493" y="2646"/>
                    <a:pt x="4784" y="2621"/>
                    <a:pt x="4982" y="2564"/>
                  </a:cubicBezTo>
                  <a:cubicBezTo>
                    <a:pt x="6417" y="2153"/>
                    <a:pt x="6417" y="1258"/>
                    <a:pt x="6417" y="538"/>
                  </a:cubicBezTo>
                  <a:cubicBezTo>
                    <a:pt x="6419" y="372"/>
                    <a:pt x="6338" y="216"/>
                    <a:pt x="6200" y="122"/>
                  </a:cubicBezTo>
                  <a:cubicBezTo>
                    <a:pt x="6075" y="36"/>
                    <a:pt x="5888" y="0"/>
                    <a:pt x="56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67"/>
            <p:cNvSpPr/>
            <p:nvPr/>
          </p:nvSpPr>
          <p:spPr>
            <a:xfrm>
              <a:off x="2970550" y="1486750"/>
              <a:ext cx="740725" cy="865250"/>
            </a:xfrm>
            <a:custGeom>
              <a:rect b="b" l="l" r="r" t="t"/>
              <a:pathLst>
                <a:path extrusionOk="0" h="34610" w="29629">
                  <a:moveTo>
                    <a:pt x="10793" y="0"/>
                  </a:moveTo>
                  <a:cubicBezTo>
                    <a:pt x="10793" y="0"/>
                    <a:pt x="7195" y="1270"/>
                    <a:pt x="5397" y="3492"/>
                  </a:cubicBezTo>
                  <a:cubicBezTo>
                    <a:pt x="3598" y="5714"/>
                    <a:pt x="2752" y="11534"/>
                    <a:pt x="2328" y="14073"/>
                  </a:cubicBezTo>
                  <a:cubicBezTo>
                    <a:pt x="1905" y="16613"/>
                    <a:pt x="0" y="26242"/>
                    <a:pt x="1058" y="27405"/>
                  </a:cubicBezTo>
                  <a:cubicBezTo>
                    <a:pt x="2117" y="28569"/>
                    <a:pt x="13439" y="32485"/>
                    <a:pt x="15661" y="33119"/>
                  </a:cubicBezTo>
                  <a:cubicBezTo>
                    <a:pt x="17769" y="33721"/>
                    <a:pt x="20257" y="34610"/>
                    <a:pt x="21772" y="34610"/>
                  </a:cubicBezTo>
                  <a:cubicBezTo>
                    <a:pt x="21854" y="34610"/>
                    <a:pt x="21933" y="34607"/>
                    <a:pt x="22010" y="34601"/>
                  </a:cubicBezTo>
                  <a:cubicBezTo>
                    <a:pt x="23491" y="34495"/>
                    <a:pt x="24973" y="33437"/>
                    <a:pt x="24973" y="33437"/>
                  </a:cubicBezTo>
                  <a:cubicBezTo>
                    <a:pt x="24973" y="33437"/>
                    <a:pt x="27512" y="34601"/>
                    <a:pt x="28148" y="34601"/>
                  </a:cubicBezTo>
                  <a:cubicBezTo>
                    <a:pt x="28782" y="34601"/>
                    <a:pt x="29629" y="33437"/>
                    <a:pt x="28888" y="32273"/>
                  </a:cubicBezTo>
                  <a:cubicBezTo>
                    <a:pt x="28147" y="31109"/>
                    <a:pt x="26084" y="29404"/>
                    <a:pt x="24921" y="29404"/>
                  </a:cubicBezTo>
                  <a:cubicBezTo>
                    <a:pt x="23756" y="29404"/>
                    <a:pt x="19471" y="30051"/>
                    <a:pt x="19471" y="30051"/>
                  </a:cubicBezTo>
                  <a:cubicBezTo>
                    <a:pt x="19471" y="30051"/>
                    <a:pt x="12169" y="26347"/>
                    <a:pt x="10053" y="24866"/>
                  </a:cubicBezTo>
                  <a:cubicBezTo>
                    <a:pt x="7936" y="23384"/>
                    <a:pt x="6350" y="21691"/>
                    <a:pt x="6350" y="21691"/>
                  </a:cubicBezTo>
                  <a:lnTo>
                    <a:pt x="10688" y="8148"/>
                  </a:lnTo>
                  <a:lnTo>
                    <a:pt x="10793" y="0"/>
                  </a:lnTo>
                  <a:close/>
                </a:path>
              </a:pathLst>
            </a:custGeom>
            <a:gradFill>
              <a:gsLst>
                <a:gs pos="0">
                  <a:srgbClr val="8BE3FF"/>
                </a:gs>
                <a:gs pos="100000">
                  <a:srgbClr val="ACFFD9"/>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67"/>
            <p:cNvSpPr/>
            <p:nvPr/>
          </p:nvSpPr>
          <p:spPr>
            <a:xfrm>
              <a:off x="2970150" y="1479125"/>
              <a:ext cx="740175" cy="880500"/>
            </a:xfrm>
            <a:custGeom>
              <a:rect b="b" l="l" r="r" t="t"/>
              <a:pathLst>
                <a:path extrusionOk="0" h="35220" w="29607">
                  <a:moveTo>
                    <a:pt x="10803" y="1"/>
                  </a:moveTo>
                  <a:cubicBezTo>
                    <a:pt x="10771" y="1"/>
                    <a:pt x="10739" y="6"/>
                    <a:pt x="10707" y="16"/>
                  </a:cubicBezTo>
                  <a:cubicBezTo>
                    <a:pt x="10557" y="69"/>
                    <a:pt x="7007" y="1341"/>
                    <a:pt x="5175" y="3605"/>
                  </a:cubicBezTo>
                  <a:cubicBezTo>
                    <a:pt x="3449" y="5737"/>
                    <a:pt x="2595" y="10955"/>
                    <a:pt x="2135" y="13759"/>
                  </a:cubicBezTo>
                  <a:lnTo>
                    <a:pt x="2042" y="14328"/>
                  </a:lnTo>
                  <a:cubicBezTo>
                    <a:pt x="1987" y="14660"/>
                    <a:pt x="1906" y="15114"/>
                    <a:pt x="1810" y="15653"/>
                  </a:cubicBezTo>
                  <a:cubicBezTo>
                    <a:pt x="620" y="22341"/>
                    <a:pt x="1" y="26985"/>
                    <a:pt x="848" y="27916"/>
                  </a:cubicBezTo>
                  <a:cubicBezTo>
                    <a:pt x="1991" y="29175"/>
                    <a:pt x="13466" y="33112"/>
                    <a:pt x="15593" y="33719"/>
                  </a:cubicBezTo>
                  <a:cubicBezTo>
                    <a:pt x="16061" y="33853"/>
                    <a:pt x="16548" y="34001"/>
                    <a:pt x="17038" y="34150"/>
                  </a:cubicBezTo>
                  <a:cubicBezTo>
                    <a:pt x="18773" y="34677"/>
                    <a:pt x="20563" y="35220"/>
                    <a:pt x="21790" y="35220"/>
                  </a:cubicBezTo>
                  <a:cubicBezTo>
                    <a:pt x="21879" y="35220"/>
                    <a:pt x="21965" y="35218"/>
                    <a:pt x="22047" y="35211"/>
                  </a:cubicBezTo>
                  <a:cubicBezTo>
                    <a:pt x="23335" y="35119"/>
                    <a:pt x="24592" y="34368"/>
                    <a:pt x="25017" y="34091"/>
                  </a:cubicBezTo>
                  <a:cubicBezTo>
                    <a:pt x="25676" y="34389"/>
                    <a:pt x="27553" y="35212"/>
                    <a:pt x="28161" y="35212"/>
                  </a:cubicBezTo>
                  <a:cubicBezTo>
                    <a:pt x="28571" y="35212"/>
                    <a:pt x="29003" y="34906"/>
                    <a:pt x="29264" y="34432"/>
                  </a:cubicBezTo>
                  <a:cubicBezTo>
                    <a:pt x="29606" y="33809"/>
                    <a:pt x="29568" y="33053"/>
                    <a:pt x="29161" y="32414"/>
                  </a:cubicBezTo>
                  <a:cubicBezTo>
                    <a:pt x="28407" y="31230"/>
                    <a:pt x="26254" y="29404"/>
                    <a:pt x="24936" y="29404"/>
                  </a:cubicBezTo>
                  <a:cubicBezTo>
                    <a:pt x="23847" y="29404"/>
                    <a:pt x="20198" y="29940"/>
                    <a:pt x="19536" y="30039"/>
                  </a:cubicBezTo>
                  <a:cubicBezTo>
                    <a:pt x="18706" y="29616"/>
                    <a:pt x="12194" y="26286"/>
                    <a:pt x="10243" y="24921"/>
                  </a:cubicBezTo>
                  <a:cubicBezTo>
                    <a:pt x="8513" y="23708"/>
                    <a:pt x="7124" y="22335"/>
                    <a:pt x="6713" y="21916"/>
                  </a:cubicBezTo>
                  <a:lnTo>
                    <a:pt x="10994" y="8546"/>
                  </a:lnTo>
                  <a:cubicBezTo>
                    <a:pt x="11043" y="8386"/>
                    <a:pt x="10953" y="8218"/>
                    <a:pt x="10795" y="8167"/>
                  </a:cubicBezTo>
                  <a:cubicBezTo>
                    <a:pt x="10764" y="8157"/>
                    <a:pt x="10732" y="8152"/>
                    <a:pt x="10701" y="8152"/>
                  </a:cubicBezTo>
                  <a:cubicBezTo>
                    <a:pt x="10573" y="8152"/>
                    <a:pt x="10455" y="8232"/>
                    <a:pt x="10412" y="8360"/>
                  </a:cubicBezTo>
                  <a:lnTo>
                    <a:pt x="6074" y="21903"/>
                  </a:lnTo>
                  <a:cubicBezTo>
                    <a:pt x="6039" y="22010"/>
                    <a:pt x="6066" y="22125"/>
                    <a:pt x="6141" y="22206"/>
                  </a:cubicBezTo>
                  <a:cubicBezTo>
                    <a:pt x="6208" y="22277"/>
                    <a:pt x="7775" y="23940"/>
                    <a:pt x="9893" y="25423"/>
                  </a:cubicBezTo>
                  <a:cubicBezTo>
                    <a:pt x="12002" y="26899"/>
                    <a:pt x="19049" y="30478"/>
                    <a:pt x="19347" y="30629"/>
                  </a:cubicBezTo>
                  <a:cubicBezTo>
                    <a:pt x="19392" y="30651"/>
                    <a:pt x="19441" y="30662"/>
                    <a:pt x="19490" y="30662"/>
                  </a:cubicBezTo>
                  <a:cubicBezTo>
                    <a:pt x="19504" y="30662"/>
                    <a:pt x="19518" y="30661"/>
                    <a:pt x="19532" y="30659"/>
                  </a:cubicBezTo>
                  <a:cubicBezTo>
                    <a:pt x="19574" y="30653"/>
                    <a:pt x="23808" y="30016"/>
                    <a:pt x="24936" y="30016"/>
                  </a:cubicBezTo>
                  <a:cubicBezTo>
                    <a:pt x="25934" y="30016"/>
                    <a:pt x="27903" y="31577"/>
                    <a:pt x="28644" y="32743"/>
                  </a:cubicBezTo>
                  <a:cubicBezTo>
                    <a:pt x="29055" y="33388"/>
                    <a:pt x="28839" y="33934"/>
                    <a:pt x="28726" y="34138"/>
                  </a:cubicBezTo>
                  <a:cubicBezTo>
                    <a:pt x="28560" y="34441"/>
                    <a:pt x="28317" y="34600"/>
                    <a:pt x="28163" y="34600"/>
                  </a:cubicBezTo>
                  <a:cubicBezTo>
                    <a:pt x="27749" y="34600"/>
                    <a:pt x="26074" y="33903"/>
                    <a:pt x="25116" y="33464"/>
                  </a:cubicBezTo>
                  <a:cubicBezTo>
                    <a:pt x="25076" y="33445"/>
                    <a:pt x="25032" y="33436"/>
                    <a:pt x="24989" y="33436"/>
                  </a:cubicBezTo>
                  <a:cubicBezTo>
                    <a:pt x="24926" y="33436"/>
                    <a:pt x="24863" y="33456"/>
                    <a:pt x="24810" y="33493"/>
                  </a:cubicBezTo>
                  <a:cubicBezTo>
                    <a:pt x="24796" y="33503"/>
                    <a:pt x="23384" y="34502"/>
                    <a:pt x="22003" y="34601"/>
                  </a:cubicBezTo>
                  <a:cubicBezTo>
                    <a:pt x="21934" y="34606"/>
                    <a:pt x="21862" y="34608"/>
                    <a:pt x="21787" y="34608"/>
                  </a:cubicBezTo>
                  <a:cubicBezTo>
                    <a:pt x="20660" y="34608"/>
                    <a:pt x="18911" y="34079"/>
                    <a:pt x="17217" y="33564"/>
                  </a:cubicBezTo>
                  <a:cubicBezTo>
                    <a:pt x="16723" y="33414"/>
                    <a:pt x="16232" y="33265"/>
                    <a:pt x="15761" y="33131"/>
                  </a:cubicBezTo>
                  <a:cubicBezTo>
                    <a:pt x="13436" y="32466"/>
                    <a:pt x="2266" y="28568"/>
                    <a:pt x="1301" y="27504"/>
                  </a:cubicBezTo>
                  <a:cubicBezTo>
                    <a:pt x="483" y="26605"/>
                    <a:pt x="1885" y="18726"/>
                    <a:pt x="2412" y="15761"/>
                  </a:cubicBezTo>
                  <a:cubicBezTo>
                    <a:pt x="2510" y="15218"/>
                    <a:pt x="2591" y="14763"/>
                    <a:pt x="2646" y="14428"/>
                  </a:cubicBezTo>
                  <a:lnTo>
                    <a:pt x="2740" y="13858"/>
                  </a:lnTo>
                  <a:cubicBezTo>
                    <a:pt x="3190" y="11110"/>
                    <a:pt x="4026" y="5996"/>
                    <a:pt x="5650" y="3990"/>
                  </a:cubicBezTo>
                  <a:cubicBezTo>
                    <a:pt x="7373" y="1863"/>
                    <a:pt x="10876" y="606"/>
                    <a:pt x="10911" y="594"/>
                  </a:cubicBezTo>
                  <a:cubicBezTo>
                    <a:pt x="11067" y="536"/>
                    <a:pt x="11147" y="363"/>
                    <a:pt x="11092" y="205"/>
                  </a:cubicBezTo>
                  <a:cubicBezTo>
                    <a:pt x="11047" y="80"/>
                    <a:pt x="10930" y="1"/>
                    <a:pt x="1080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67"/>
            <p:cNvSpPr/>
            <p:nvPr/>
          </p:nvSpPr>
          <p:spPr>
            <a:xfrm>
              <a:off x="3353725" y="2212850"/>
              <a:ext cx="357550" cy="139150"/>
            </a:xfrm>
            <a:custGeom>
              <a:rect b="b" l="l" r="r" t="t"/>
              <a:pathLst>
                <a:path extrusionOk="0" h="5566" w="14302">
                  <a:moveTo>
                    <a:pt x="2187" y="1"/>
                  </a:moveTo>
                  <a:cubicBezTo>
                    <a:pt x="1417" y="587"/>
                    <a:pt x="514" y="1459"/>
                    <a:pt x="228" y="2489"/>
                  </a:cubicBezTo>
                  <a:cubicBezTo>
                    <a:pt x="67" y="3068"/>
                    <a:pt x="10" y="3560"/>
                    <a:pt x="0" y="3977"/>
                  </a:cubicBezTo>
                  <a:cubicBezTo>
                    <a:pt x="126" y="4014"/>
                    <a:pt x="240" y="4049"/>
                    <a:pt x="334" y="4075"/>
                  </a:cubicBezTo>
                  <a:cubicBezTo>
                    <a:pt x="2442" y="4678"/>
                    <a:pt x="4930" y="5566"/>
                    <a:pt x="6445" y="5566"/>
                  </a:cubicBezTo>
                  <a:cubicBezTo>
                    <a:pt x="6527" y="5566"/>
                    <a:pt x="6606" y="5563"/>
                    <a:pt x="6683" y="5557"/>
                  </a:cubicBezTo>
                  <a:cubicBezTo>
                    <a:pt x="8164" y="5452"/>
                    <a:pt x="9646" y="4393"/>
                    <a:pt x="9646" y="4393"/>
                  </a:cubicBezTo>
                  <a:cubicBezTo>
                    <a:pt x="9646" y="4393"/>
                    <a:pt x="12186" y="5557"/>
                    <a:pt x="12821" y="5557"/>
                  </a:cubicBezTo>
                  <a:cubicBezTo>
                    <a:pt x="13455" y="5557"/>
                    <a:pt x="14302" y="4393"/>
                    <a:pt x="13561" y="3230"/>
                  </a:cubicBezTo>
                  <a:cubicBezTo>
                    <a:pt x="12820" y="2066"/>
                    <a:pt x="10757" y="361"/>
                    <a:pt x="9593" y="361"/>
                  </a:cubicBezTo>
                  <a:cubicBezTo>
                    <a:pt x="8429" y="361"/>
                    <a:pt x="4144" y="1008"/>
                    <a:pt x="4144" y="1008"/>
                  </a:cubicBezTo>
                  <a:cubicBezTo>
                    <a:pt x="4144" y="1008"/>
                    <a:pt x="3338" y="599"/>
                    <a:pt x="218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67"/>
            <p:cNvSpPr/>
            <p:nvPr/>
          </p:nvSpPr>
          <p:spPr>
            <a:xfrm>
              <a:off x="3346000" y="2205200"/>
              <a:ext cx="364350" cy="154425"/>
            </a:xfrm>
            <a:custGeom>
              <a:rect b="b" l="l" r="r" t="t"/>
              <a:pathLst>
                <a:path extrusionOk="0" h="6177" w="14574">
                  <a:moveTo>
                    <a:pt x="2529" y="668"/>
                  </a:moveTo>
                  <a:cubicBezTo>
                    <a:pt x="3587" y="1217"/>
                    <a:pt x="4313" y="1586"/>
                    <a:pt x="4313" y="1586"/>
                  </a:cubicBezTo>
                  <a:cubicBezTo>
                    <a:pt x="4358" y="1608"/>
                    <a:pt x="4407" y="1619"/>
                    <a:pt x="4456" y="1619"/>
                  </a:cubicBezTo>
                  <a:cubicBezTo>
                    <a:pt x="4470" y="1619"/>
                    <a:pt x="4484" y="1618"/>
                    <a:pt x="4498" y="1616"/>
                  </a:cubicBezTo>
                  <a:cubicBezTo>
                    <a:pt x="4540" y="1610"/>
                    <a:pt x="8774" y="973"/>
                    <a:pt x="9902" y="973"/>
                  </a:cubicBezTo>
                  <a:cubicBezTo>
                    <a:pt x="10900" y="973"/>
                    <a:pt x="12869" y="2535"/>
                    <a:pt x="13610" y="3700"/>
                  </a:cubicBezTo>
                  <a:cubicBezTo>
                    <a:pt x="14021" y="4346"/>
                    <a:pt x="13805" y="4891"/>
                    <a:pt x="13692" y="5095"/>
                  </a:cubicBezTo>
                  <a:cubicBezTo>
                    <a:pt x="13526" y="5398"/>
                    <a:pt x="13283" y="5557"/>
                    <a:pt x="13129" y="5557"/>
                  </a:cubicBezTo>
                  <a:cubicBezTo>
                    <a:pt x="12715" y="5557"/>
                    <a:pt x="11040" y="4860"/>
                    <a:pt x="10082" y="4421"/>
                  </a:cubicBezTo>
                  <a:cubicBezTo>
                    <a:pt x="10042" y="4402"/>
                    <a:pt x="9998" y="4393"/>
                    <a:pt x="9955" y="4393"/>
                  </a:cubicBezTo>
                  <a:cubicBezTo>
                    <a:pt x="9892" y="4393"/>
                    <a:pt x="9829" y="4413"/>
                    <a:pt x="9776" y="4450"/>
                  </a:cubicBezTo>
                  <a:cubicBezTo>
                    <a:pt x="9762" y="4460"/>
                    <a:pt x="8350" y="5459"/>
                    <a:pt x="6969" y="5558"/>
                  </a:cubicBezTo>
                  <a:cubicBezTo>
                    <a:pt x="6900" y="5563"/>
                    <a:pt x="6828" y="5565"/>
                    <a:pt x="6753" y="5565"/>
                  </a:cubicBezTo>
                  <a:cubicBezTo>
                    <a:pt x="5626" y="5565"/>
                    <a:pt x="3877" y="5036"/>
                    <a:pt x="2183" y="4521"/>
                  </a:cubicBezTo>
                  <a:cubicBezTo>
                    <a:pt x="1689" y="4371"/>
                    <a:pt x="1198" y="4223"/>
                    <a:pt x="727" y="4088"/>
                  </a:cubicBezTo>
                  <a:lnTo>
                    <a:pt x="626" y="4058"/>
                  </a:lnTo>
                  <a:cubicBezTo>
                    <a:pt x="654" y="3658"/>
                    <a:pt x="723" y="3262"/>
                    <a:pt x="831" y="2876"/>
                  </a:cubicBezTo>
                  <a:cubicBezTo>
                    <a:pt x="1079" y="1983"/>
                    <a:pt x="1861" y="1200"/>
                    <a:pt x="2529" y="668"/>
                  </a:cubicBezTo>
                  <a:close/>
                  <a:moveTo>
                    <a:pt x="2496" y="0"/>
                  </a:moveTo>
                  <a:cubicBezTo>
                    <a:pt x="2431" y="0"/>
                    <a:pt x="2365" y="22"/>
                    <a:pt x="2311" y="63"/>
                  </a:cubicBezTo>
                  <a:cubicBezTo>
                    <a:pt x="1540" y="650"/>
                    <a:pt x="554" y="1586"/>
                    <a:pt x="242" y="2713"/>
                  </a:cubicBezTo>
                  <a:cubicBezTo>
                    <a:pt x="93" y="3247"/>
                    <a:pt x="16" y="3758"/>
                    <a:pt x="4" y="4276"/>
                  </a:cubicBezTo>
                  <a:cubicBezTo>
                    <a:pt x="0" y="4412"/>
                    <a:pt x="89" y="4535"/>
                    <a:pt x="220" y="4575"/>
                  </a:cubicBezTo>
                  <a:lnTo>
                    <a:pt x="559" y="4676"/>
                  </a:lnTo>
                  <a:cubicBezTo>
                    <a:pt x="1027" y="4810"/>
                    <a:pt x="1514" y="4958"/>
                    <a:pt x="2004" y="5107"/>
                  </a:cubicBezTo>
                  <a:cubicBezTo>
                    <a:pt x="3739" y="5634"/>
                    <a:pt x="5529" y="6177"/>
                    <a:pt x="6756" y="6177"/>
                  </a:cubicBezTo>
                  <a:cubicBezTo>
                    <a:pt x="6845" y="6177"/>
                    <a:pt x="6931" y="6175"/>
                    <a:pt x="7014" y="6168"/>
                  </a:cubicBezTo>
                  <a:cubicBezTo>
                    <a:pt x="8302" y="6076"/>
                    <a:pt x="9559" y="5325"/>
                    <a:pt x="9984" y="5048"/>
                  </a:cubicBezTo>
                  <a:cubicBezTo>
                    <a:pt x="10643" y="5346"/>
                    <a:pt x="12520" y="6169"/>
                    <a:pt x="13129" y="6169"/>
                  </a:cubicBezTo>
                  <a:cubicBezTo>
                    <a:pt x="13537" y="6169"/>
                    <a:pt x="13969" y="5863"/>
                    <a:pt x="14230" y="5389"/>
                  </a:cubicBezTo>
                  <a:cubicBezTo>
                    <a:pt x="14573" y="4766"/>
                    <a:pt x="14534" y="4010"/>
                    <a:pt x="14128" y="3371"/>
                  </a:cubicBezTo>
                  <a:cubicBezTo>
                    <a:pt x="13375" y="2187"/>
                    <a:pt x="11221" y="361"/>
                    <a:pt x="9902" y="361"/>
                  </a:cubicBezTo>
                  <a:cubicBezTo>
                    <a:pt x="8813" y="361"/>
                    <a:pt x="5164" y="897"/>
                    <a:pt x="4503" y="996"/>
                  </a:cubicBezTo>
                  <a:cubicBezTo>
                    <a:pt x="4266" y="875"/>
                    <a:pt x="3564" y="516"/>
                    <a:pt x="2638" y="35"/>
                  </a:cubicBezTo>
                  <a:cubicBezTo>
                    <a:pt x="2593" y="12"/>
                    <a:pt x="2545" y="0"/>
                    <a:pt x="24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67"/>
            <p:cNvSpPr/>
            <p:nvPr/>
          </p:nvSpPr>
          <p:spPr>
            <a:xfrm>
              <a:off x="2301725" y="1746050"/>
              <a:ext cx="318700" cy="436725"/>
            </a:xfrm>
            <a:custGeom>
              <a:rect b="b" l="l" r="r" t="t"/>
              <a:pathLst>
                <a:path extrusionOk="0" h="17469" w="12748">
                  <a:moveTo>
                    <a:pt x="4057" y="1"/>
                  </a:moveTo>
                  <a:cubicBezTo>
                    <a:pt x="3762" y="1"/>
                    <a:pt x="3478" y="38"/>
                    <a:pt x="3214" y="115"/>
                  </a:cubicBezTo>
                  <a:cubicBezTo>
                    <a:pt x="2888" y="211"/>
                    <a:pt x="428" y="2900"/>
                    <a:pt x="214" y="6007"/>
                  </a:cubicBezTo>
                  <a:cubicBezTo>
                    <a:pt x="1" y="9114"/>
                    <a:pt x="2357" y="14255"/>
                    <a:pt x="2785" y="15112"/>
                  </a:cubicBezTo>
                  <a:cubicBezTo>
                    <a:pt x="3213" y="15970"/>
                    <a:pt x="2678" y="17469"/>
                    <a:pt x="3749" y="17469"/>
                  </a:cubicBezTo>
                  <a:cubicBezTo>
                    <a:pt x="4820" y="17469"/>
                    <a:pt x="8142" y="12541"/>
                    <a:pt x="8142" y="12541"/>
                  </a:cubicBezTo>
                  <a:cubicBezTo>
                    <a:pt x="8142" y="12541"/>
                    <a:pt x="8498" y="12562"/>
                    <a:pt x="9003" y="12562"/>
                  </a:cubicBezTo>
                  <a:cubicBezTo>
                    <a:pt x="10137" y="12562"/>
                    <a:pt x="12022" y="12459"/>
                    <a:pt x="12319" y="11791"/>
                  </a:cubicBezTo>
                  <a:cubicBezTo>
                    <a:pt x="12748" y="10828"/>
                    <a:pt x="9320" y="5472"/>
                    <a:pt x="8570" y="3222"/>
                  </a:cubicBezTo>
                  <a:cubicBezTo>
                    <a:pt x="7929" y="1298"/>
                    <a:pt x="5799" y="1"/>
                    <a:pt x="4057"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67"/>
            <p:cNvSpPr/>
            <p:nvPr/>
          </p:nvSpPr>
          <p:spPr>
            <a:xfrm>
              <a:off x="2293450" y="1738550"/>
              <a:ext cx="330750" cy="451900"/>
            </a:xfrm>
            <a:custGeom>
              <a:rect b="b" l="l" r="r" t="t"/>
              <a:pathLst>
                <a:path extrusionOk="0" h="18076" w="13230">
                  <a:moveTo>
                    <a:pt x="4397" y="605"/>
                  </a:moveTo>
                  <a:cubicBezTo>
                    <a:pt x="5993" y="605"/>
                    <a:pt x="7999" y="1784"/>
                    <a:pt x="8611" y="3619"/>
                  </a:cubicBezTo>
                  <a:cubicBezTo>
                    <a:pt x="8921" y="4549"/>
                    <a:pt x="9646" y="5937"/>
                    <a:pt x="10414" y="7408"/>
                  </a:cubicBezTo>
                  <a:cubicBezTo>
                    <a:pt x="11271" y="9047"/>
                    <a:pt x="12566" y="11526"/>
                    <a:pt x="12371" y="11967"/>
                  </a:cubicBezTo>
                  <a:cubicBezTo>
                    <a:pt x="12195" y="12362"/>
                    <a:pt x="10805" y="12560"/>
                    <a:pt x="9363" y="12560"/>
                  </a:cubicBezTo>
                  <a:cubicBezTo>
                    <a:pt x="9071" y="12560"/>
                    <a:pt x="8776" y="12552"/>
                    <a:pt x="8489" y="12536"/>
                  </a:cubicBezTo>
                  <a:cubicBezTo>
                    <a:pt x="8485" y="12535"/>
                    <a:pt x="8481" y="12535"/>
                    <a:pt x="8476" y="12535"/>
                  </a:cubicBezTo>
                  <a:cubicBezTo>
                    <a:pt x="8374" y="12535"/>
                    <a:pt x="8277" y="12586"/>
                    <a:pt x="8219" y="12671"/>
                  </a:cubicBezTo>
                  <a:cubicBezTo>
                    <a:pt x="6666" y="14976"/>
                    <a:pt x="4642" y="17463"/>
                    <a:pt x="4080" y="17463"/>
                  </a:cubicBezTo>
                  <a:cubicBezTo>
                    <a:pt x="3756" y="17463"/>
                    <a:pt x="3684" y="17311"/>
                    <a:pt x="3632" y="16504"/>
                  </a:cubicBezTo>
                  <a:cubicBezTo>
                    <a:pt x="3606" y="16103"/>
                    <a:pt x="3577" y="15650"/>
                    <a:pt x="3390" y="15276"/>
                  </a:cubicBezTo>
                  <a:cubicBezTo>
                    <a:pt x="2670" y="13836"/>
                    <a:pt x="659" y="9103"/>
                    <a:pt x="851" y="6328"/>
                  </a:cubicBezTo>
                  <a:cubicBezTo>
                    <a:pt x="1053" y="3408"/>
                    <a:pt x="3314" y="911"/>
                    <a:pt x="3649" y="703"/>
                  </a:cubicBezTo>
                  <a:cubicBezTo>
                    <a:pt x="3882" y="637"/>
                    <a:pt x="4134" y="605"/>
                    <a:pt x="4397" y="605"/>
                  </a:cubicBezTo>
                  <a:close/>
                  <a:moveTo>
                    <a:pt x="4355" y="0"/>
                  </a:moveTo>
                  <a:cubicBezTo>
                    <a:pt x="4039" y="0"/>
                    <a:pt x="3736" y="40"/>
                    <a:pt x="3458" y="122"/>
                  </a:cubicBezTo>
                  <a:cubicBezTo>
                    <a:pt x="2967" y="266"/>
                    <a:pt x="459" y="3100"/>
                    <a:pt x="240" y="6286"/>
                  </a:cubicBezTo>
                  <a:cubicBezTo>
                    <a:pt x="0" y="9755"/>
                    <a:pt x="2814" y="15492"/>
                    <a:pt x="2843" y="15550"/>
                  </a:cubicBezTo>
                  <a:cubicBezTo>
                    <a:pt x="2974" y="15812"/>
                    <a:pt x="2998" y="16184"/>
                    <a:pt x="3021" y="16542"/>
                  </a:cubicBezTo>
                  <a:cubicBezTo>
                    <a:pt x="3063" y="17189"/>
                    <a:pt x="3120" y="18076"/>
                    <a:pt x="4080" y="18076"/>
                  </a:cubicBezTo>
                  <a:cubicBezTo>
                    <a:pt x="5182" y="18076"/>
                    <a:pt x="7727" y="14483"/>
                    <a:pt x="8629" y="13156"/>
                  </a:cubicBezTo>
                  <a:cubicBezTo>
                    <a:pt x="8844" y="13166"/>
                    <a:pt x="9125" y="13175"/>
                    <a:pt x="9441" y="13175"/>
                  </a:cubicBezTo>
                  <a:cubicBezTo>
                    <a:pt x="10720" y="13175"/>
                    <a:pt x="12568" y="13029"/>
                    <a:pt x="12929" y="12215"/>
                  </a:cubicBezTo>
                  <a:cubicBezTo>
                    <a:pt x="13229" y="11540"/>
                    <a:pt x="12375" y="9840"/>
                    <a:pt x="10956" y="7124"/>
                  </a:cubicBezTo>
                  <a:cubicBezTo>
                    <a:pt x="10233" y="5739"/>
                    <a:pt x="9485" y="4308"/>
                    <a:pt x="9190" y="3425"/>
                  </a:cubicBezTo>
                  <a:cubicBezTo>
                    <a:pt x="8495" y="1337"/>
                    <a:pt x="6194" y="0"/>
                    <a:pt x="435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67"/>
            <p:cNvSpPr/>
            <p:nvPr/>
          </p:nvSpPr>
          <p:spPr>
            <a:xfrm>
              <a:off x="2352600" y="1687325"/>
              <a:ext cx="257100" cy="396375"/>
            </a:xfrm>
            <a:custGeom>
              <a:rect b="b" l="l" r="r" t="t"/>
              <a:pathLst>
                <a:path extrusionOk="0" h="15855" w="10284">
                  <a:moveTo>
                    <a:pt x="1868" y="0"/>
                  </a:moveTo>
                  <a:cubicBezTo>
                    <a:pt x="1489" y="0"/>
                    <a:pt x="1197" y="207"/>
                    <a:pt x="964" y="857"/>
                  </a:cubicBezTo>
                  <a:cubicBezTo>
                    <a:pt x="964" y="857"/>
                    <a:pt x="964" y="3749"/>
                    <a:pt x="536" y="5249"/>
                  </a:cubicBezTo>
                  <a:cubicBezTo>
                    <a:pt x="107" y="6749"/>
                    <a:pt x="0" y="7499"/>
                    <a:pt x="1607" y="9856"/>
                  </a:cubicBezTo>
                  <a:cubicBezTo>
                    <a:pt x="3214" y="12213"/>
                    <a:pt x="6857" y="15854"/>
                    <a:pt x="6857" y="15854"/>
                  </a:cubicBezTo>
                  <a:cubicBezTo>
                    <a:pt x="6857" y="15854"/>
                    <a:pt x="7070" y="13390"/>
                    <a:pt x="7178" y="11998"/>
                  </a:cubicBezTo>
                  <a:cubicBezTo>
                    <a:pt x="7284" y="10605"/>
                    <a:pt x="9427" y="9749"/>
                    <a:pt x="9855" y="9106"/>
                  </a:cubicBezTo>
                  <a:cubicBezTo>
                    <a:pt x="10284" y="8463"/>
                    <a:pt x="7499" y="8034"/>
                    <a:pt x="6428" y="6107"/>
                  </a:cubicBezTo>
                  <a:cubicBezTo>
                    <a:pt x="5357" y="4178"/>
                    <a:pt x="5357" y="857"/>
                    <a:pt x="3857" y="536"/>
                  </a:cubicBezTo>
                  <a:cubicBezTo>
                    <a:pt x="3007" y="354"/>
                    <a:pt x="2364" y="0"/>
                    <a:pt x="186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67"/>
            <p:cNvSpPr/>
            <p:nvPr/>
          </p:nvSpPr>
          <p:spPr>
            <a:xfrm>
              <a:off x="2346175" y="1679775"/>
              <a:ext cx="262025" cy="411575"/>
            </a:xfrm>
            <a:custGeom>
              <a:rect b="b" l="l" r="r" t="t"/>
              <a:pathLst>
                <a:path extrusionOk="0" h="16463" w="10481">
                  <a:moveTo>
                    <a:pt x="2132" y="605"/>
                  </a:moveTo>
                  <a:cubicBezTo>
                    <a:pt x="2341" y="605"/>
                    <a:pt x="2614" y="698"/>
                    <a:pt x="3000" y="830"/>
                  </a:cubicBezTo>
                  <a:cubicBezTo>
                    <a:pt x="3307" y="934"/>
                    <a:pt x="3655" y="1053"/>
                    <a:pt x="4049" y="1137"/>
                  </a:cubicBezTo>
                  <a:cubicBezTo>
                    <a:pt x="4788" y="1295"/>
                    <a:pt x="5124" y="2555"/>
                    <a:pt x="5481" y="3888"/>
                  </a:cubicBezTo>
                  <a:cubicBezTo>
                    <a:pt x="5729" y="4818"/>
                    <a:pt x="5986" y="5781"/>
                    <a:pt x="6418" y="6557"/>
                  </a:cubicBezTo>
                  <a:cubicBezTo>
                    <a:pt x="7054" y="7703"/>
                    <a:pt x="8211" y="8332"/>
                    <a:pt x="9057" y="8792"/>
                  </a:cubicBezTo>
                  <a:cubicBezTo>
                    <a:pt x="9342" y="8947"/>
                    <a:pt x="9723" y="9154"/>
                    <a:pt x="9832" y="9274"/>
                  </a:cubicBezTo>
                  <a:cubicBezTo>
                    <a:pt x="9701" y="9439"/>
                    <a:pt x="9391" y="9659"/>
                    <a:pt x="9064" y="9892"/>
                  </a:cubicBezTo>
                  <a:cubicBezTo>
                    <a:pt x="8239" y="10479"/>
                    <a:pt x="7212" y="11210"/>
                    <a:pt x="7129" y="12277"/>
                  </a:cubicBezTo>
                  <a:cubicBezTo>
                    <a:pt x="7057" y="13215"/>
                    <a:pt x="6936" y="14640"/>
                    <a:pt x="6865" y="15468"/>
                  </a:cubicBezTo>
                  <a:cubicBezTo>
                    <a:pt x="5835" y="14408"/>
                    <a:pt x="3350" y="11794"/>
                    <a:pt x="2117" y="9986"/>
                  </a:cubicBezTo>
                  <a:cubicBezTo>
                    <a:pt x="578" y="7726"/>
                    <a:pt x="681" y="7059"/>
                    <a:pt x="1087" y="5636"/>
                  </a:cubicBezTo>
                  <a:cubicBezTo>
                    <a:pt x="1495" y="4209"/>
                    <a:pt x="1525" y="1633"/>
                    <a:pt x="1527" y="1214"/>
                  </a:cubicBezTo>
                  <a:cubicBezTo>
                    <a:pt x="1694" y="767"/>
                    <a:pt x="1858" y="605"/>
                    <a:pt x="2132" y="605"/>
                  </a:cubicBezTo>
                  <a:close/>
                  <a:moveTo>
                    <a:pt x="2122" y="0"/>
                  </a:moveTo>
                  <a:cubicBezTo>
                    <a:pt x="1648" y="0"/>
                    <a:pt x="1224" y="241"/>
                    <a:pt x="933" y="1057"/>
                  </a:cubicBezTo>
                  <a:cubicBezTo>
                    <a:pt x="921" y="1089"/>
                    <a:pt x="916" y="1125"/>
                    <a:pt x="916" y="1159"/>
                  </a:cubicBezTo>
                  <a:cubicBezTo>
                    <a:pt x="916" y="1188"/>
                    <a:pt x="910" y="4027"/>
                    <a:pt x="499" y="5467"/>
                  </a:cubicBezTo>
                  <a:cubicBezTo>
                    <a:pt x="27" y="7120"/>
                    <a:pt x="0" y="7967"/>
                    <a:pt x="1611" y="10330"/>
                  </a:cubicBezTo>
                  <a:cubicBezTo>
                    <a:pt x="3215" y="12683"/>
                    <a:pt x="6748" y="16224"/>
                    <a:pt x="6896" y="16373"/>
                  </a:cubicBezTo>
                  <a:cubicBezTo>
                    <a:pt x="6954" y="16431"/>
                    <a:pt x="7032" y="16463"/>
                    <a:pt x="7114" y="16463"/>
                  </a:cubicBezTo>
                  <a:cubicBezTo>
                    <a:pt x="7272" y="16463"/>
                    <a:pt x="7404" y="16341"/>
                    <a:pt x="7418" y="16184"/>
                  </a:cubicBezTo>
                  <a:cubicBezTo>
                    <a:pt x="7418" y="16184"/>
                    <a:pt x="7633" y="13718"/>
                    <a:pt x="7739" y="12324"/>
                  </a:cubicBezTo>
                  <a:cubicBezTo>
                    <a:pt x="7800" y="11542"/>
                    <a:pt x="8698" y="10904"/>
                    <a:pt x="9419" y="10390"/>
                  </a:cubicBezTo>
                  <a:cubicBezTo>
                    <a:pt x="9834" y="10095"/>
                    <a:pt x="10192" y="9841"/>
                    <a:pt x="10367" y="9578"/>
                  </a:cubicBezTo>
                  <a:cubicBezTo>
                    <a:pt x="10480" y="9410"/>
                    <a:pt x="10473" y="9252"/>
                    <a:pt x="10448" y="9151"/>
                  </a:cubicBezTo>
                  <a:cubicBezTo>
                    <a:pt x="10363" y="8805"/>
                    <a:pt x="9959" y="8586"/>
                    <a:pt x="9350" y="8254"/>
                  </a:cubicBezTo>
                  <a:cubicBezTo>
                    <a:pt x="8570" y="7830"/>
                    <a:pt x="7502" y="7250"/>
                    <a:pt x="6953" y="6260"/>
                  </a:cubicBezTo>
                  <a:cubicBezTo>
                    <a:pt x="6557" y="5549"/>
                    <a:pt x="6310" y="4624"/>
                    <a:pt x="6072" y="3730"/>
                  </a:cubicBezTo>
                  <a:cubicBezTo>
                    <a:pt x="5666" y="2210"/>
                    <a:pt x="5282" y="776"/>
                    <a:pt x="4178" y="539"/>
                  </a:cubicBezTo>
                  <a:cubicBezTo>
                    <a:pt x="3819" y="462"/>
                    <a:pt x="3489" y="349"/>
                    <a:pt x="3199" y="251"/>
                  </a:cubicBezTo>
                  <a:cubicBezTo>
                    <a:pt x="2834" y="126"/>
                    <a:pt x="2465" y="0"/>
                    <a:pt x="212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67"/>
            <p:cNvSpPr/>
            <p:nvPr/>
          </p:nvSpPr>
          <p:spPr>
            <a:xfrm>
              <a:off x="2258850" y="1329150"/>
              <a:ext cx="551725" cy="488550"/>
            </a:xfrm>
            <a:custGeom>
              <a:rect b="b" l="l" r="r" t="t"/>
              <a:pathLst>
                <a:path extrusionOk="0" h="19542" w="22069">
                  <a:moveTo>
                    <a:pt x="11387" y="1"/>
                  </a:moveTo>
                  <a:cubicBezTo>
                    <a:pt x="10813" y="1"/>
                    <a:pt x="10230" y="26"/>
                    <a:pt x="9643" y="80"/>
                  </a:cubicBezTo>
                  <a:cubicBezTo>
                    <a:pt x="3750" y="616"/>
                    <a:pt x="1073" y="4472"/>
                    <a:pt x="537" y="8328"/>
                  </a:cubicBezTo>
                  <a:cubicBezTo>
                    <a:pt x="1" y="12185"/>
                    <a:pt x="4072" y="15934"/>
                    <a:pt x="4500" y="16577"/>
                  </a:cubicBezTo>
                  <a:cubicBezTo>
                    <a:pt x="4929" y="17220"/>
                    <a:pt x="4393" y="17863"/>
                    <a:pt x="5679" y="18291"/>
                  </a:cubicBezTo>
                  <a:cubicBezTo>
                    <a:pt x="6107" y="18434"/>
                    <a:pt x="6548" y="18481"/>
                    <a:pt x="6944" y="18481"/>
                  </a:cubicBezTo>
                  <a:cubicBezTo>
                    <a:pt x="7738" y="18481"/>
                    <a:pt x="8357" y="18291"/>
                    <a:pt x="8357" y="18291"/>
                  </a:cubicBezTo>
                  <a:cubicBezTo>
                    <a:pt x="8357" y="18291"/>
                    <a:pt x="9190" y="19542"/>
                    <a:pt x="10637" y="19542"/>
                  </a:cubicBezTo>
                  <a:cubicBezTo>
                    <a:pt x="10831" y="19542"/>
                    <a:pt x="11035" y="19519"/>
                    <a:pt x="11249" y="19469"/>
                  </a:cubicBezTo>
                  <a:cubicBezTo>
                    <a:pt x="13070" y="19041"/>
                    <a:pt x="12534" y="15398"/>
                    <a:pt x="13285" y="14970"/>
                  </a:cubicBezTo>
                  <a:cubicBezTo>
                    <a:pt x="14035" y="14542"/>
                    <a:pt x="14570" y="13149"/>
                    <a:pt x="16820" y="11864"/>
                  </a:cubicBezTo>
                  <a:cubicBezTo>
                    <a:pt x="19069" y="10578"/>
                    <a:pt x="19069" y="8650"/>
                    <a:pt x="19069" y="8650"/>
                  </a:cubicBezTo>
                  <a:cubicBezTo>
                    <a:pt x="19069" y="8650"/>
                    <a:pt x="22069" y="7793"/>
                    <a:pt x="21532" y="4793"/>
                  </a:cubicBezTo>
                  <a:cubicBezTo>
                    <a:pt x="21051" y="2093"/>
                    <a:pt x="16574" y="1"/>
                    <a:pt x="1138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67"/>
            <p:cNvSpPr/>
            <p:nvPr/>
          </p:nvSpPr>
          <p:spPr>
            <a:xfrm>
              <a:off x="2252925" y="1321450"/>
              <a:ext cx="564075" cy="503950"/>
            </a:xfrm>
            <a:custGeom>
              <a:rect b="b" l="l" r="r" t="t"/>
              <a:pathLst>
                <a:path extrusionOk="0" h="20158" w="22563">
                  <a:moveTo>
                    <a:pt x="11629" y="614"/>
                  </a:moveTo>
                  <a:cubicBezTo>
                    <a:pt x="16606" y="614"/>
                    <a:pt x="21006" y="2561"/>
                    <a:pt x="21469" y="5154"/>
                  </a:cubicBezTo>
                  <a:cubicBezTo>
                    <a:pt x="21949" y="7841"/>
                    <a:pt x="19333" y="8631"/>
                    <a:pt x="19222" y="8664"/>
                  </a:cubicBezTo>
                  <a:cubicBezTo>
                    <a:pt x="19092" y="8701"/>
                    <a:pt x="19002" y="8820"/>
                    <a:pt x="19000" y="8956"/>
                  </a:cubicBezTo>
                  <a:cubicBezTo>
                    <a:pt x="19000" y="9028"/>
                    <a:pt x="18960" y="10731"/>
                    <a:pt x="16905" y="11905"/>
                  </a:cubicBezTo>
                  <a:cubicBezTo>
                    <a:pt x="15433" y="12747"/>
                    <a:pt x="14675" y="13629"/>
                    <a:pt x="14121" y="14274"/>
                  </a:cubicBezTo>
                  <a:cubicBezTo>
                    <a:pt x="13830" y="14614"/>
                    <a:pt x="13600" y="14882"/>
                    <a:pt x="13370" y="15012"/>
                  </a:cubicBezTo>
                  <a:cubicBezTo>
                    <a:pt x="12954" y="15251"/>
                    <a:pt x="12850" y="15927"/>
                    <a:pt x="12718" y="16785"/>
                  </a:cubicBezTo>
                  <a:cubicBezTo>
                    <a:pt x="12548" y="17889"/>
                    <a:pt x="12337" y="19263"/>
                    <a:pt x="11416" y="19479"/>
                  </a:cubicBezTo>
                  <a:cubicBezTo>
                    <a:pt x="11226" y="19524"/>
                    <a:pt x="11044" y="19544"/>
                    <a:pt x="10873" y="19544"/>
                  </a:cubicBezTo>
                  <a:cubicBezTo>
                    <a:pt x="9619" y="19544"/>
                    <a:pt x="8883" y="18479"/>
                    <a:pt x="8848" y="18429"/>
                  </a:cubicBezTo>
                  <a:cubicBezTo>
                    <a:pt x="8791" y="18345"/>
                    <a:pt x="8696" y="18294"/>
                    <a:pt x="8594" y="18293"/>
                  </a:cubicBezTo>
                  <a:cubicBezTo>
                    <a:pt x="8563" y="18293"/>
                    <a:pt x="8533" y="18297"/>
                    <a:pt x="8504" y="18306"/>
                  </a:cubicBezTo>
                  <a:cubicBezTo>
                    <a:pt x="8496" y="18309"/>
                    <a:pt x="7917" y="18483"/>
                    <a:pt x="7182" y="18483"/>
                  </a:cubicBezTo>
                  <a:cubicBezTo>
                    <a:pt x="6814" y="18483"/>
                    <a:pt x="6407" y="18439"/>
                    <a:pt x="6013" y="18308"/>
                  </a:cubicBezTo>
                  <a:cubicBezTo>
                    <a:pt x="5345" y="18085"/>
                    <a:pt x="5310" y="17862"/>
                    <a:pt x="5253" y="17489"/>
                  </a:cubicBezTo>
                  <a:cubicBezTo>
                    <a:pt x="5219" y="17268"/>
                    <a:pt x="5176" y="16991"/>
                    <a:pt x="4992" y="16715"/>
                  </a:cubicBezTo>
                  <a:cubicBezTo>
                    <a:pt x="4912" y="16595"/>
                    <a:pt x="4756" y="16419"/>
                    <a:pt x="4520" y="16152"/>
                  </a:cubicBezTo>
                  <a:cubicBezTo>
                    <a:pt x="3360" y="14844"/>
                    <a:pt x="646" y="11782"/>
                    <a:pt x="1077" y="8678"/>
                  </a:cubicBezTo>
                  <a:cubicBezTo>
                    <a:pt x="1710" y="4123"/>
                    <a:pt x="5011" y="1138"/>
                    <a:pt x="9907" y="692"/>
                  </a:cubicBezTo>
                  <a:cubicBezTo>
                    <a:pt x="10485" y="640"/>
                    <a:pt x="11061" y="614"/>
                    <a:pt x="11629" y="614"/>
                  </a:cubicBezTo>
                  <a:close/>
                  <a:moveTo>
                    <a:pt x="11661" y="1"/>
                  </a:moveTo>
                  <a:cubicBezTo>
                    <a:pt x="11066" y="1"/>
                    <a:pt x="10461" y="27"/>
                    <a:pt x="9852" y="83"/>
                  </a:cubicBezTo>
                  <a:cubicBezTo>
                    <a:pt x="4652" y="556"/>
                    <a:pt x="1145" y="3737"/>
                    <a:pt x="470" y="8594"/>
                  </a:cubicBezTo>
                  <a:cubicBezTo>
                    <a:pt x="1" y="11978"/>
                    <a:pt x="2846" y="15187"/>
                    <a:pt x="4062" y="16559"/>
                  </a:cubicBezTo>
                  <a:cubicBezTo>
                    <a:pt x="4258" y="16779"/>
                    <a:pt x="4426" y="16970"/>
                    <a:pt x="4483" y="17055"/>
                  </a:cubicBezTo>
                  <a:cubicBezTo>
                    <a:pt x="4592" y="17218"/>
                    <a:pt x="4618" y="17387"/>
                    <a:pt x="4648" y="17582"/>
                  </a:cubicBezTo>
                  <a:cubicBezTo>
                    <a:pt x="4714" y="18013"/>
                    <a:pt x="4796" y="18548"/>
                    <a:pt x="5819" y="18890"/>
                  </a:cubicBezTo>
                  <a:cubicBezTo>
                    <a:pt x="6284" y="19045"/>
                    <a:pt x="6758" y="19096"/>
                    <a:pt x="7183" y="19096"/>
                  </a:cubicBezTo>
                  <a:cubicBezTo>
                    <a:pt x="7741" y="19096"/>
                    <a:pt x="8214" y="19008"/>
                    <a:pt x="8474" y="18947"/>
                  </a:cubicBezTo>
                  <a:cubicBezTo>
                    <a:pt x="8783" y="19323"/>
                    <a:pt x="9612" y="20158"/>
                    <a:pt x="10865" y="20158"/>
                  </a:cubicBezTo>
                  <a:cubicBezTo>
                    <a:pt x="11097" y="20157"/>
                    <a:pt x="11330" y="20129"/>
                    <a:pt x="11557" y="20075"/>
                  </a:cubicBezTo>
                  <a:cubicBezTo>
                    <a:pt x="12878" y="19765"/>
                    <a:pt x="13124" y="18164"/>
                    <a:pt x="13323" y="16878"/>
                  </a:cubicBezTo>
                  <a:cubicBezTo>
                    <a:pt x="13398" y="16383"/>
                    <a:pt x="13513" y="15635"/>
                    <a:pt x="13673" y="15544"/>
                  </a:cubicBezTo>
                  <a:cubicBezTo>
                    <a:pt x="13994" y="15361"/>
                    <a:pt x="14254" y="15057"/>
                    <a:pt x="14586" y="14672"/>
                  </a:cubicBezTo>
                  <a:cubicBezTo>
                    <a:pt x="15110" y="14062"/>
                    <a:pt x="15827" y="13227"/>
                    <a:pt x="17209" y="12437"/>
                  </a:cubicBezTo>
                  <a:cubicBezTo>
                    <a:pt x="19155" y="11325"/>
                    <a:pt x="19525" y="9757"/>
                    <a:pt x="19596" y="9180"/>
                  </a:cubicBezTo>
                  <a:cubicBezTo>
                    <a:pt x="20303" y="8904"/>
                    <a:pt x="22563" y="7799"/>
                    <a:pt x="22071" y="5048"/>
                  </a:cubicBezTo>
                  <a:cubicBezTo>
                    <a:pt x="21551" y="2133"/>
                    <a:pt x="16972" y="1"/>
                    <a:pt x="1166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67"/>
            <p:cNvSpPr/>
            <p:nvPr/>
          </p:nvSpPr>
          <p:spPr>
            <a:xfrm>
              <a:off x="2407475" y="1545375"/>
              <a:ext cx="360250" cy="399975"/>
            </a:xfrm>
            <a:custGeom>
              <a:rect b="b" l="l" r="r" t="t"/>
              <a:pathLst>
                <a:path extrusionOk="0" h="15999" w="14410">
                  <a:moveTo>
                    <a:pt x="13125" y="0"/>
                  </a:moveTo>
                  <a:cubicBezTo>
                    <a:pt x="13125" y="0"/>
                    <a:pt x="12589" y="1929"/>
                    <a:pt x="10875" y="1929"/>
                  </a:cubicBezTo>
                  <a:cubicBezTo>
                    <a:pt x="9160" y="1929"/>
                    <a:pt x="7447" y="1394"/>
                    <a:pt x="7446" y="1394"/>
                  </a:cubicBezTo>
                  <a:lnTo>
                    <a:pt x="7446" y="1394"/>
                  </a:lnTo>
                  <a:cubicBezTo>
                    <a:pt x="7446" y="1394"/>
                    <a:pt x="8304" y="3643"/>
                    <a:pt x="7660" y="4608"/>
                  </a:cubicBezTo>
                  <a:cubicBezTo>
                    <a:pt x="7018" y="5571"/>
                    <a:pt x="5947" y="5357"/>
                    <a:pt x="5733" y="5785"/>
                  </a:cubicBezTo>
                  <a:cubicBezTo>
                    <a:pt x="5518" y="6214"/>
                    <a:pt x="5625" y="8142"/>
                    <a:pt x="5518" y="8571"/>
                  </a:cubicBezTo>
                  <a:cubicBezTo>
                    <a:pt x="5447" y="8857"/>
                    <a:pt x="5090" y="9618"/>
                    <a:pt x="4670" y="9618"/>
                  </a:cubicBezTo>
                  <a:cubicBezTo>
                    <a:pt x="4459" y="9618"/>
                    <a:pt x="4233" y="9428"/>
                    <a:pt x="4019" y="8892"/>
                  </a:cubicBezTo>
                  <a:cubicBezTo>
                    <a:pt x="4019" y="8892"/>
                    <a:pt x="4233" y="7178"/>
                    <a:pt x="2090" y="6964"/>
                  </a:cubicBezTo>
                  <a:cubicBezTo>
                    <a:pt x="1985" y="6953"/>
                    <a:pt x="1885" y="6948"/>
                    <a:pt x="1793" y="6948"/>
                  </a:cubicBezTo>
                  <a:cubicBezTo>
                    <a:pt x="1" y="6948"/>
                    <a:pt x="505" y="8832"/>
                    <a:pt x="912" y="9749"/>
                  </a:cubicBezTo>
                  <a:cubicBezTo>
                    <a:pt x="1340" y="10714"/>
                    <a:pt x="2840" y="11462"/>
                    <a:pt x="2840" y="11462"/>
                  </a:cubicBezTo>
                  <a:cubicBezTo>
                    <a:pt x="2840" y="11462"/>
                    <a:pt x="3376" y="13926"/>
                    <a:pt x="4125" y="14140"/>
                  </a:cubicBezTo>
                  <a:cubicBezTo>
                    <a:pt x="4818" y="14338"/>
                    <a:pt x="8708" y="15998"/>
                    <a:pt x="9975" y="15998"/>
                  </a:cubicBezTo>
                  <a:cubicBezTo>
                    <a:pt x="10080" y="15998"/>
                    <a:pt x="10167" y="15987"/>
                    <a:pt x="10233" y="15962"/>
                  </a:cubicBezTo>
                  <a:cubicBezTo>
                    <a:pt x="11090" y="15640"/>
                    <a:pt x="11946" y="11676"/>
                    <a:pt x="11946" y="11676"/>
                  </a:cubicBezTo>
                  <a:cubicBezTo>
                    <a:pt x="11946" y="11676"/>
                    <a:pt x="13446" y="10927"/>
                    <a:pt x="13446" y="10177"/>
                  </a:cubicBezTo>
                  <a:cubicBezTo>
                    <a:pt x="13446" y="9427"/>
                    <a:pt x="12804" y="7285"/>
                    <a:pt x="12804" y="6749"/>
                  </a:cubicBezTo>
                  <a:cubicBezTo>
                    <a:pt x="12804" y="6214"/>
                    <a:pt x="13981" y="4714"/>
                    <a:pt x="14196" y="3535"/>
                  </a:cubicBezTo>
                  <a:cubicBezTo>
                    <a:pt x="14410" y="2358"/>
                    <a:pt x="13125" y="0"/>
                    <a:pt x="1312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67"/>
            <p:cNvSpPr/>
            <p:nvPr/>
          </p:nvSpPr>
          <p:spPr>
            <a:xfrm>
              <a:off x="2404625" y="1537725"/>
              <a:ext cx="370950" cy="415250"/>
            </a:xfrm>
            <a:custGeom>
              <a:rect b="b" l="l" r="r" t="t"/>
              <a:pathLst>
                <a:path extrusionOk="0" h="16610" w="14838">
                  <a:moveTo>
                    <a:pt x="13263" y="1041"/>
                  </a:moveTo>
                  <a:cubicBezTo>
                    <a:pt x="13648" y="1862"/>
                    <a:pt x="14132" y="3108"/>
                    <a:pt x="14008" y="3788"/>
                  </a:cubicBezTo>
                  <a:cubicBezTo>
                    <a:pt x="13899" y="4385"/>
                    <a:pt x="13496" y="5120"/>
                    <a:pt x="13172" y="5711"/>
                  </a:cubicBezTo>
                  <a:cubicBezTo>
                    <a:pt x="12814" y="6366"/>
                    <a:pt x="12611" y="6750"/>
                    <a:pt x="12611" y="7056"/>
                  </a:cubicBezTo>
                  <a:cubicBezTo>
                    <a:pt x="12611" y="7336"/>
                    <a:pt x="12744" y="7914"/>
                    <a:pt x="12899" y="8585"/>
                  </a:cubicBezTo>
                  <a:cubicBezTo>
                    <a:pt x="13065" y="9300"/>
                    <a:pt x="13253" y="10112"/>
                    <a:pt x="13253" y="10485"/>
                  </a:cubicBezTo>
                  <a:cubicBezTo>
                    <a:pt x="13253" y="10866"/>
                    <a:pt x="12459" y="11441"/>
                    <a:pt x="11922" y="11710"/>
                  </a:cubicBezTo>
                  <a:cubicBezTo>
                    <a:pt x="11840" y="11752"/>
                    <a:pt x="11780" y="11828"/>
                    <a:pt x="11760" y="11919"/>
                  </a:cubicBezTo>
                  <a:cubicBezTo>
                    <a:pt x="11363" y="13755"/>
                    <a:pt x="10657" y="15824"/>
                    <a:pt x="10238" y="15981"/>
                  </a:cubicBezTo>
                  <a:cubicBezTo>
                    <a:pt x="10195" y="15998"/>
                    <a:pt x="10136" y="16005"/>
                    <a:pt x="10063" y="16005"/>
                  </a:cubicBezTo>
                  <a:cubicBezTo>
                    <a:pt x="9238" y="16005"/>
                    <a:pt x="6652" y="15021"/>
                    <a:pt x="5494" y="14580"/>
                  </a:cubicBezTo>
                  <a:cubicBezTo>
                    <a:pt x="4931" y="14365"/>
                    <a:pt x="4523" y="14210"/>
                    <a:pt x="4324" y="14153"/>
                  </a:cubicBezTo>
                  <a:cubicBezTo>
                    <a:pt x="3981" y="14056"/>
                    <a:pt x="3494" y="12808"/>
                    <a:pt x="3253" y="11704"/>
                  </a:cubicBezTo>
                  <a:cubicBezTo>
                    <a:pt x="3233" y="11613"/>
                    <a:pt x="3174" y="11537"/>
                    <a:pt x="3091" y="11496"/>
                  </a:cubicBezTo>
                  <a:cubicBezTo>
                    <a:pt x="3077" y="11488"/>
                    <a:pt x="1684" y="10783"/>
                    <a:pt x="1306" y="9931"/>
                  </a:cubicBezTo>
                  <a:cubicBezTo>
                    <a:pt x="1007" y="9258"/>
                    <a:pt x="773" y="8313"/>
                    <a:pt x="1098" y="7864"/>
                  </a:cubicBezTo>
                  <a:cubicBezTo>
                    <a:pt x="1244" y="7662"/>
                    <a:pt x="1514" y="7560"/>
                    <a:pt x="1904" y="7560"/>
                  </a:cubicBezTo>
                  <a:cubicBezTo>
                    <a:pt x="1988" y="7560"/>
                    <a:pt x="2079" y="7564"/>
                    <a:pt x="2174" y="7574"/>
                  </a:cubicBezTo>
                  <a:cubicBezTo>
                    <a:pt x="2799" y="7638"/>
                    <a:pt x="3256" y="7841"/>
                    <a:pt x="3531" y="8184"/>
                  </a:cubicBezTo>
                  <a:cubicBezTo>
                    <a:pt x="3883" y="8617"/>
                    <a:pt x="3831" y="9149"/>
                    <a:pt x="3829" y="9162"/>
                  </a:cubicBezTo>
                  <a:cubicBezTo>
                    <a:pt x="3823" y="9213"/>
                    <a:pt x="3829" y="9265"/>
                    <a:pt x="3848" y="9313"/>
                  </a:cubicBezTo>
                  <a:cubicBezTo>
                    <a:pt x="4093" y="9921"/>
                    <a:pt x="4414" y="10230"/>
                    <a:pt x="4781" y="10230"/>
                  </a:cubicBezTo>
                  <a:cubicBezTo>
                    <a:pt x="4797" y="10230"/>
                    <a:pt x="4813" y="10230"/>
                    <a:pt x="4829" y="10229"/>
                  </a:cubicBezTo>
                  <a:cubicBezTo>
                    <a:pt x="5482" y="10184"/>
                    <a:pt x="5869" y="9194"/>
                    <a:pt x="5929" y="8951"/>
                  </a:cubicBezTo>
                  <a:cubicBezTo>
                    <a:pt x="5979" y="8752"/>
                    <a:pt x="5987" y="8386"/>
                    <a:pt x="5998" y="7807"/>
                  </a:cubicBezTo>
                  <a:cubicBezTo>
                    <a:pt x="6008" y="7289"/>
                    <a:pt x="6024" y="6420"/>
                    <a:pt x="6120" y="6228"/>
                  </a:cubicBezTo>
                  <a:cubicBezTo>
                    <a:pt x="6148" y="6173"/>
                    <a:pt x="6381" y="6104"/>
                    <a:pt x="6535" y="6059"/>
                  </a:cubicBezTo>
                  <a:cubicBezTo>
                    <a:pt x="6978" y="5928"/>
                    <a:pt x="7586" y="5747"/>
                    <a:pt x="8029" y="5083"/>
                  </a:cubicBezTo>
                  <a:cubicBezTo>
                    <a:pt x="8549" y="4304"/>
                    <a:pt x="8259" y="2924"/>
                    <a:pt x="8030" y="2145"/>
                  </a:cubicBezTo>
                  <a:lnTo>
                    <a:pt x="8030" y="2145"/>
                  </a:lnTo>
                  <a:cubicBezTo>
                    <a:pt x="8687" y="2308"/>
                    <a:pt x="9830" y="2542"/>
                    <a:pt x="10988" y="2542"/>
                  </a:cubicBezTo>
                  <a:cubicBezTo>
                    <a:pt x="12141" y="2542"/>
                    <a:pt x="12880" y="1751"/>
                    <a:pt x="13263" y="1041"/>
                  </a:cubicBezTo>
                  <a:close/>
                  <a:moveTo>
                    <a:pt x="13241" y="0"/>
                  </a:moveTo>
                  <a:cubicBezTo>
                    <a:pt x="13229" y="0"/>
                    <a:pt x="13216" y="1"/>
                    <a:pt x="13203" y="3"/>
                  </a:cubicBezTo>
                  <a:cubicBezTo>
                    <a:pt x="13079" y="16"/>
                    <a:pt x="12976" y="104"/>
                    <a:pt x="12943" y="224"/>
                  </a:cubicBezTo>
                  <a:cubicBezTo>
                    <a:pt x="12923" y="293"/>
                    <a:pt x="12445" y="1928"/>
                    <a:pt x="10989" y="1928"/>
                  </a:cubicBezTo>
                  <a:cubicBezTo>
                    <a:pt x="9343" y="1928"/>
                    <a:pt x="7668" y="1412"/>
                    <a:pt x="7651" y="1407"/>
                  </a:cubicBezTo>
                  <a:cubicBezTo>
                    <a:pt x="7619" y="1397"/>
                    <a:pt x="7588" y="1393"/>
                    <a:pt x="7557" y="1393"/>
                  </a:cubicBezTo>
                  <a:cubicBezTo>
                    <a:pt x="7354" y="1393"/>
                    <a:pt x="7195" y="1600"/>
                    <a:pt x="7275" y="1807"/>
                  </a:cubicBezTo>
                  <a:cubicBezTo>
                    <a:pt x="7496" y="2393"/>
                    <a:pt x="7974" y="4062"/>
                    <a:pt x="7519" y="4743"/>
                  </a:cubicBezTo>
                  <a:cubicBezTo>
                    <a:pt x="7200" y="5223"/>
                    <a:pt x="6754" y="5354"/>
                    <a:pt x="6361" y="5472"/>
                  </a:cubicBezTo>
                  <a:cubicBezTo>
                    <a:pt x="6031" y="5569"/>
                    <a:pt x="5718" y="5661"/>
                    <a:pt x="5572" y="5955"/>
                  </a:cubicBezTo>
                  <a:cubicBezTo>
                    <a:pt x="5426" y="6248"/>
                    <a:pt x="5404" y="6874"/>
                    <a:pt x="5386" y="7796"/>
                  </a:cubicBezTo>
                  <a:cubicBezTo>
                    <a:pt x="5379" y="8201"/>
                    <a:pt x="5370" y="8661"/>
                    <a:pt x="5335" y="8803"/>
                  </a:cubicBezTo>
                  <a:cubicBezTo>
                    <a:pt x="5256" y="9115"/>
                    <a:pt x="4948" y="9607"/>
                    <a:pt x="4785" y="9618"/>
                  </a:cubicBezTo>
                  <a:cubicBezTo>
                    <a:pt x="4762" y="9618"/>
                    <a:pt x="4610" y="9542"/>
                    <a:pt x="4442" y="9147"/>
                  </a:cubicBezTo>
                  <a:cubicBezTo>
                    <a:pt x="4452" y="8926"/>
                    <a:pt x="4431" y="8330"/>
                    <a:pt x="4014" y="7807"/>
                  </a:cubicBezTo>
                  <a:cubicBezTo>
                    <a:pt x="3633" y="7328"/>
                    <a:pt x="3033" y="7046"/>
                    <a:pt x="2234" y="6965"/>
                  </a:cubicBezTo>
                  <a:cubicBezTo>
                    <a:pt x="2120" y="6954"/>
                    <a:pt x="2011" y="6948"/>
                    <a:pt x="1907" y="6948"/>
                  </a:cubicBezTo>
                  <a:cubicBezTo>
                    <a:pt x="1308" y="6948"/>
                    <a:pt x="869" y="7135"/>
                    <a:pt x="601" y="7506"/>
                  </a:cubicBezTo>
                  <a:cubicBezTo>
                    <a:pt x="1" y="8335"/>
                    <a:pt x="560" y="9762"/>
                    <a:pt x="745" y="10180"/>
                  </a:cubicBezTo>
                  <a:cubicBezTo>
                    <a:pt x="1140" y="11066"/>
                    <a:pt x="2293" y="11757"/>
                    <a:pt x="2686" y="11973"/>
                  </a:cubicBezTo>
                  <a:cubicBezTo>
                    <a:pt x="2858" y="12714"/>
                    <a:pt x="3352" y="14512"/>
                    <a:pt x="4155" y="14742"/>
                  </a:cubicBezTo>
                  <a:cubicBezTo>
                    <a:pt x="4330" y="14792"/>
                    <a:pt x="4769" y="14958"/>
                    <a:pt x="5277" y="15152"/>
                  </a:cubicBezTo>
                  <a:cubicBezTo>
                    <a:pt x="7702" y="16075"/>
                    <a:pt x="9274" y="16609"/>
                    <a:pt x="10084" y="16609"/>
                  </a:cubicBezTo>
                  <a:cubicBezTo>
                    <a:pt x="10232" y="16609"/>
                    <a:pt x="10355" y="16592"/>
                    <a:pt x="10453" y="16554"/>
                  </a:cubicBezTo>
                  <a:cubicBezTo>
                    <a:pt x="11352" y="16217"/>
                    <a:pt x="12082" y="13291"/>
                    <a:pt x="12328" y="12187"/>
                  </a:cubicBezTo>
                  <a:cubicBezTo>
                    <a:pt x="12768" y="11949"/>
                    <a:pt x="13866" y="11277"/>
                    <a:pt x="13866" y="10482"/>
                  </a:cubicBezTo>
                  <a:cubicBezTo>
                    <a:pt x="13866" y="10041"/>
                    <a:pt x="13678" y="9229"/>
                    <a:pt x="13496" y="8445"/>
                  </a:cubicBezTo>
                  <a:cubicBezTo>
                    <a:pt x="13361" y="7865"/>
                    <a:pt x="13222" y="7265"/>
                    <a:pt x="13222" y="7055"/>
                  </a:cubicBezTo>
                  <a:cubicBezTo>
                    <a:pt x="13222" y="6891"/>
                    <a:pt x="13493" y="6399"/>
                    <a:pt x="13709" y="6004"/>
                  </a:cubicBezTo>
                  <a:cubicBezTo>
                    <a:pt x="14072" y="5341"/>
                    <a:pt x="14484" y="4590"/>
                    <a:pt x="14610" y="3895"/>
                  </a:cubicBezTo>
                  <a:cubicBezTo>
                    <a:pt x="14837" y="2647"/>
                    <a:pt x="13643" y="410"/>
                    <a:pt x="13507" y="160"/>
                  </a:cubicBezTo>
                  <a:cubicBezTo>
                    <a:pt x="13454" y="61"/>
                    <a:pt x="13351" y="0"/>
                    <a:pt x="1324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67"/>
            <p:cNvSpPr/>
            <p:nvPr/>
          </p:nvSpPr>
          <p:spPr>
            <a:xfrm>
              <a:off x="2767700" y="1960475"/>
              <a:ext cx="337425" cy="678750"/>
            </a:xfrm>
            <a:custGeom>
              <a:rect b="b" l="l" r="r" t="t"/>
              <a:pathLst>
                <a:path extrusionOk="0" h="27150" w="13497">
                  <a:moveTo>
                    <a:pt x="3321" y="1"/>
                  </a:moveTo>
                  <a:lnTo>
                    <a:pt x="1" y="3964"/>
                  </a:lnTo>
                  <a:cubicBezTo>
                    <a:pt x="1" y="3964"/>
                    <a:pt x="536" y="8249"/>
                    <a:pt x="1607" y="9963"/>
                  </a:cubicBezTo>
                  <a:cubicBezTo>
                    <a:pt x="2677" y="11678"/>
                    <a:pt x="7177" y="18319"/>
                    <a:pt x="7177" y="18319"/>
                  </a:cubicBezTo>
                  <a:cubicBezTo>
                    <a:pt x="7177" y="18319"/>
                    <a:pt x="6856" y="20569"/>
                    <a:pt x="7177" y="21211"/>
                  </a:cubicBezTo>
                  <a:cubicBezTo>
                    <a:pt x="7498" y="21854"/>
                    <a:pt x="8783" y="24961"/>
                    <a:pt x="8783" y="25389"/>
                  </a:cubicBezTo>
                  <a:cubicBezTo>
                    <a:pt x="8783" y="25643"/>
                    <a:pt x="9085" y="25859"/>
                    <a:pt x="9353" y="25859"/>
                  </a:cubicBezTo>
                  <a:cubicBezTo>
                    <a:pt x="9537" y="25859"/>
                    <a:pt x="9705" y="25758"/>
                    <a:pt x="9748" y="25496"/>
                  </a:cubicBezTo>
                  <a:cubicBezTo>
                    <a:pt x="9855" y="24854"/>
                    <a:pt x="9855" y="23996"/>
                    <a:pt x="9855" y="23996"/>
                  </a:cubicBezTo>
                  <a:lnTo>
                    <a:pt x="11676" y="26782"/>
                  </a:lnTo>
                  <a:cubicBezTo>
                    <a:pt x="11676" y="26782"/>
                    <a:pt x="12148" y="27149"/>
                    <a:pt x="12542" y="27149"/>
                  </a:cubicBezTo>
                  <a:cubicBezTo>
                    <a:pt x="12711" y="27149"/>
                    <a:pt x="12865" y="27082"/>
                    <a:pt x="12962" y="26889"/>
                  </a:cubicBezTo>
                  <a:cubicBezTo>
                    <a:pt x="13283" y="26246"/>
                    <a:pt x="13068" y="22818"/>
                    <a:pt x="13283" y="21425"/>
                  </a:cubicBezTo>
                  <a:cubicBezTo>
                    <a:pt x="13497" y="20033"/>
                    <a:pt x="12426" y="18105"/>
                    <a:pt x="11568" y="17248"/>
                  </a:cubicBezTo>
                  <a:cubicBezTo>
                    <a:pt x="10712" y="16391"/>
                    <a:pt x="9641" y="14891"/>
                    <a:pt x="9320" y="14570"/>
                  </a:cubicBezTo>
                  <a:cubicBezTo>
                    <a:pt x="8998" y="14248"/>
                    <a:pt x="7606" y="9213"/>
                    <a:pt x="6962" y="5786"/>
                  </a:cubicBezTo>
                  <a:cubicBezTo>
                    <a:pt x="6320" y="2358"/>
                    <a:pt x="4606" y="216"/>
                    <a:pt x="33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67"/>
            <p:cNvSpPr/>
            <p:nvPr/>
          </p:nvSpPr>
          <p:spPr>
            <a:xfrm>
              <a:off x="2759600" y="1952850"/>
              <a:ext cx="353800" cy="694000"/>
            </a:xfrm>
            <a:custGeom>
              <a:rect b="b" l="l" r="r" t="t"/>
              <a:pathLst>
                <a:path extrusionOk="0" h="27760" w="14152">
                  <a:moveTo>
                    <a:pt x="3645" y="0"/>
                  </a:moveTo>
                  <a:cubicBezTo>
                    <a:pt x="3498" y="0"/>
                    <a:pt x="3368" y="106"/>
                    <a:pt x="3344" y="256"/>
                  </a:cubicBezTo>
                  <a:cubicBezTo>
                    <a:pt x="3316" y="422"/>
                    <a:pt x="3429" y="580"/>
                    <a:pt x="3595" y="608"/>
                  </a:cubicBezTo>
                  <a:cubicBezTo>
                    <a:pt x="4603" y="775"/>
                    <a:pt x="6322" y="2605"/>
                    <a:pt x="6987" y="6147"/>
                  </a:cubicBezTo>
                  <a:cubicBezTo>
                    <a:pt x="7580" y="9308"/>
                    <a:pt x="8992" y="14655"/>
                    <a:pt x="9427" y="15090"/>
                  </a:cubicBezTo>
                  <a:cubicBezTo>
                    <a:pt x="9537" y="15200"/>
                    <a:pt x="9771" y="15497"/>
                    <a:pt x="10042" y="15840"/>
                  </a:cubicBezTo>
                  <a:cubicBezTo>
                    <a:pt x="10502" y="16424"/>
                    <a:pt x="11133" y="17225"/>
                    <a:pt x="11677" y="17769"/>
                  </a:cubicBezTo>
                  <a:cubicBezTo>
                    <a:pt x="12467" y="18559"/>
                    <a:pt x="13502" y="20407"/>
                    <a:pt x="13306" y="21684"/>
                  </a:cubicBezTo>
                  <a:cubicBezTo>
                    <a:pt x="13207" y="22323"/>
                    <a:pt x="13196" y="23359"/>
                    <a:pt x="13185" y="24359"/>
                  </a:cubicBezTo>
                  <a:cubicBezTo>
                    <a:pt x="13174" y="25430"/>
                    <a:pt x="13161" y="26762"/>
                    <a:pt x="13012" y="27056"/>
                  </a:cubicBezTo>
                  <a:cubicBezTo>
                    <a:pt x="12979" y="27124"/>
                    <a:pt x="12947" y="27136"/>
                    <a:pt x="12919" y="27143"/>
                  </a:cubicBezTo>
                  <a:cubicBezTo>
                    <a:pt x="12903" y="27146"/>
                    <a:pt x="12884" y="27148"/>
                    <a:pt x="12865" y="27148"/>
                  </a:cubicBezTo>
                  <a:cubicBezTo>
                    <a:pt x="12686" y="27148"/>
                    <a:pt x="12404" y="26999"/>
                    <a:pt x="12228" y="26873"/>
                  </a:cubicBezTo>
                  <a:lnTo>
                    <a:pt x="10437" y="24134"/>
                  </a:lnTo>
                  <a:cubicBezTo>
                    <a:pt x="10379" y="24046"/>
                    <a:pt x="10282" y="23996"/>
                    <a:pt x="10181" y="23996"/>
                  </a:cubicBezTo>
                  <a:cubicBezTo>
                    <a:pt x="10152" y="23996"/>
                    <a:pt x="10122" y="24000"/>
                    <a:pt x="10093" y="24009"/>
                  </a:cubicBezTo>
                  <a:cubicBezTo>
                    <a:pt x="9964" y="24048"/>
                    <a:pt x="9875" y="24166"/>
                    <a:pt x="9875" y="24301"/>
                  </a:cubicBezTo>
                  <a:cubicBezTo>
                    <a:pt x="9875" y="24310"/>
                    <a:pt x="9874" y="25141"/>
                    <a:pt x="9772" y="25751"/>
                  </a:cubicBezTo>
                  <a:cubicBezTo>
                    <a:pt x="9756" y="25842"/>
                    <a:pt x="9731" y="25859"/>
                    <a:pt x="9688" y="25859"/>
                  </a:cubicBezTo>
                  <a:cubicBezTo>
                    <a:pt x="9680" y="25859"/>
                    <a:pt x="9671" y="25859"/>
                    <a:pt x="9661" y="25858"/>
                  </a:cubicBezTo>
                  <a:cubicBezTo>
                    <a:pt x="9532" y="25848"/>
                    <a:pt x="9415" y="25740"/>
                    <a:pt x="9415" y="25694"/>
                  </a:cubicBezTo>
                  <a:cubicBezTo>
                    <a:pt x="9415" y="25140"/>
                    <a:pt x="8015" y="21856"/>
                    <a:pt x="7776" y="21380"/>
                  </a:cubicBezTo>
                  <a:cubicBezTo>
                    <a:pt x="7573" y="20975"/>
                    <a:pt x="7686" y="19501"/>
                    <a:pt x="7806" y="18667"/>
                  </a:cubicBezTo>
                  <a:cubicBezTo>
                    <a:pt x="7816" y="18592"/>
                    <a:pt x="7798" y="18515"/>
                    <a:pt x="7756" y="18452"/>
                  </a:cubicBezTo>
                  <a:cubicBezTo>
                    <a:pt x="7710" y="18386"/>
                    <a:pt x="3247" y="11796"/>
                    <a:pt x="2192" y="10106"/>
                  </a:cubicBezTo>
                  <a:cubicBezTo>
                    <a:pt x="1169" y="8470"/>
                    <a:pt x="634" y="4274"/>
                    <a:pt x="628" y="4232"/>
                  </a:cubicBezTo>
                  <a:cubicBezTo>
                    <a:pt x="609" y="4077"/>
                    <a:pt x="477" y="3963"/>
                    <a:pt x="325" y="3963"/>
                  </a:cubicBezTo>
                  <a:cubicBezTo>
                    <a:pt x="313" y="3963"/>
                    <a:pt x="300" y="3964"/>
                    <a:pt x="287" y="3966"/>
                  </a:cubicBezTo>
                  <a:cubicBezTo>
                    <a:pt x="119" y="3987"/>
                    <a:pt x="0" y="4140"/>
                    <a:pt x="21" y="4308"/>
                  </a:cubicBezTo>
                  <a:cubicBezTo>
                    <a:pt x="44" y="4485"/>
                    <a:pt x="577" y="8679"/>
                    <a:pt x="1673" y="10431"/>
                  </a:cubicBezTo>
                  <a:cubicBezTo>
                    <a:pt x="2663" y="12016"/>
                    <a:pt x="6623" y="17870"/>
                    <a:pt x="7183" y="18698"/>
                  </a:cubicBezTo>
                  <a:cubicBezTo>
                    <a:pt x="7107" y="19271"/>
                    <a:pt x="6908" y="21013"/>
                    <a:pt x="7229" y="21653"/>
                  </a:cubicBezTo>
                  <a:cubicBezTo>
                    <a:pt x="7575" y="22346"/>
                    <a:pt x="8784" y="25317"/>
                    <a:pt x="8803" y="25694"/>
                  </a:cubicBezTo>
                  <a:cubicBezTo>
                    <a:pt x="8803" y="26117"/>
                    <a:pt x="9220" y="26435"/>
                    <a:pt x="9610" y="26467"/>
                  </a:cubicBezTo>
                  <a:cubicBezTo>
                    <a:pt x="9638" y="26470"/>
                    <a:pt x="9664" y="26471"/>
                    <a:pt x="9691" y="26471"/>
                  </a:cubicBezTo>
                  <a:cubicBezTo>
                    <a:pt x="10047" y="26471"/>
                    <a:pt x="10312" y="26231"/>
                    <a:pt x="10376" y="25851"/>
                  </a:cubicBezTo>
                  <a:cubicBezTo>
                    <a:pt x="10406" y="25664"/>
                    <a:pt x="10428" y="25461"/>
                    <a:pt x="10444" y="25265"/>
                  </a:cubicBezTo>
                  <a:lnTo>
                    <a:pt x="11745" y="27253"/>
                  </a:lnTo>
                  <a:cubicBezTo>
                    <a:pt x="11764" y="27282"/>
                    <a:pt x="11786" y="27307"/>
                    <a:pt x="11813" y="27328"/>
                  </a:cubicBezTo>
                  <a:cubicBezTo>
                    <a:pt x="11914" y="27407"/>
                    <a:pt x="12395" y="27760"/>
                    <a:pt x="12867" y="27760"/>
                  </a:cubicBezTo>
                  <a:cubicBezTo>
                    <a:pt x="12872" y="27760"/>
                    <a:pt x="12876" y="27760"/>
                    <a:pt x="12881" y="27760"/>
                  </a:cubicBezTo>
                  <a:cubicBezTo>
                    <a:pt x="12939" y="27760"/>
                    <a:pt x="12997" y="27753"/>
                    <a:pt x="13054" y="27740"/>
                  </a:cubicBezTo>
                  <a:cubicBezTo>
                    <a:pt x="13276" y="27690"/>
                    <a:pt x="13452" y="27548"/>
                    <a:pt x="13561" y="27331"/>
                  </a:cubicBezTo>
                  <a:cubicBezTo>
                    <a:pt x="13760" y="26931"/>
                    <a:pt x="13781" y="25944"/>
                    <a:pt x="13798" y="24367"/>
                  </a:cubicBezTo>
                  <a:cubicBezTo>
                    <a:pt x="13808" y="23386"/>
                    <a:pt x="13819" y="22373"/>
                    <a:pt x="13911" y="21778"/>
                  </a:cubicBezTo>
                  <a:cubicBezTo>
                    <a:pt x="14151" y="20217"/>
                    <a:pt x="12978" y="18204"/>
                    <a:pt x="12111" y="17337"/>
                  </a:cubicBezTo>
                  <a:cubicBezTo>
                    <a:pt x="11592" y="16817"/>
                    <a:pt x="10974" y="16034"/>
                    <a:pt x="10522" y="15461"/>
                  </a:cubicBezTo>
                  <a:cubicBezTo>
                    <a:pt x="10216" y="15073"/>
                    <a:pt x="9996" y="14793"/>
                    <a:pt x="9873" y="14671"/>
                  </a:cubicBezTo>
                  <a:cubicBezTo>
                    <a:pt x="9598" y="14294"/>
                    <a:pt x="8264" y="9642"/>
                    <a:pt x="7589" y="6034"/>
                  </a:cubicBezTo>
                  <a:cubicBezTo>
                    <a:pt x="6912" y="2426"/>
                    <a:pt x="5077" y="235"/>
                    <a:pt x="3696" y="4"/>
                  </a:cubicBezTo>
                  <a:cubicBezTo>
                    <a:pt x="3679" y="2"/>
                    <a:pt x="3662" y="0"/>
                    <a:pt x="36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67"/>
            <p:cNvSpPr/>
            <p:nvPr/>
          </p:nvSpPr>
          <p:spPr>
            <a:xfrm>
              <a:off x="2929725" y="2339975"/>
              <a:ext cx="175450" cy="299250"/>
            </a:xfrm>
            <a:custGeom>
              <a:rect b="b" l="l" r="r" t="t"/>
              <a:pathLst>
                <a:path extrusionOk="0" h="11970" w="7018">
                  <a:moveTo>
                    <a:pt x="3346" y="1"/>
                  </a:moveTo>
                  <a:cubicBezTo>
                    <a:pt x="1729" y="423"/>
                    <a:pt x="594" y="1447"/>
                    <a:pt x="0" y="2110"/>
                  </a:cubicBezTo>
                  <a:cubicBezTo>
                    <a:pt x="425" y="2738"/>
                    <a:pt x="697" y="3139"/>
                    <a:pt x="697" y="3139"/>
                  </a:cubicBezTo>
                  <a:cubicBezTo>
                    <a:pt x="697" y="3139"/>
                    <a:pt x="376" y="5389"/>
                    <a:pt x="697" y="6031"/>
                  </a:cubicBezTo>
                  <a:cubicBezTo>
                    <a:pt x="1018" y="6674"/>
                    <a:pt x="2303" y="9781"/>
                    <a:pt x="2303" y="10209"/>
                  </a:cubicBezTo>
                  <a:cubicBezTo>
                    <a:pt x="2303" y="10463"/>
                    <a:pt x="2605" y="10679"/>
                    <a:pt x="2872" y="10679"/>
                  </a:cubicBezTo>
                  <a:cubicBezTo>
                    <a:pt x="3056" y="10679"/>
                    <a:pt x="3224" y="10578"/>
                    <a:pt x="3267" y="10316"/>
                  </a:cubicBezTo>
                  <a:cubicBezTo>
                    <a:pt x="3375" y="9674"/>
                    <a:pt x="3375" y="8816"/>
                    <a:pt x="3375" y="8816"/>
                  </a:cubicBezTo>
                  <a:lnTo>
                    <a:pt x="5196" y="11602"/>
                  </a:lnTo>
                  <a:cubicBezTo>
                    <a:pt x="5196" y="11602"/>
                    <a:pt x="5668" y="11969"/>
                    <a:pt x="6062" y="11969"/>
                  </a:cubicBezTo>
                  <a:cubicBezTo>
                    <a:pt x="6231" y="11969"/>
                    <a:pt x="6385" y="11902"/>
                    <a:pt x="6482" y="11709"/>
                  </a:cubicBezTo>
                  <a:cubicBezTo>
                    <a:pt x="6803" y="11066"/>
                    <a:pt x="6588" y="7638"/>
                    <a:pt x="6803" y="6245"/>
                  </a:cubicBezTo>
                  <a:cubicBezTo>
                    <a:pt x="7017" y="4854"/>
                    <a:pt x="5946" y="2925"/>
                    <a:pt x="5088" y="2068"/>
                  </a:cubicBezTo>
                  <a:cubicBezTo>
                    <a:pt x="4504" y="1483"/>
                    <a:pt x="3823" y="604"/>
                    <a:pt x="3346"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67"/>
            <p:cNvSpPr/>
            <p:nvPr/>
          </p:nvSpPr>
          <p:spPr>
            <a:xfrm>
              <a:off x="2921450" y="2332300"/>
              <a:ext cx="191950" cy="314550"/>
            </a:xfrm>
            <a:custGeom>
              <a:rect b="b" l="l" r="r" t="t"/>
              <a:pathLst>
                <a:path extrusionOk="0" h="12582" w="7678">
                  <a:moveTo>
                    <a:pt x="3563" y="657"/>
                  </a:moveTo>
                  <a:lnTo>
                    <a:pt x="3575" y="672"/>
                  </a:lnTo>
                  <a:cubicBezTo>
                    <a:pt x="4032" y="1253"/>
                    <a:pt x="4659" y="2048"/>
                    <a:pt x="5203" y="2591"/>
                  </a:cubicBezTo>
                  <a:cubicBezTo>
                    <a:pt x="5993" y="3382"/>
                    <a:pt x="7028" y="5231"/>
                    <a:pt x="6832" y="6506"/>
                  </a:cubicBezTo>
                  <a:cubicBezTo>
                    <a:pt x="6733" y="7145"/>
                    <a:pt x="6722" y="8181"/>
                    <a:pt x="6711" y="9182"/>
                  </a:cubicBezTo>
                  <a:cubicBezTo>
                    <a:pt x="6700" y="10252"/>
                    <a:pt x="6687" y="11584"/>
                    <a:pt x="6538" y="11878"/>
                  </a:cubicBezTo>
                  <a:cubicBezTo>
                    <a:pt x="6505" y="11946"/>
                    <a:pt x="6473" y="11958"/>
                    <a:pt x="6445" y="11965"/>
                  </a:cubicBezTo>
                  <a:cubicBezTo>
                    <a:pt x="6429" y="11968"/>
                    <a:pt x="6411" y="11970"/>
                    <a:pt x="6392" y="11970"/>
                  </a:cubicBezTo>
                  <a:cubicBezTo>
                    <a:pt x="6214" y="11970"/>
                    <a:pt x="5930" y="11821"/>
                    <a:pt x="5754" y="11695"/>
                  </a:cubicBezTo>
                  <a:lnTo>
                    <a:pt x="3962" y="8956"/>
                  </a:lnTo>
                  <a:cubicBezTo>
                    <a:pt x="3905" y="8868"/>
                    <a:pt x="3808" y="8818"/>
                    <a:pt x="3706" y="8818"/>
                  </a:cubicBezTo>
                  <a:cubicBezTo>
                    <a:pt x="3677" y="8818"/>
                    <a:pt x="3647" y="8822"/>
                    <a:pt x="3618" y="8831"/>
                  </a:cubicBezTo>
                  <a:cubicBezTo>
                    <a:pt x="3489" y="8868"/>
                    <a:pt x="3400" y="8988"/>
                    <a:pt x="3400" y="9123"/>
                  </a:cubicBezTo>
                  <a:cubicBezTo>
                    <a:pt x="3400" y="9132"/>
                    <a:pt x="3399" y="9962"/>
                    <a:pt x="3297" y="10573"/>
                  </a:cubicBezTo>
                  <a:cubicBezTo>
                    <a:pt x="3282" y="10664"/>
                    <a:pt x="3256" y="10681"/>
                    <a:pt x="3213" y="10681"/>
                  </a:cubicBezTo>
                  <a:cubicBezTo>
                    <a:pt x="3205" y="10681"/>
                    <a:pt x="3196" y="10681"/>
                    <a:pt x="3186" y="10680"/>
                  </a:cubicBezTo>
                  <a:cubicBezTo>
                    <a:pt x="3057" y="10669"/>
                    <a:pt x="2940" y="10562"/>
                    <a:pt x="2940" y="10516"/>
                  </a:cubicBezTo>
                  <a:cubicBezTo>
                    <a:pt x="2940" y="9961"/>
                    <a:pt x="1540" y="6678"/>
                    <a:pt x="1302" y="6201"/>
                  </a:cubicBezTo>
                  <a:cubicBezTo>
                    <a:pt x="1099" y="5795"/>
                    <a:pt x="1212" y="4322"/>
                    <a:pt x="1331" y="3489"/>
                  </a:cubicBezTo>
                  <a:cubicBezTo>
                    <a:pt x="1342" y="3414"/>
                    <a:pt x="1324" y="3337"/>
                    <a:pt x="1281" y="3274"/>
                  </a:cubicBezTo>
                  <a:lnTo>
                    <a:pt x="721" y="2446"/>
                  </a:lnTo>
                  <a:cubicBezTo>
                    <a:pt x="1337" y="1802"/>
                    <a:pt x="2287" y="1038"/>
                    <a:pt x="3563" y="657"/>
                  </a:cubicBezTo>
                  <a:close/>
                  <a:moveTo>
                    <a:pt x="3678" y="1"/>
                  </a:moveTo>
                  <a:cubicBezTo>
                    <a:pt x="3652" y="1"/>
                    <a:pt x="3626" y="4"/>
                    <a:pt x="3600" y="11"/>
                  </a:cubicBezTo>
                  <a:cubicBezTo>
                    <a:pt x="1959" y="439"/>
                    <a:pt x="793" y="1444"/>
                    <a:pt x="104" y="2212"/>
                  </a:cubicBezTo>
                  <a:cubicBezTo>
                    <a:pt x="10" y="2316"/>
                    <a:pt x="0" y="2471"/>
                    <a:pt x="79" y="2587"/>
                  </a:cubicBezTo>
                  <a:lnTo>
                    <a:pt x="709" y="3520"/>
                  </a:lnTo>
                  <a:cubicBezTo>
                    <a:pt x="633" y="4093"/>
                    <a:pt x="434" y="5835"/>
                    <a:pt x="755" y="6475"/>
                  </a:cubicBezTo>
                  <a:cubicBezTo>
                    <a:pt x="1101" y="7168"/>
                    <a:pt x="2310" y="10139"/>
                    <a:pt x="2329" y="10516"/>
                  </a:cubicBezTo>
                  <a:cubicBezTo>
                    <a:pt x="2329" y="10939"/>
                    <a:pt x="2746" y="11258"/>
                    <a:pt x="3136" y="11290"/>
                  </a:cubicBezTo>
                  <a:cubicBezTo>
                    <a:pt x="3163" y="11293"/>
                    <a:pt x="3190" y="11294"/>
                    <a:pt x="3217" y="11294"/>
                  </a:cubicBezTo>
                  <a:cubicBezTo>
                    <a:pt x="3573" y="11294"/>
                    <a:pt x="3838" y="11053"/>
                    <a:pt x="3902" y="10674"/>
                  </a:cubicBezTo>
                  <a:cubicBezTo>
                    <a:pt x="3932" y="10486"/>
                    <a:pt x="3954" y="10283"/>
                    <a:pt x="3970" y="10087"/>
                  </a:cubicBezTo>
                  <a:lnTo>
                    <a:pt x="5271" y="12075"/>
                  </a:lnTo>
                  <a:cubicBezTo>
                    <a:pt x="5290" y="12104"/>
                    <a:pt x="5312" y="12129"/>
                    <a:pt x="5339" y="12150"/>
                  </a:cubicBezTo>
                  <a:cubicBezTo>
                    <a:pt x="5440" y="12229"/>
                    <a:pt x="5921" y="12582"/>
                    <a:pt x="6393" y="12582"/>
                  </a:cubicBezTo>
                  <a:cubicBezTo>
                    <a:pt x="6456" y="12582"/>
                    <a:pt x="6518" y="12575"/>
                    <a:pt x="6580" y="12562"/>
                  </a:cubicBezTo>
                  <a:cubicBezTo>
                    <a:pt x="6803" y="12511"/>
                    <a:pt x="6978" y="12370"/>
                    <a:pt x="7087" y="12153"/>
                  </a:cubicBezTo>
                  <a:cubicBezTo>
                    <a:pt x="7287" y="11752"/>
                    <a:pt x="7307" y="10765"/>
                    <a:pt x="7324" y="9189"/>
                  </a:cubicBezTo>
                  <a:cubicBezTo>
                    <a:pt x="7334" y="8208"/>
                    <a:pt x="7345" y="7195"/>
                    <a:pt x="7437" y="6599"/>
                  </a:cubicBezTo>
                  <a:cubicBezTo>
                    <a:pt x="7677" y="5038"/>
                    <a:pt x="6504" y="3026"/>
                    <a:pt x="5637" y="2158"/>
                  </a:cubicBezTo>
                  <a:cubicBezTo>
                    <a:pt x="5118" y="1640"/>
                    <a:pt x="4504" y="861"/>
                    <a:pt x="4056" y="293"/>
                  </a:cubicBezTo>
                  <a:lnTo>
                    <a:pt x="3917" y="117"/>
                  </a:lnTo>
                  <a:cubicBezTo>
                    <a:pt x="3858" y="43"/>
                    <a:pt x="3770" y="1"/>
                    <a:pt x="367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67"/>
            <p:cNvSpPr/>
            <p:nvPr/>
          </p:nvSpPr>
          <p:spPr>
            <a:xfrm>
              <a:off x="2036575" y="1952450"/>
              <a:ext cx="1098050" cy="985600"/>
            </a:xfrm>
            <a:custGeom>
              <a:rect b="b" l="l" r="r" t="t"/>
              <a:pathLst>
                <a:path extrusionOk="0" h="39424" w="43922">
                  <a:moveTo>
                    <a:pt x="3536" y="0"/>
                  </a:moveTo>
                  <a:cubicBezTo>
                    <a:pt x="3536" y="0"/>
                    <a:pt x="1501" y="1393"/>
                    <a:pt x="751" y="4393"/>
                  </a:cubicBezTo>
                  <a:cubicBezTo>
                    <a:pt x="1" y="7393"/>
                    <a:pt x="2464" y="19604"/>
                    <a:pt x="3108" y="23140"/>
                  </a:cubicBezTo>
                  <a:cubicBezTo>
                    <a:pt x="3750" y="26675"/>
                    <a:pt x="6964" y="38458"/>
                    <a:pt x="7928" y="39208"/>
                  </a:cubicBezTo>
                  <a:cubicBezTo>
                    <a:pt x="8122" y="39359"/>
                    <a:pt x="8733" y="39423"/>
                    <a:pt x="9619" y="39423"/>
                  </a:cubicBezTo>
                  <a:cubicBezTo>
                    <a:pt x="13131" y="39423"/>
                    <a:pt x="20960" y="38414"/>
                    <a:pt x="24211" y="37815"/>
                  </a:cubicBezTo>
                  <a:cubicBezTo>
                    <a:pt x="28281" y="37066"/>
                    <a:pt x="37066" y="33958"/>
                    <a:pt x="38887" y="33423"/>
                  </a:cubicBezTo>
                  <a:cubicBezTo>
                    <a:pt x="40708" y="32887"/>
                    <a:pt x="41672" y="30102"/>
                    <a:pt x="42208" y="29567"/>
                  </a:cubicBezTo>
                  <a:cubicBezTo>
                    <a:pt x="42743" y="29031"/>
                    <a:pt x="43922" y="27210"/>
                    <a:pt x="43278" y="26567"/>
                  </a:cubicBezTo>
                  <a:cubicBezTo>
                    <a:pt x="43064" y="26353"/>
                    <a:pt x="42719" y="26282"/>
                    <a:pt x="42326" y="26282"/>
                  </a:cubicBezTo>
                  <a:cubicBezTo>
                    <a:pt x="41540" y="26282"/>
                    <a:pt x="40564" y="26567"/>
                    <a:pt x="40064" y="26567"/>
                  </a:cubicBezTo>
                  <a:cubicBezTo>
                    <a:pt x="39314" y="26567"/>
                    <a:pt x="37922" y="26460"/>
                    <a:pt x="36423" y="26460"/>
                  </a:cubicBezTo>
                  <a:cubicBezTo>
                    <a:pt x="34923" y="26460"/>
                    <a:pt x="33638" y="27531"/>
                    <a:pt x="33210" y="29031"/>
                  </a:cubicBezTo>
                  <a:cubicBezTo>
                    <a:pt x="32781" y="30531"/>
                    <a:pt x="32138" y="31281"/>
                    <a:pt x="32138" y="31281"/>
                  </a:cubicBezTo>
                  <a:cubicBezTo>
                    <a:pt x="32138" y="31281"/>
                    <a:pt x="21104" y="32781"/>
                    <a:pt x="18748" y="32781"/>
                  </a:cubicBezTo>
                  <a:cubicBezTo>
                    <a:pt x="16391" y="32781"/>
                    <a:pt x="14141" y="32459"/>
                    <a:pt x="14141" y="32459"/>
                  </a:cubicBezTo>
                  <a:cubicBezTo>
                    <a:pt x="14141" y="32459"/>
                    <a:pt x="12856" y="25067"/>
                    <a:pt x="11892" y="20461"/>
                  </a:cubicBezTo>
                  <a:cubicBezTo>
                    <a:pt x="10928" y="15855"/>
                    <a:pt x="10070" y="12320"/>
                    <a:pt x="9320" y="11142"/>
                  </a:cubicBezTo>
                  <a:lnTo>
                    <a:pt x="3536"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67"/>
            <p:cNvSpPr/>
            <p:nvPr/>
          </p:nvSpPr>
          <p:spPr>
            <a:xfrm>
              <a:off x="2030900" y="1944800"/>
              <a:ext cx="1115225" cy="1000750"/>
            </a:xfrm>
            <a:custGeom>
              <a:rect b="b" l="l" r="r" t="t"/>
              <a:pathLst>
                <a:path extrusionOk="0" h="40030" w="44609">
                  <a:moveTo>
                    <a:pt x="3762" y="0"/>
                  </a:moveTo>
                  <a:cubicBezTo>
                    <a:pt x="3703" y="0"/>
                    <a:pt x="3643" y="18"/>
                    <a:pt x="3590" y="54"/>
                  </a:cubicBezTo>
                  <a:cubicBezTo>
                    <a:pt x="3503" y="114"/>
                    <a:pt x="1450" y="1547"/>
                    <a:pt x="681" y="4625"/>
                  </a:cubicBezTo>
                  <a:cubicBezTo>
                    <a:pt x="1" y="7347"/>
                    <a:pt x="1857" y="17232"/>
                    <a:pt x="2750" y="21981"/>
                  </a:cubicBezTo>
                  <a:cubicBezTo>
                    <a:pt x="2863" y="22583"/>
                    <a:pt x="2961" y="23098"/>
                    <a:pt x="3034" y="23500"/>
                  </a:cubicBezTo>
                  <a:cubicBezTo>
                    <a:pt x="3589" y="26556"/>
                    <a:pt x="6834" y="38874"/>
                    <a:pt x="7967" y="39755"/>
                  </a:cubicBezTo>
                  <a:cubicBezTo>
                    <a:pt x="8216" y="39948"/>
                    <a:pt x="8943" y="40029"/>
                    <a:pt x="9964" y="40029"/>
                  </a:cubicBezTo>
                  <a:cubicBezTo>
                    <a:pt x="13890" y="40029"/>
                    <a:pt x="22177" y="38849"/>
                    <a:pt x="24493" y="38422"/>
                  </a:cubicBezTo>
                  <a:cubicBezTo>
                    <a:pt x="27565" y="37857"/>
                    <a:pt x="33293" y="35961"/>
                    <a:pt x="36714" y="34829"/>
                  </a:cubicBezTo>
                  <a:cubicBezTo>
                    <a:pt x="37851" y="34453"/>
                    <a:pt x="38749" y="34156"/>
                    <a:pt x="39200" y="34023"/>
                  </a:cubicBezTo>
                  <a:cubicBezTo>
                    <a:pt x="40627" y="33603"/>
                    <a:pt x="41535" y="31984"/>
                    <a:pt x="42136" y="30913"/>
                  </a:cubicBezTo>
                  <a:cubicBezTo>
                    <a:pt x="42339" y="30552"/>
                    <a:pt x="42530" y="30211"/>
                    <a:pt x="42652" y="30089"/>
                  </a:cubicBezTo>
                  <a:cubicBezTo>
                    <a:pt x="43128" y="29613"/>
                    <a:pt x="44608" y="27543"/>
                    <a:pt x="43723" y="26657"/>
                  </a:cubicBezTo>
                  <a:cubicBezTo>
                    <a:pt x="43440" y="26373"/>
                    <a:pt x="43016" y="26282"/>
                    <a:pt x="42549" y="26282"/>
                  </a:cubicBezTo>
                  <a:cubicBezTo>
                    <a:pt x="42085" y="26282"/>
                    <a:pt x="41579" y="26373"/>
                    <a:pt x="41128" y="26453"/>
                  </a:cubicBezTo>
                  <a:cubicBezTo>
                    <a:pt x="40799" y="26512"/>
                    <a:pt x="40488" y="26567"/>
                    <a:pt x="40293" y="26567"/>
                  </a:cubicBezTo>
                  <a:cubicBezTo>
                    <a:pt x="39986" y="26567"/>
                    <a:pt x="39569" y="26549"/>
                    <a:pt x="39082" y="26528"/>
                  </a:cubicBezTo>
                  <a:cubicBezTo>
                    <a:pt x="38393" y="26498"/>
                    <a:pt x="37535" y="26460"/>
                    <a:pt x="36650" y="26460"/>
                  </a:cubicBezTo>
                  <a:cubicBezTo>
                    <a:pt x="35030" y="26460"/>
                    <a:pt x="33620" y="27582"/>
                    <a:pt x="33142" y="29253"/>
                  </a:cubicBezTo>
                  <a:cubicBezTo>
                    <a:pt x="32821" y="30381"/>
                    <a:pt x="32370" y="31068"/>
                    <a:pt x="32200" y="31300"/>
                  </a:cubicBezTo>
                  <a:cubicBezTo>
                    <a:pt x="30977" y="31465"/>
                    <a:pt x="21151" y="32780"/>
                    <a:pt x="18976" y="32780"/>
                  </a:cubicBezTo>
                  <a:cubicBezTo>
                    <a:pt x="17089" y="32780"/>
                    <a:pt x="15251" y="32569"/>
                    <a:pt x="14632" y="32491"/>
                  </a:cubicBezTo>
                  <a:cubicBezTo>
                    <a:pt x="14409" y="31223"/>
                    <a:pt x="13279" y="24817"/>
                    <a:pt x="12419" y="20704"/>
                  </a:cubicBezTo>
                  <a:cubicBezTo>
                    <a:pt x="11241" y="15079"/>
                    <a:pt x="10485" y="12349"/>
                    <a:pt x="9807" y="11283"/>
                  </a:cubicBezTo>
                  <a:cubicBezTo>
                    <a:pt x="9748" y="11194"/>
                    <a:pt x="9650" y="11146"/>
                    <a:pt x="9551" y="11146"/>
                  </a:cubicBezTo>
                  <a:cubicBezTo>
                    <a:pt x="9494" y="11146"/>
                    <a:pt x="9438" y="11161"/>
                    <a:pt x="9387" y="11194"/>
                  </a:cubicBezTo>
                  <a:cubicBezTo>
                    <a:pt x="9246" y="11283"/>
                    <a:pt x="9203" y="11470"/>
                    <a:pt x="9290" y="11611"/>
                  </a:cubicBezTo>
                  <a:cubicBezTo>
                    <a:pt x="10079" y="12851"/>
                    <a:pt x="11012" y="16966"/>
                    <a:pt x="11819" y="20830"/>
                  </a:cubicBezTo>
                  <a:cubicBezTo>
                    <a:pt x="12772" y="25379"/>
                    <a:pt x="14055" y="32743"/>
                    <a:pt x="14067" y="32817"/>
                  </a:cubicBezTo>
                  <a:cubicBezTo>
                    <a:pt x="14090" y="32948"/>
                    <a:pt x="14194" y="33049"/>
                    <a:pt x="14325" y="33068"/>
                  </a:cubicBezTo>
                  <a:cubicBezTo>
                    <a:pt x="14348" y="33071"/>
                    <a:pt x="16625" y="33392"/>
                    <a:pt x="18976" y="33392"/>
                  </a:cubicBezTo>
                  <a:cubicBezTo>
                    <a:pt x="21325" y="33392"/>
                    <a:pt x="31955" y="31951"/>
                    <a:pt x="32407" y="31890"/>
                  </a:cubicBezTo>
                  <a:cubicBezTo>
                    <a:pt x="32482" y="31879"/>
                    <a:pt x="32549" y="31843"/>
                    <a:pt x="32598" y="31786"/>
                  </a:cubicBezTo>
                  <a:cubicBezTo>
                    <a:pt x="32626" y="31753"/>
                    <a:pt x="33289" y="30967"/>
                    <a:pt x="33731" y="29421"/>
                  </a:cubicBezTo>
                  <a:cubicBezTo>
                    <a:pt x="34133" y="28016"/>
                    <a:pt x="35305" y="27071"/>
                    <a:pt x="36650" y="27071"/>
                  </a:cubicBezTo>
                  <a:cubicBezTo>
                    <a:pt x="37522" y="27071"/>
                    <a:pt x="38373" y="27109"/>
                    <a:pt x="39055" y="27139"/>
                  </a:cubicBezTo>
                  <a:cubicBezTo>
                    <a:pt x="39554" y="27160"/>
                    <a:pt x="39979" y="27179"/>
                    <a:pt x="40293" y="27179"/>
                  </a:cubicBezTo>
                  <a:cubicBezTo>
                    <a:pt x="40542" y="27179"/>
                    <a:pt x="40863" y="27121"/>
                    <a:pt x="41234" y="27056"/>
                  </a:cubicBezTo>
                  <a:cubicBezTo>
                    <a:pt x="41647" y="26982"/>
                    <a:pt x="42147" y="26893"/>
                    <a:pt x="42564" y="26893"/>
                  </a:cubicBezTo>
                  <a:cubicBezTo>
                    <a:pt x="42878" y="26893"/>
                    <a:pt x="43144" y="26943"/>
                    <a:pt x="43290" y="27089"/>
                  </a:cubicBezTo>
                  <a:cubicBezTo>
                    <a:pt x="43691" y="27491"/>
                    <a:pt x="42817" y="29058"/>
                    <a:pt x="42219" y="29656"/>
                  </a:cubicBezTo>
                  <a:cubicBezTo>
                    <a:pt x="42037" y="29838"/>
                    <a:pt x="41846" y="30180"/>
                    <a:pt x="41602" y="30613"/>
                  </a:cubicBezTo>
                  <a:cubicBezTo>
                    <a:pt x="41049" y="31598"/>
                    <a:pt x="40215" y="33086"/>
                    <a:pt x="39027" y="33436"/>
                  </a:cubicBezTo>
                  <a:cubicBezTo>
                    <a:pt x="38567" y="33571"/>
                    <a:pt x="37664" y="33870"/>
                    <a:pt x="36522" y="34248"/>
                  </a:cubicBezTo>
                  <a:cubicBezTo>
                    <a:pt x="33115" y="35374"/>
                    <a:pt x="27412" y="37262"/>
                    <a:pt x="24383" y="37820"/>
                  </a:cubicBezTo>
                  <a:cubicBezTo>
                    <a:pt x="20321" y="38568"/>
                    <a:pt x="12889" y="39434"/>
                    <a:pt x="9752" y="39434"/>
                  </a:cubicBezTo>
                  <a:cubicBezTo>
                    <a:pt x="9002" y="39434"/>
                    <a:pt x="8498" y="39385"/>
                    <a:pt x="8343" y="39272"/>
                  </a:cubicBezTo>
                  <a:cubicBezTo>
                    <a:pt x="7537" y="38644"/>
                    <a:pt x="4332" y="27224"/>
                    <a:pt x="3635" y="23390"/>
                  </a:cubicBezTo>
                  <a:cubicBezTo>
                    <a:pt x="3562" y="22987"/>
                    <a:pt x="3465" y="22471"/>
                    <a:pt x="3352" y="21868"/>
                  </a:cubicBezTo>
                  <a:cubicBezTo>
                    <a:pt x="2536" y="17528"/>
                    <a:pt x="626" y="7365"/>
                    <a:pt x="1275" y="4773"/>
                  </a:cubicBezTo>
                  <a:cubicBezTo>
                    <a:pt x="1985" y="1932"/>
                    <a:pt x="3917" y="572"/>
                    <a:pt x="3937" y="559"/>
                  </a:cubicBezTo>
                  <a:cubicBezTo>
                    <a:pt x="4076" y="464"/>
                    <a:pt x="4112" y="273"/>
                    <a:pt x="4015" y="134"/>
                  </a:cubicBezTo>
                  <a:cubicBezTo>
                    <a:pt x="3956" y="47"/>
                    <a:pt x="3860" y="0"/>
                    <a:pt x="376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67"/>
            <p:cNvSpPr/>
            <p:nvPr/>
          </p:nvSpPr>
          <p:spPr>
            <a:xfrm>
              <a:off x="2820625" y="2609475"/>
              <a:ext cx="314000" cy="236300"/>
            </a:xfrm>
            <a:custGeom>
              <a:rect b="b" l="l" r="r" t="t"/>
              <a:pathLst>
                <a:path extrusionOk="0" h="9452" w="12560">
                  <a:moveTo>
                    <a:pt x="10965" y="1"/>
                  </a:moveTo>
                  <a:cubicBezTo>
                    <a:pt x="10179" y="1"/>
                    <a:pt x="9203" y="286"/>
                    <a:pt x="8702" y="286"/>
                  </a:cubicBezTo>
                  <a:cubicBezTo>
                    <a:pt x="7954" y="286"/>
                    <a:pt x="6560" y="179"/>
                    <a:pt x="5061" y="179"/>
                  </a:cubicBezTo>
                  <a:cubicBezTo>
                    <a:pt x="3561" y="179"/>
                    <a:pt x="2276" y="1250"/>
                    <a:pt x="1848" y="2750"/>
                  </a:cubicBezTo>
                  <a:cubicBezTo>
                    <a:pt x="1419" y="4250"/>
                    <a:pt x="776" y="5000"/>
                    <a:pt x="776" y="5000"/>
                  </a:cubicBezTo>
                  <a:cubicBezTo>
                    <a:pt x="776" y="5000"/>
                    <a:pt x="488" y="5038"/>
                    <a:pt x="1" y="5104"/>
                  </a:cubicBezTo>
                  <a:cubicBezTo>
                    <a:pt x="267" y="5684"/>
                    <a:pt x="516" y="6399"/>
                    <a:pt x="563" y="7142"/>
                  </a:cubicBezTo>
                  <a:cubicBezTo>
                    <a:pt x="610" y="7920"/>
                    <a:pt x="527" y="8762"/>
                    <a:pt x="421" y="9452"/>
                  </a:cubicBezTo>
                  <a:cubicBezTo>
                    <a:pt x="3589" y="8449"/>
                    <a:pt x="6552" y="7428"/>
                    <a:pt x="7525" y="7142"/>
                  </a:cubicBezTo>
                  <a:cubicBezTo>
                    <a:pt x="9346" y="6606"/>
                    <a:pt x="10310" y="3821"/>
                    <a:pt x="10846" y="3286"/>
                  </a:cubicBezTo>
                  <a:cubicBezTo>
                    <a:pt x="11382" y="2750"/>
                    <a:pt x="12560" y="929"/>
                    <a:pt x="11917" y="286"/>
                  </a:cubicBezTo>
                  <a:cubicBezTo>
                    <a:pt x="11703" y="72"/>
                    <a:pt x="11358" y="1"/>
                    <a:pt x="1096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67"/>
            <p:cNvSpPr/>
            <p:nvPr/>
          </p:nvSpPr>
          <p:spPr>
            <a:xfrm>
              <a:off x="2811525" y="2601850"/>
              <a:ext cx="334575" cy="251575"/>
            </a:xfrm>
            <a:custGeom>
              <a:rect b="b" l="l" r="r" t="t"/>
              <a:pathLst>
                <a:path extrusionOk="0" h="10063" w="13383">
                  <a:moveTo>
                    <a:pt x="11338" y="611"/>
                  </a:moveTo>
                  <a:cubicBezTo>
                    <a:pt x="11652" y="611"/>
                    <a:pt x="11918" y="661"/>
                    <a:pt x="12064" y="807"/>
                  </a:cubicBezTo>
                  <a:cubicBezTo>
                    <a:pt x="12466" y="1209"/>
                    <a:pt x="11592" y="2776"/>
                    <a:pt x="10993" y="3374"/>
                  </a:cubicBezTo>
                  <a:cubicBezTo>
                    <a:pt x="10812" y="3556"/>
                    <a:pt x="10620" y="3898"/>
                    <a:pt x="10377" y="4331"/>
                  </a:cubicBezTo>
                  <a:cubicBezTo>
                    <a:pt x="9824" y="5316"/>
                    <a:pt x="8990" y="6804"/>
                    <a:pt x="7802" y="7154"/>
                  </a:cubicBezTo>
                  <a:cubicBezTo>
                    <a:pt x="7341" y="7289"/>
                    <a:pt x="6435" y="7588"/>
                    <a:pt x="5291" y="7968"/>
                  </a:cubicBezTo>
                  <a:cubicBezTo>
                    <a:pt x="4112" y="8358"/>
                    <a:pt x="2667" y="8835"/>
                    <a:pt x="1154" y="9318"/>
                  </a:cubicBezTo>
                  <a:cubicBezTo>
                    <a:pt x="1240" y="8615"/>
                    <a:pt x="1265" y="7980"/>
                    <a:pt x="1231" y="7428"/>
                  </a:cubicBezTo>
                  <a:cubicBezTo>
                    <a:pt x="1197" y="6876"/>
                    <a:pt x="1054" y="6282"/>
                    <a:pt x="805" y="5658"/>
                  </a:cubicBezTo>
                  <a:lnTo>
                    <a:pt x="1181" y="5608"/>
                  </a:lnTo>
                  <a:cubicBezTo>
                    <a:pt x="1256" y="5597"/>
                    <a:pt x="1323" y="5561"/>
                    <a:pt x="1372" y="5504"/>
                  </a:cubicBezTo>
                  <a:cubicBezTo>
                    <a:pt x="1401" y="5471"/>
                    <a:pt x="2064" y="4685"/>
                    <a:pt x="2506" y="3139"/>
                  </a:cubicBezTo>
                  <a:cubicBezTo>
                    <a:pt x="2907" y="1734"/>
                    <a:pt x="4080" y="789"/>
                    <a:pt x="5425" y="789"/>
                  </a:cubicBezTo>
                  <a:cubicBezTo>
                    <a:pt x="6297" y="789"/>
                    <a:pt x="7147" y="827"/>
                    <a:pt x="7829" y="857"/>
                  </a:cubicBezTo>
                  <a:cubicBezTo>
                    <a:pt x="8329" y="878"/>
                    <a:pt x="8753" y="897"/>
                    <a:pt x="9068" y="897"/>
                  </a:cubicBezTo>
                  <a:cubicBezTo>
                    <a:pt x="9317" y="897"/>
                    <a:pt x="9637" y="839"/>
                    <a:pt x="10009" y="774"/>
                  </a:cubicBezTo>
                  <a:cubicBezTo>
                    <a:pt x="10422" y="700"/>
                    <a:pt x="10922" y="611"/>
                    <a:pt x="11338" y="611"/>
                  </a:cubicBezTo>
                  <a:close/>
                  <a:moveTo>
                    <a:pt x="11324" y="0"/>
                  </a:moveTo>
                  <a:cubicBezTo>
                    <a:pt x="10860" y="0"/>
                    <a:pt x="10353" y="91"/>
                    <a:pt x="9902" y="171"/>
                  </a:cubicBezTo>
                  <a:cubicBezTo>
                    <a:pt x="9573" y="230"/>
                    <a:pt x="9261" y="285"/>
                    <a:pt x="9068" y="285"/>
                  </a:cubicBezTo>
                  <a:cubicBezTo>
                    <a:pt x="8760" y="285"/>
                    <a:pt x="8344" y="267"/>
                    <a:pt x="7856" y="246"/>
                  </a:cubicBezTo>
                  <a:cubicBezTo>
                    <a:pt x="7168" y="216"/>
                    <a:pt x="6310" y="178"/>
                    <a:pt x="5425" y="178"/>
                  </a:cubicBezTo>
                  <a:cubicBezTo>
                    <a:pt x="3803" y="178"/>
                    <a:pt x="2394" y="1300"/>
                    <a:pt x="1917" y="2971"/>
                  </a:cubicBezTo>
                  <a:cubicBezTo>
                    <a:pt x="1595" y="4099"/>
                    <a:pt x="1145" y="4786"/>
                    <a:pt x="975" y="5018"/>
                  </a:cubicBezTo>
                  <a:lnTo>
                    <a:pt x="324" y="5105"/>
                  </a:lnTo>
                  <a:cubicBezTo>
                    <a:pt x="120" y="5132"/>
                    <a:pt x="0" y="5349"/>
                    <a:pt x="87" y="5536"/>
                  </a:cubicBezTo>
                  <a:cubicBezTo>
                    <a:pt x="404" y="6230"/>
                    <a:pt x="584" y="6879"/>
                    <a:pt x="621" y="7466"/>
                  </a:cubicBezTo>
                  <a:cubicBezTo>
                    <a:pt x="660" y="8099"/>
                    <a:pt x="613" y="8854"/>
                    <a:pt x="482" y="9710"/>
                  </a:cubicBezTo>
                  <a:cubicBezTo>
                    <a:pt x="453" y="9895"/>
                    <a:pt x="596" y="10063"/>
                    <a:pt x="785" y="10063"/>
                  </a:cubicBezTo>
                  <a:cubicBezTo>
                    <a:pt x="816" y="10063"/>
                    <a:pt x="847" y="10058"/>
                    <a:pt x="877" y="10048"/>
                  </a:cubicBezTo>
                  <a:cubicBezTo>
                    <a:pt x="2559" y="9516"/>
                    <a:pt x="4183" y="8979"/>
                    <a:pt x="5483" y="8548"/>
                  </a:cubicBezTo>
                  <a:cubicBezTo>
                    <a:pt x="6623" y="8172"/>
                    <a:pt x="7522" y="7874"/>
                    <a:pt x="7975" y="7741"/>
                  </a:cubicBezTo>
                  <a:cubicBezTo>
                    <a:pt x="9401" y="7321"/>
                    <a:pt x="10309" y="5702"/>
                    <a:pt x="10911" y="4631"/>
                  </a:cubicBezTo>
                  <a:cubicBezTo>
                    <a:pt x="11114" y="4270"/>
                    <a:pt x="11305" y="3929"/>
                    <a:pt x="11426" y="3807"/>
                  </a:cubicBezTo>
                  <a:cubicBezTo>
                    <a:pt x="11902" y="3331"/>
                    <a:pt x="13382" y="1261"/>
                    <a:pt x="12497" y="375"/>
                  </a:cubicBezTo>
                  <a:cubicBezTo>
                    <a:pt x="12214" y="91"/>
                    <a:pt x="11790" y="0"/>
                    <a:pt x="1132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67"/>
            <p:cNvSpPr/>
            <p:nvPr/>
          </p:nvSpPr>
          <p:spPr>
            <a:xfrm>
              <a:off x="2857025" y="3034975"/>
              <a:ext cx="273125" cy="92025"/>
            </a:xfrm>
            <a:custGeom>
              <a:rect b="b" l="l" r="r" t="t"/>
              <a:pathLst>
                <a:path extrusionOk="0" h="3681" w="10925">
                  <a:moveTo>
                    <a:pt x="2170" y="0"/>
                  </a:moveTo>
                  <a:lnTo>
                    <a:pt x="0" y="3450"/>
                  </a:lnTo>
                  <a:cubicBezTo>
                    <a:pt x="0" y="3450"/>
                    <a:pt x="2760" y="3680"/>
                    <a:pt x="3681" y="3680"/>
                  </a:cubicBezTo>
                  <a:cubicBezTo>
                    <a:pt x="4600" y="3680"/>
                    <a:pt x="10924" y="2990"/>
                    <a:pt x="10005" y="1955"/>
                  </a:cubicBezTo>
                  <a:cubicBezTo>
                    <a:pt x="9084" y="920"/>
                    <a:pt x="2170" y="0"/>
                    <a:pt x="217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67"/>
            <p:cNvSpPr/>
            <p:nvPr/>
          </p:nvSpPr>
          <p:spPr>
            <a:xfrm>
              <a:off x="2847500" y="3027275"/>
              <a:ext cx="270700" cy="107350"/>
            </a:xfrm>
            <a:custGeom>
              <a:rect b="b" l="l" r="r" t="t"/>
              <a:pathLst>
                <a:path extrusionOk="0" h="4294" w="10828">
                  <a:moveTo>
                    <a:pt x="2704" y="637"/>
                  </a:moveTo>
                  <a:cubicBezTo>
                    <a:pt x="5352" y="1001"/>
                    <a:pt x="9557" y="1790"/>
                    <a:pt x="10174" y="2444"/>
                  </a:cubicBezTo>
                  <a:cubicBezTo>
                    <a:pt x="9907" y="3009"/>
                    <a:pt x="5371" y="3681"/>
                    <a:pt x="4062" y="3681"/>
                  </a:cubicBezTo>
                  <a:cubicBezTo>
                    <a:pt x="3402" y="3681"/>
                    <a:pt x="1747" y="3558"/>
                    <a:pt x="910" y="3493"/>
                  </a:cubicBezTo>
                  <a:lnTo>
                    <a:pt x="2704" y="637"/>
                  </a:lnTo>
                  <a:close/>
                  <a:moveTo>
                    <a:pt x="2551" y="1"/>
                  </a:moveTo>
                  <a:cubicBezTo>
                    <a:pt x="2446" y="1"/>
                    <a:pt x="2347" y="54"/>
                    <a:pt x="2291" y="144"/>
                  </a:cubicBezTo>
                  <a:lnTo>
                    <a:pt x="122" y="3594"/>
                  </a:lnTo>
                  <a:cubicBezTo>
                    <a:pt x="0" y="3789"/>
                    <a:pt x="128" y="4044"/>
                    <a:pt x="356" y="4062"/>
                  </a:cubicBezTo>
                  <a:cubicBezTo>
                    <a:pt x="469" y="4072"/>
                    <a:pt x="3140" y="4294"/>
                    <a:pt x="4062" y="4294"/>
                  </a:cubicBezTo>
                  <a:cubicBezTo>
                    <a:pt x="4120" y="4294"/>
                    <a:pt x="10193" y="3897"/>
                    <a:pt x="10733" y="2694"/>
                  </a:cubicBezTo>
                  <a:cubicBezTo>
                    <a:pt x="10828" y="2482"/>
                    <a:pt x="10785" y="2251"/>
                    <a:pt x="10614" y="2060"/>
                  </a:cubicBezTo>
                  <a:cubicBezTo>
                    <a:pt x="9647" y="971"/>
                    <a:pt x="3310" y="100"/>
                    <a:pt x="2592" y="4"/>
                  </a:cubicBezTo>
                  <a:cubicBezTo>
                    <a:pt x="2578" y="2"/>
                    <a:pt x="2564" y="1"/>
                    <a:pt x="2551"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67"/>
            <p:cNvSpPr/>
            <p:nvPr/>
          </p:nvSpPr>
          <p:spPr>
            <a:xfrm>
              <a:off x="2698925" y="2965975"/>
              <a:ext cx="689950" cy="629575"/>
            </a:xfrm>
            <a:custGeom>
              <a:rect b="b" l="l" r="r" t="t"/>
              <a:pathLst>
                <a:path extrusionOk="0" h="25183" w="27598">
                  <a:moveTo>
                    <a:pt x="20123" y="1"/>
                  </a:moveTo>
                  <a:lnTo>
                    <a:pt x="0" y="9315"/>
                  </a:lnTo>
                  <a:lnTo>
                    <a:pt x="7820" y="25183"/>
                  </a:lnTo>
                  <a:lnTo>
                    <a:pt x="27597" y="15178"/>
                  </a:lnTo>
                  <a:lnTo>
                    <a:pt x="2012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67"/>
            <p:cNvSpPr/>
            <p:nvPr/>
          </p:nvSpPr>
          <p:spPr>
            <a:xfrm>
              <a:off x="2690175" y="2958325"/>
              <a:ext cx="707425" cy="644875"/>
            </a:xfrm>
            <a:custGeom>
              <a:rect b="b" l="l" r="r" t="t"/>
              <a:pathLst>
                <a:path extrusionOk="0" h="25795" w="28297">
                  <a:moveTo>
                    <a:pt x="20330" y="710"/>
                  </a:moveTo>
                  <a:lnTo>
                    <a:pt x="27539" y="15348"/>
                  </a:lnTo>
                  <a:lnTo>
                    <a:pt x="8307" y="25075"/>
                  </a:lnTo>
                  <a:lnTo>
                    <a:pt x="763" y="9766"/>
                  </a:lnTo>
                  <a:lnTo>
                    <a:pt x="20330" y="710"/>
                  </a:lnTo>
                  <a:close/>
                  <a:moveTo>
                    <a:pt x="20473" y="0"/>
                  </a:moveTo>
                  <a:cubicBezTo>
                    <a:pt x="20430" y="0"/>
                    <a:pt x="20386" y="9"/>
                    <a:pt x="20344" y="29"/>
                  </a:cubicBezTo>
                  <a:lnTo>
                    <a:pt x="222" y="9342"/>
                  </a:lnTo>
                  <a:cubicBezTo>
                    <a:pt x="67" y="9415"/>
                    <a:pt x="0" y="9601"/>
                    <a:pt x="77" y="9755"/>
                  </a:cubicBezTo>
                  <a:lnTo>
                    <a:pt x="7895" y="25624"/>
                  </a:lnTo>
                  <a:cubicBezTo>
                    <a:pt x="7931" y="25697"/>
                    <a:pt x="7995" y="25753"/>
                    <a:pt x="8073" y="25779"/>
                  </a:cubicBezTo>
                  <a:cubicBezTo>
                    <a:pt x="8104" y="25789"/>
                    <a:pt x="8137" y="25794"/>
                    <a:pt x="8170" y="25794"/>
                  </a:cubicBezTo>
                  <a:cubicBezTo>
                    <a:pt x="8218" y="25794"/>
                    <a:pt x="8265" y="25783"/>
                    <a:pt x="8307" y="25762"/>
                  </a:cubicBezTo>
                  <a:lnTo>
                    <a:pt x="28086" y="15758"/>
                  </a:lnTo>
                  <a:cubicBezTo>
                    <a:pt x="28235" y="15683"/>
                    <a:pt x="28296" y="15500"/>
                    <a:pt x="28222" y="15350"/>
                  </a:cubicBezTo>
                  <a:lnTo>
                    <a:pt x="20748" y="172"/>
                  </a:lnTo>
                  <a:cubicBezTo>
                    <a:pt x="20695" y="63"/>
                    <a:pt x="20586" y="0"/>
                    <a:pt x="2047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67"/>
            <p:cNvSpPr/>
            <p:nvPr/>
          </p:nvSpPr>
          <p:spPr>
            <a:xfrm>
              <a:off x="2865675" y="3066600"/>
              <a:ext cx="166725" cy="91525"/>
            </a:xfrm>
            <a:custGeom>
              <a:rect b="b" l="l" r="r" t="t"/>
              <a:pathLst>
                <a:path extrusionOk="0" h="3661" w="6669">
                  <a:moveTo>
                    <a:pt x="3565" y="0"/>
                  </a:moveTo>
                  <a:lnTo>
                    <a:pt x="0" y="1264"/>
                  </a:lnTo>
                  <a:cubicBezTo>
                    <a:pt x="0" y="1264"/>
                    <a:pt x="2414" y="1264"/>
                    <a:pt x="2989" y="1610"/>
                  </a:cubicBezTo>
                  <a:cubicBezTo>
                    <a:pt x="3497" y="1915"/>
                    <a:pt x="5446" y="3660"/>
                    <a:pt x="6128" y="3660"/>
                  </a:cubicBezTo>
                  <a:cubicBezTo>
                    <a:pt x="6217" y="3660"/>
                    <a:pt x="6285" y="3630"/>
                    <a:pt x="6324" y="3564"/>
                  </a:cubicBezTo>
                  <a:cubicBezTo>
                    <a:pt x="6669" y="2989"/>
                    <a:pt x="5289" y="1610"/>
                    <a:pt x="4714" y="1035"/>
                  </a:cubicBezTo>
                  <a:cubicBezTo>
                    <a:pt x="4139" y="460"/>
                    <a:pt x="3565" y="0"/>
                    <a:pt x="356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67"/>
            <p:cNvSpPr/>
            <p:nvPr/>
          </p:nvSpPr>
          <p:spPr>
            <a:xfrm>
              <a:off x="2857825" y="3059025"/>
              <a:ext cx="182250" cy="106750"/>
            </a:xfrm>
            <a:custGeom>
              <a:rect b="b" l="l" r="r" t="t"/>
              <a:pathLst>
                <a:path extrusionOk="0" h="4270" w="7290">
                  <a:moveTo>
                    <a:pt x="3884" y="0"/>
                  </a:moveTo>
                  <a:cubicBezTo>
                    <a:pt x="3793" y="0"/>
                    <a:pt x="3704" y="40"/>
                    <a:pt x="3644" y="115"/>
                  </a:cubicBezTo>
                  <a:cubicBezTo>
                    <a:pt x="3540" y="246"/>
                    <a:pt x="3560" y="435"/>
                    <a:pt x="3687" y="543"/>
                  </a:cubicBezTo>
                  <a:cubicBezTo>
                    <a:pt x="3693" y="546"/>
                    <a:pt x="4257" y="999"/>
                    <a:pt x="4813" y="1554"/>
                  </a:cubicBezTo>
                  <a:cubicBezTo>
                    <a:pt x="6247" y="2990"/>
                    <a:pt x="6409" y="3490"/>
                    <a:pt x="6392" y="3655"/>
                  </a:cubicBezTo>
                  <a:cubicBezTo>
                    <a:pt x="5990" y="3597"/>
                    <a:pt x="4778" y="2650"/>
                    <a:pt x="4246" y="2234"/>
                  </a:cubicBezTo>
                  <a:cubicBezTo>
                    <a:pt x="3900" y="1964"/>
                    <a:pt x="3627" y="1750"/>
                    <a:pt x="3461" y="1650"/>
                  </a:cubicBezTo>
                  <a:cubicBezTo>
                    <a:pt x="2844" y="1280"/>
                    <a:pt x="731" y="1261"/>
                    <a:pt x="314" y="1261"/>
                  </a:cubicBezTo>
                  <a:cubicBezTo>
                    <a:pt x="312" y="1261"/>
                    <a:pt x="310" y="1261"/>
                    <a:pt x="308" y="1261"/>
                  </a:cubicBezTo>
                  <a:cubicBezTo>
                    <a:pt x="139" y="1261"/>
                    <a:pt x="1" y="1399"/>
                    <a:pt x="1" y="1568"/>
                  </a:cubicBezTo>
                  <a:cubicBezTo>
                    <a:pt x="1" y="1738"/>
                    <a:pt x="139" y="1874"/>
                    <a:pt x="308" y="1874"/>
                  </a:cubicBezTo>
                  <a:cubicBezTo>
                    <a:pt x="310" y="1874"/>
                    <a:pt x="312" y="1874"/>
                    <a:pt x="314" y="1874"/>
                  </a:cubicBezTo>
                  <a:cubicBezTo>
                    <a:pt x="1281" y="1874"/>
                    <a:pt x="2800" y="1967"/>
                    <a:pt x="3146" y="2175"/>
                  </a:cubicBezTo>
                  <a:cubicBezTo>
                    <a:pt x="3280" y="2255"/>
                    <a:pt x="3552" y="2469"/>
                    <a:pt x="3869" y="2716"/>
                  </a:cubicBezTo>
                  <a:cubicBezTo>
                    <a:pt x="5024" y="3620"/>
                    <a:pt x="5900" y="4269"/>
                    <a:pt x="6448" y="4269"/>
                  </a:cubicBezTo>
                  <a:cubicBezTo>
                    <a:pt x="6484" y="4269"/>
                    <a:pt x="6522" y="4266"/>
                    <a:pt x="6559" y="4259"/>
                  </a:cubicBezTo>
                  <a:cubicBezTo>
                    <a:pt x="6702" y="4235"/>
                    <a:pt x="6827" y="4149"/>
                    <a:pt x="6901" y="4024"/>
                  </a:cubicBezTo>
                  <a:cubicBezTo>
                    <a:pt x="7290" y="3377"/>
                    <a:pt x="6520" y="2396"/>
                    <a:pt x="5245" y="1122"/>
                  </a:cubicBezTo>
                  <a:cubicBezTo>
                    <a:pt x="4664" y="540"/>
                    <a:pt x="4094" y="83"/>
                    <a:pt x="4071" y="64"/>
                  </a:cubicBezTo>
                  <a:cubicBezTo>
                    <a:pt x="4015" y="21"/>
                    <a:pt x="3949" y="0"/>
                    <a:pt x="388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67"/>
            <p:cNvSpPr/>
            <p:nvPr/>
          </p:nvSpPr>
          <p:spPr>
            <a:xfrm>
              <a:off x="2155400" y="2899975"/>
              <a:ext cx="755875" cy="253800"/>
            </a:xfrm>
            <a:custGeom>
              <a:rect b="b" l="l" r="r" t="t"/>
              <a:pathLst>
                <a:path extrusionOk="0" h="10152" w="30235">
                  <a:moveTo>
                    <a:pt x="9503" y="1"/>
                  </a:moveTo>
                  <a:cubicBezTo>
                    <a:pt x="0" y="433"/>
                    <a:pt x="5183" y="7559"/>
                    <a:pt x="5183" y="7559"/>
                  </a:cubicBezTo>
                  <a:lnTo>
                    <a:pt x="26995" y="10151"/>
                  </a:lnTo>
                  <a:lnTo>
                    <a:pt x="30235" y="5400"/>
                  </a:lnTo>
                  <a:lnTo>
                    <a:pt x="9503"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67"/>
            <p:cNvSpPr/>
            <p:nvPr/>
          </p:nvSpPr>
          <p:spPr>
            <a:xfrm>
              <a:off x="2221750" y="2892325"/>
              <a:ext cx="698825" cy="269100"/>
            </a:xfrm>
            <a:custGeom>
              <a:rect b="b" l="l" r="r" t="t"/>
              <a:pathLst>
                <a:path extrusionOk="0" h="10764" w="27953">
                  <a:moveTo>
                    <a:pt x="6816" y="615"/>
                  </a:moveTo>
                  <a:lnTo>
                    <a:pt x="27083" y="5892"/>
                  </a:lnTo>
                  <a:lnTo>
                    <a:pt x="24193" y="10132"/>
                  </a:lnTo>
                  <a:lnTo>
                    <a:pt x="2702" y="7578"/>
                  </a:lnTo>
                  <a:cubicBezTo>
                    <a:pt x="2341" y="7038"/>
                    <a:pt x="818" y="4580"/>
                    <a:pt x="1690" y="2766"/>
                  </a:cubicBezTo>
                  <a:cubicBezTo>
                    <a:pt x="2312" y="1472"/>
                    <a:pt x="4037" y="748"/>
                    <a:pt x="6816" y="615"/>
                  </a:cubicBezTo>
                  <a:close/>
                  <a:moveTo>
                    <a:pt x="6846" y="1"/>
                  </a:moveTo>
                  <a:cubicBezTo>
                    <a:pt x="6842" y="1"/>
                    <a:pt x="6838" y="1"/>
                    <a:pt x="6834" y="1"/>
                  </a:cubicBezTo>
                  <a:cubicBezTo>
                    <a:pt x="3786" y="140"/>
                    <a:pt x="1869" y="982"/>
                    <a:pt x="1138" y="2501"/>
                  </a:cubicBezTo>
                  <a:cubicBezTo>
                    <a:pt x="0" y="4864"/>
                    <a:pt x="2188" y="7917"/>
                    <a:pt x="2281" y="8046"/>
                  </a:cubicBezTo>
                  <a:cubicBezTo>
                    <a:pt x="2332" y="8114"/>
                    <a:pt x="2409" y="8160"/>
                    <a:pt x="2493" y="8170"/>
                  </a:cubicBezTo>
                  <a:lnTo>
                    <a:pt x="24305" y="10761"/>
                  </a:lnTo>
                  <a:cubicBezTo>
                    <a:pt x="24317" y="10762"/>
                    <a:pt x="24329" y="10763"/>
                    <a:pt x="24341" y="10763"/>
                  </a:cubicBezTo>
                  <a:cubicBezTo>
                    <a:pt x="24442" y="10763"/>
                    <a:pt x="24537" y="10713"/>
                    <a:pt x="24594" y="10629"/>
                  </a:cubicBezTo>
                  <a:lnTo>
                    <a:pt x="27833" y="5878"/>
                  </a:lnTo>
                  <a:cubicBezTo>
                    <a:pt x="27953" y="5704"/>
                    <a:pt x="27863" y="5464"/>
                    <a:pt x="27658" y="5410"/>
                  </a:cubicBezTo>
                  <a:lnTo>
                    <a:pt x="6925" y="11"/>
                  </a:lnTo>
                  <a:cubicBezTo>
                    <a:pt x="6900" y="4"/>
                    <a:pt x="6873" y="1"/>
                    <a:pt x="684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67"/>
            <p:cNvSpPr/>
            <p:nvPr/>
          </p:nvSpPr>
          <p:spPr>
            <a:xfrm>
              <a:off x="1655175" y="2894050"/>
              <a:ext cx="811075" cy="1382925"/>
            </a:xfrm>
            <a:custGeom>
              <a:rect b="b" l="l" r="r" t="t"/>
              <a:pathLst>
                <a:path extrusionOk="0" h="55317" w="32443">
                  <a:moveTo>
                    <a:pt x="17974" y="0"/>
                  </a:moveTo>
                  <a:cubicBezTo>
                    <a:pt x="16936" y="0"/>
                    <a:pt x="15899" y="342"/>
                    <a:pt x="14845" y="1145"/>
                  </a:cubicBezTo>
                  <a:cubicBezTo>
                    <a:pt x="14845" y="1145"/>
                    <a:pt x="9794" y="5430"/>
                    <a:pt x="8110" y="10633"/>
                  </a:cubicBezTo>
                  <a:cubicBezTo>
                    <a:pt x="6428" y="15836"/>
                    <a:pt x="5356" y="26242"/>
                    <a:pt x="5356" y="26242"/>
                  </a:cubicBezTo>
                  <a:cubicBezTo>
                    <a:pt x="5356" y="26242"/>
                    <a:pt x="0" y="33893"/>
                    <a:pt x="0" y="34659"/>
                  </a:cubicBezTo>
                  <a:cubicBezTo>
                    <a:pt x="0" y="34914"/>
                    <a:pt x="493" y="34999"/>
                    <a:pt x="1151" y="34999"/>
                  </a:cubicBezTo>
                  <a:cubicBezTo>
                    <a:pt x="2466" y="34999"/>
                    <a:pt x="4438" y="34659"/>
                    <a:pt x="4438" y="34659"/>
                  </a:cubicBezTo>
                  <a:lnTo>
                    <a:pt x="4438" y="34659"/>
                  </a:lnTo>
                  <a:lnTo>
                    <a:pt x="153" y="42004"/>
                  </a:lnTo>
                  <a:cubicBezTo>
                    <a:pt x="153" y="42004"/>
                    <a:pt x="153" y="48125"/>
                    <a:pt x="3520" y="51338"/>
                  </a:cubicBezTo>
                  <a:cubicBezTo>
                    <a:pt x="6329" y="54020"/>
                    <a:pt x="10099" y="55317"/>
                    <a:pt x="13405" y="55317"/>
                  </a:cubicBezTo>
                  <a:cubicBezTo>
                    <a:pt x="14060" y="55317"/>
                    <a:pt x="14697" y="55266"/>
                    <a:pt x="15304" y="55165"/>
                  </a:cubicBezTo>
                  <a:cubicBezTo>
                    <a:pt x="18977" y="54552"/>
                    <a:pt x="25710" y="46288"/>
                    <a:pt x="26475" y="45829"/>
                  </a:cubicBezTo>
                  <a:cubicBezTo>
                    <a:pt x="27241" y="45371"/>
                    <a:pt x="24638" y="38331"/>
                    <a:pt x="24027" y="35730"/>
                  </a:cubicBezTo>
                  <a:cubicBezTo>
                    <a:pt x="23414" y="33129"/>
                    <a:pt x="24638" y="31292"/>
                    <a:pt x="25404" y="30832"/>
                  </a:cubicBezTo>
                  <a:cubicBezTo>
                    <a:pt x="26169" y="30374"/>
                    <a:pt x="30606" y="27619"/>
                    <a:pt x="31524" y="25630"/>
                  </a:cubicBezTo>
                  <a:cubicBezTo>
                    <a:pt x="32443" y="23641"/>
                    <a:pt x="32290" y="20274"/>
                    <a:pt x="31984" y="17672"/>
                  </a:cubicBezTo>
                  <a:cubicBezTo>
                    <a:pt x="31677" y="15070"/>
                    <a:pt x="27852" y="6042"/>
                    <a:pt x="24486" y="3288"/>
                  </a:cubicBezTo>
                  <a:cubicBezTo>
                    <a:pt x="22223" y="1436"/>
                    <a:pt x="20099" y="0"/>
                    <a:pt x="179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67"/>
            <p:cNvSpPr/>
            <p:nvPr/>
          </p:nvSpPr>
          <p:spPr>
            <a:xfrm>
              <a:off x="1647500" y="2886300"/>
              <a:ext cx="825875" cy="1398450"/>
            </a:xfrm>
            <a:custGeom>
              <a:rect b="b" l="l" r="r" t="t"/>
              <a:pathLst>
                <a:path extrusionOk="0" h="55938" w="33035">
                  <a:moveTo>
                    <a:pt x="18282" y="606"/>
                  </a:moveTo>
                  <a:cubicBezTo>
                    <a:pt x="20183" y="606"/>
                    <a:pt x="22177" y="1854"/>
                    <a:pt x="24599" y="3834"/>
                  </a:cubicBezTo>
                  <a:cubicBezTo>
                    <a:pt x="27918" y="6550"/>
                    <a:pt x="31690" y="15495"/>
                    <a:pt x="31986" y="18017"/>
                  </a:cubicBezTo>
                  <a:cubicBezTo>
                    <a:pt x="32407" y="21591"/>
                    <a:pt x="32258" y="24286"/>
                    <a:pt x="31553" y="25811"/>
                  </a:cubicBezTo>
                  <a:cubicBezTo>
                    <a:pt x="30813" y="27415"/>
                    <a:pt x="27433" y="29752"/>
                    <a:pt x="25552" y="30880"/>
                  </a:cubicBezTo>
                  <a:cubicBezTo>
                    <a:pt x="24767" y="31352"/>
                    <a:pt x="23362" y="33251"/>
                    <a:pt x="24035" y="36110"/>
                  </a:cubicBezTo>
                  <a:cubicBezTo>
                    <a:pt x="24231" y="36943"/>
                    <a:pt x="24629" y="38226"/>
                    <a:pt x="25050" y="39583"/>
                  </a:cubicBezTo>
                  <a:cubicBezTo>
                    <a:pt x="25725" y="41763"/>
                    <a:pt x="26856" y="45414"/>
                    <a:pt x="26624" y="45877"/>
                  </a:cubicBezTo>
                  <a:cubicBezTo>
                    <a:pt x="26407" y="46008"/>
                    <a:pt x="25979" y="46460"/>
                    <a:pt x="25032" y="47470"/>
                  </a:cubicBezTo>
                  <a:cubicBezTo>
                    <a:pt x="22822" y="49826"/>
                    <a:pt x="18222" y="54730"/>
                    <a:pt x="15560" y="55173"/>
                  </a:cubicBezTo>
                  <a:cubicBezTo>
                    <a:pt x="14940" y="55277"/>
                    <a:pt x="14305" y="55327"/>
                    <a:pt x="13663" y="55327"/>
                  </a:cubicBezTo>
                  <a:cubicBezTo>
                    <a:pt x="10239" y="55327"/>
                    <a:pt x="6623" y="53896"/>
                    <a:pt x="4038" y="51428"/>
                  </a:cubicBezTo>
                  <a:cubicBezTo>
                    <a:pt x="1013" y="48540"/>
                    <a:pt x="785" y="43121"/>
                    <a:pt x="767" y="42395"/>
                  </a:cubicBezTo>
                  <a:lnTo>
                    <a:pt x="5010" y="35123"/>
                  </a:lnTo>
                  <a:cubicBezTo>
                    <a:pt x="5131" y="34914"/>
                    <a:pt x="4975" y="34662"/>
                    <a:pt x="4746" y="34662"/>
                  </a:cubicBezTo>
                  <a:cubicBezTo>
                    <a:pt x="4729" y="34662"/>
                    <a:pt x="4711" y="34663"/>
                    <a:pt x="4693" y="34666"/>
                  </a:cubicBezTo>
                  <a:cubicBezTo>
                    <a:pt x="3533" y="34867"/>
                    <a:pt x="2234" y="35005"/>
                    <a:pt x="1404" y="35005"/>
                  </a:cubicBezTo>
                  <a:cubicBezTo>
                    <a:pt x="1034" y="35005"/>
                    <a:pt x="757" y="34977"/>
                    <a:pt x="628" y="34915"/>
                  </a:cubicBezTo>
                  <a:cubicBezTo>
                    <a:pt x="861" y="34169"/>
                    <a:pt x="3480" y="30204"/>
                    <a:pt x="5914" y="26728"/>
                  </a:cubicBezTo>
                  <a:cubicBezTo>
                    <a:pt x="5944" y="26685"/>
                    <a:pt x="5963" y="26635"/>
                    <a:pt x="5968" y="26583"/>
                  </a:cubicBezTo>
                  <a:cubicBezTo>
                    <a:pt x="5978" y="26480"/>
                    <a:pt x="7055" y="16150"/>
                    <a:pt x="8709" y="11037"/>
                  </a:cubicBezTo>
                  <a:cubicBezTo>
                    <a:pt x="10321" y="6057"/>
                    <a:pt x="15149" y="1861"/>
                    <a:pt x="15343" y="1693"/>
                  </a:cubicBezTo>
                  <a:cubicBezTo>
                    <a:pt x="16329" y="944"/>
                    <a:pt x="17293" y="606"/>
                    <a:pt x="18282" y="606"/>
                  </a:cubicBezTo>
                  <a:close/>
                  <a:moveTo>
                    <a:pt x="18288" y="0"/>
                  </a:moveTo>
                  <a:cubicBezTo>
                    <a:pt x="17200" y="0"/>
                    <a:pt x="16092" y="354"/>
                    <a:pt x="14965" y="1211"/>
                  </a:cubicBezTo>
                  <a:lnTo>
                    <a:pt x="14952" y="1221"/>
                  </a:lnTo>
                  <a:cubicBezTo>
                    <a:pt x="14744" y="1399"/>
                    <a:pt x="9817" y="5623"/>
                    <a:pt x="8126" y="10848"/>
                  </a:cubicBezTo>
                  <a:cubicBezTo>
                    <a:pt x="6530" y="15782"/>
                    <a:pt x="5471" y="25463"/>
                    <a:pt x="5367" y="26441"/>
                  </a:cubicBezTo>
                  <a:cubicBezTo>
                    <a:pt x="4047" y="28328"/>
                    <a:pt x="1" y="34178"/>
                    <a:pt x="1" y="34969"/>
                  </a:cubicBezTo>
                  <a:cubicBezTo>
                    <a:pt x="1" y="35117"/>
                    <a:pt x="66" y="35254"/>
                    <a:pt x="187" y="35355"/>
                  </a:cubicBezTo>
                  <a:cubicBezTo>
                    <a:pt x="411" y="35545"/>
                    <a:pt x="923" y="35611"/>
                    <a:pt x="1534" y="35611"/>
                  </a:cubicBezTo>
                  <a:cubicBezTo>
                    <a:pt x="2383" y="35611"/>
                    <a:pt x="3424" y="35482"/>
                    <a:pt x="4154" y="35373"/>
                  </a:cubicBezTo>
                  <a:lnTo>
                    <a:pt x="4154" y="35373"/>
                  </a:lnTo>
                  <a:lnTo>
                    <a:pt x="196" y="42159"/>
                  </a:lnTo>
                  <a:cubicBezTo>
                    <a:pt x="168" y="42207"/>
                    <a:pt x="153" y="42260"/>
                    <a:pt x="153" y="42314"/>
                  </a:cubicBezTo>
                  <a:cubicBezTo>
                    <a:pt x="153" y="42569"/>
                    <a:pt x="193" y="48604"/>
                    <a:pt x="3615" y="51870"/>
                  </a:cubicBezTo>
                  <a:cubicBezTo>
                    <a:pt x="6312" y="54444"/>
                    <a:pt x="10088" y="55938"/>
                    <a:pt x="13668" y="55938"/>
                  </a:cubicBezTo>
                  <a:cubicBezTo>
                    <a:pt x="13675" y="55938"/>
                    <a:pt x="13682" y="55938"/>
                    <a:pt x="13688" y="55938"/>
                  </a:cubicBezTo>
                  <a:cubicBezTo>
                    <a:pt x="14350" y="55938"/>
                    <a:pt x="15009" y="55883"/>
                    <a:pt x="15661" y="55776"/>
                  </a:cubicBezTo>
                  <a:cubicBezTo>
                    <a:pt x="18527" y="55299"/>
                    <a:pt x="23049" y="50478"/>
                    <a:pt x="25478" y="47889"/>
                  </a:cubicBezTo>
                  <a:cubicBezTo>
                    <a:pt x="26151" y="47171"/>
                    <a:pt x="26787" y="46494"/>
                    <a:pt x="26939" y="46402"/>
                  </a:cubicBezTo>
                  <a:cubicBezTo>
                    <a:pt x="27563" y="46028"/>
                    <a:pt x="27160" y="44325"/>
                    <a:pt x="25633" y="39401"/>
                  </a:cubicBezTo>
                  <a:cubicBezTo>
                    <a:pt x="25216" y="38054"/>
                    <a:pt x="24821" y="36782"/>
                    <a:pt x="24631" y="35970"/>
                  </a:cubicBezTo>
                  <a:cubicBezTo>
                    <a:pt x="24041" y="33463"/>
                    <a:pt x="25233" y="31786"/>
                    <a:pt x="25868" y="31405"/>
                  </a:cubicBezTo>
                  <a:cubicBezTo>
                    <a:pt x="26402" y="31084"/>
                    <a:pt x="31121" y="28208"/>
                    <a:pt x="32109" y="26068"/>
                  </a:cubicBezTo>
                  <a:cubicBezTo>
                    <a:pt x="32870" y="24417"/>
                    <a:pt x="33034" y="21685"/>
                    <a:pt x="32593" y="17947"/>
                  </a:cubicBezTo>
                  <a:cubicBezTo>
                    <a:pt x="32295" y="15412"/>
                    <a:pt x="28543" y="6273"/>
                    <a:pt x="24985" y="3361"/>
                  </a:cubicBezTo>
                  <a:cubicBezTo>
                    <a:pt x="22851" y="1614"/>
                    <a:pt x="20614" y="0"/>
                    <a:pt x="182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67"/>
            <p:cNvSpPr/>
            <p:nvPr/>
          </p:nvSpPr>
          <p:spPr>
            <a:xfrm>
              <a:off x="2045425" y="2880400"/>
              <a:ext cx="439975" cy="497975"/>
            </a:xfrm>
            <a:custGeom>
              <a:rect b="b" l="l" r="r" t="t"/>
              <a:pathLst>
                <a:path extrusionOk="0" h="19919" w="17599">
                  <a:moveTo>
                    <a:pt x="6102" y="0"/>
                  </a:moveTo>
                  <a:cubicBezTo>
                    <a:pt x="4746" y="0"/>
                    <a:pt x="3399" y="287"/>
                    <a:pt x="2294" y="926"/>
                  </a:cubicBezTo>
                  <a:cubicBezTo>
                    <a:pt x="2294" y="926"/>
                    <a:pt x="0" y="4292"/>
                    <a:pt x="0" y="6740"/>
                  </a:cubicBezTo>
                  <a:cubicBezTo>
                    <a:pt x="0" y="9190"/>
                    <a:pt x="1989" y="13168"/>
                    <a:pt x="3519" y="15004"/>
                  </a:cubicBezTo>
                  <a:cubicBezTo>
                    <a:pt x="5049" y="16841"/>
                    <a:pt x="6427" y="18065"/>
                    <a:pt x="6427" y="18065"/>
                  </a:cubicBezTo>
                  <a:lnTo>
                    <a:pt x="9793" y="17300"/>
                  </a:lnTo>
                  <a:lnTo>
                    <a:pt x="9947" y="19901"/>
                  </a:lnTo>
                  <a:cubicBezTo>
                    <a:pt x="9947" y="19901"/>
                    <a:pt x="10377" y="19126"/>
                    <a:pt x="11496" y="19126"/>
                  </a:cubicBezTo>
                  <a:cubicBezTo>
                    <a:pt x="11869" y="19126"/>
                    <a:pt x="12319" y="19212"/>
                    <a:pt x="12855" y="19442"/>
                  </a:cubicBezTo>
                  <a:cubicBezTo>
                    <a:pt x="13667" y="19790"/>
                    <a:pt x="14369" y="19918"/>
                    <a:pt x="14927" y="19918"/>
                  </a:cubicBezTo>
                  <a:cubicBezTo>
                    <a:pt x="15843" y="19918"/>
                    <a:pt x="16374" y="19574"/>
                    <a:pt x="16374" y="19289"/>
                  </a:cubicBezTo>
                  <a:cubicBezTo>
                    <a:pt x="16374" y="18830"/>
                    <a:pt x="17598" y="15616"/>
                    <a:pt x="16374" y="10261"/>
                  </a:cubicBezTo>
                  <a:cubicBezTo>
                    <a:pt x="15150" y="4905"/>
                    <a:pt x="13772" y="3986"/>
                    <a:pt x="11783" y="1997"/>
                  </a:cubicBezTo>
                  <a:cubicBezTo>
                    <a:pt x="10550" y="763"/>
                    <a:pt x="8315" y="0"/>
                    <a:pt x="61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67"/>
            <p:cNvSpPr/>
            <p:nvPr/>
          </p:nvSpPr>
          <p:spPr>
            <a:xfrm>
              <a:off x="2037725" y="2872750"/>
              <a:ext cx="450275" cy="513300"/>
            </a:xfrm>
            <a:custGeom>
              <a:rect b="b" l="l" r="r" t="t"/>
              <a:pathLst>
                <a:path extrusionOk="0" h="20532" w="18011">
                  <a:moveTo>
                    <a:pt x="6412" y="600"/>
                  </a:moveTo>
                  <a:cubicBezTo>
                    <a:pt x="8568" y="600"/>
                    <a:pt x="10719" y="1365"/>
                    <a:pt x="11874" y="2520"/>
                  </a:cubicBezTo>
                  <a:cubicBezTo>
                    <a:pt x="12060" y="2707"/>
                    <a:pt x="12242" y="2884"/>
                    <a:pt x="12418" y="3056"/>
                  </a:cubicBezTo>
                  <a:cubicBezTo>
                    <a:pt x="14088" y="4689"/>
                    <a:pt x="15293" y="5868"/>
                    <a:pt x="16383" y="10636"/>
                  </a:cubicBezTo>
                  <a:cubicBezTo>
                    <a:pt x="17382" y="15008"/>
                    <a:pt x="16721" y="17947"/>
                    <a:pt x="16472" y="19055"/>
                  </a:cubicBezTo>
                  <a:cubicBezTo>
                    <a:pt x="16410" y="19331"/>
                    <a:pt x="16375" y="19482"/>
                    <a:pt x="16377" y="19580"/>
                  </a:cubicBezTo>
                  <a:cubicBezTo>
                    <a:pt x="16369" y="19603"/>
                    <a:pt x="16302" y="19686"/>
                    <a:pt x="16113" y="19767"/>
                  </a:cubicBezTo>
                  <a:cubicBezTo>
                    <a:pt x="15900" y="19859"/>
                    <a:pt x="15604" y="19919"/>
                    <a:pt x="15237" y="19919"/>
                  </a:cubicBezTo>
                  <a:cubicBezTo>
                    <a:pt x="14714" y="19919"/>
                    <a:pt x="14048" y="19796"/>
                    <a:pt x="13282" y="19468"/>
                  </a:cubicBezTo>
                  <a:cubicBezTo>
                    <a:pt x="12710" y="19222"/>
                    <a:pt x="12222" y="19129"/>
                    <a:pt x="11811" y="19129"/>
                  </a:cubicBezTo>
                  <a:cubicBezTo>
                    <a:pt x="11237" y="19129"/>
                    <a:pt x="10814" y="19311"/>
                    <a:pt x="10521" y="19516"/>
                  </a:cubicBezTo>
                  <a:lnTo>
                    <a:pt x="10408" y="17589"/>
                  </a:lnTo>
                  <a:cubicBezTo>
                    <a:pt x="10398" y="17423"/>
                    <a:pt x="10260" y="17301"/>
                    <a:pt x="10102" y="17301"/>
                  </a:cubicBezTo>
                  <a:cubicBezTo>
                    <a:pt x="10080" y="17301"/>
                    <a:pt x="10056" y="17304"/>
                    <a:pt x="10033" y="17309"/>
                  </a:cubicBezTo>
                  <a:lnTo>
                    <a:pt x="6823" y="18038"/>
                  </a:lnTo>
                  <a:cubicBezTo>
                    <a:pt x="6462" y="17705"/>
                    <a:pt x="5307" y="16610"/>
                    <a:pt x="4062" y="15115"/>
                  </a:cubicBezTo>
                  <a:cubicBezTo>
                    <a:pt x="2622" y="13387"/>
                    <a:pt x="614" y="9482"/>
                    <a:pt x="614" y="7047"/>
                  </a:cubicBezTo>
                  <a:cubicBezTo>
                    <a:pt x="614" y="4893"/>
                    <a:pt x="2520" y="1913"/>
                    <a:pt x="2817" y="1463"/>
                  </a:cubicBezTo>
                  <a:cubicBezTo>
                    <a:pt x="3884" y="863"/>
                    <a:pt x="5149" y="600"/>
                    <a:pt x="6412" y="600"/>
                  </a:cubicBezTo>
                  <a:close/>
                  <a:moveTo>
                    <a:pt x="6385" y="1"/>
                  </a:moveTo>
                  <a:cubicBezTo>
                    <a:pt x="4998" y="1"/>
                    <a:pt x="3611" y="294"/>
                    <a:pt x="2449" y="967"/>
                  </a:cubicBezTo>
                  <a:cubicBezTo>
                    <a:pt x="2410" y="990"/>
                    <a:pt x="2375" y="1021"/>
                    <a:pt x="2350" y="1059"/>
                  </a:cubicBezTo>
                  <a:cubicBezTo>
                    <a:pt x="2253" y="1201"/>
                    <a:pt x="0" y="4533"/>
                    <a:pt x="0" y="7047"/>
                  </a:cubicBezTo>
                  <a:cubicBezTo>
                    <a:pt x="0" y="9619"/>
                    <a:pt x="2092" y="13707"/>
                    <a:pt x="3591" y="15506"/>
                  </a:cubicBezTo>
                  <a:cubicBezTo>
                    <a:pt x="5118" y="17340"/>
                    <a:pt x="6517" y="18587"/>
                    <a:pt x="6530" y="18600"/>
                  </a:cubicBezTo>
                  <a:cubicBezTo>
                    <a:pt x="6587" y="18650"/>
                    <a:pt x="6659" y="18677"/>
                    <a:pt x="6733" y="18677"/>
                  </a:cubicBezTo>
                  <a:cubicBezTo>
                    <a:pt x="6756" y="18677"/>
                    <a:pt x="6779" y="18674"/>
                    <a:pt x="6802" y="18669"/>
                  </a:cubicBezTo>
                  <a:lnTo>
                    <a:pt x="9817" y="17985"/>
                  </a:lnTo>
                  <a:lnTo>
                    <a:pt x="9948" y="20226"/>
                  </a:lnTo>
                  <a:cubicBezTo>
                    <a:pt x="9957" y="20360"/>
                    <a:pt x="10052" y="20474"/>
                    <a:pt x="10184" y="20504"/>
                  </a:cubicBezTo>
                  <a:cubicBezTo>
                    <a:pt x="10207" y="20509"/>
                    <a:pt x="10230" y="20511"/>
                    <a:pt x="10253" y="20511"/>
                  </a:cubicBezTo>
                  <a:cubicBezTo>
                    <a:pt x="10361" y="20511"/>
                    <a:pt x="10464" y="20455"/>
                    <a:pt x="10520" y="20359"/>
                  </a:cubicBezTo>
                  <a:cubicBezTo>
                    <a:pt x="10540" y="20324"/>
                    <a:pt x="10895" y="19741"/>
                    <a:pt x="11807" y="19741"/>
                  </a:cubicBezTo>
                  <a:cubicBezTo>
                    <a:pt x="12140" y="19741"/>
                    <a:pt x="12548" y="19818"/>
                    <a:pt x="13041" y="20030"/>
                  </a:cubicBezTo>
                  <a:cubicBezTo>
                    <a:pt x="13889" y="20393"/>
                    <a:pt x="14630" y="20531"/>
                    <a:pt x="15233" y="20531"/>
                  </a:cubicBezTo>
                  <a:cubicBezTo>
                    <a:pt x="15843" y="20530"/>
                    <a:pt x="16311" y="20390"/>
                    <a:pt x="16600" y="20199"/>
                  </a:cubicBezTo>
                  <a:cubicBezTo>
                    <a:pt x="16849" y="20034"/>
                    <a:pt x="16988" y="19819"/>
                    <a:pt x="16988" y="19596"/>
                  </a:cubicBezTo>
                  <a:cubicBezTo>
                    <a:pt x="16989" y="19545"/>
                    <a:pt x="17030" y="19364"/>
                    <a:pt x="17069" y="19189"/>
                  </a:cubicBezTo>
                  <a:cubicBezTo>
                    <a:pt x="17326" y="18045"/>
                    <a:pt x="18010" y="15007"/>
                    <a:pt x="16980" y="10498"/>
                  </a:cubicBezTo>
                  <a:cubicBezTo>
                    <a:pt x="15850" y="5555"/>
                    <a:pt x="14591" y="4322"/>
                    <a:pt x="12847" y="2619"/>
                  </a:cubicBezTo>
                  <a:cubicBezTo>
                    <a:pt x="12671" y="2447"/>
                    <a:pt x="12491" y="2272"/>
                    <a:pt x="12306" y="2087"/>
                  </a:cubicBezTo>
                  <a:cubicBezTo>
                    <a:pt x="11052" y="832"/>
                    <a:pt x="8719" y="1"/>
                    <a:pt x="638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67"/>
            <p:cNvSpPr/>
            <p:nvPr/>
          </p:nvSpPr>
          <p:spPr>
            <a:xfrm>
              <a:off x="2098950" y="2915050"/>
              <a:ext cx="352000" cy="417000"/>
            </a:xfrm>
            <a:custGeom>
              <a:rect b="b" l="l" r="r" t="t"/>
              <a:pathLst>
                <a:path extrusionOk="0" h="16680" w="14080">
                  <a:moveTo>
                    <a:pt x="2823" y="0"/>
                  </a:moveTo>
                  <a:cubicBezTo>
                    <a:pt x="2336" y="0"/>
                    <a:pt x="1943" y="104"/>
                    <a:pt x="1684" y="305"/>
                  </a:cubicBezTo>
                  <a:cubicBezTo>
                    <a:pt x="1684" y="305"/>
                    <a:pt x="0" y="3213"/>
                    <a:pt x="919" y="5508"/>
                  </a:cubicBezTo>
                  <a:cubicBezTo>
                    <a:pt x="1837" y="7803"/>
                    <a:pt x="4745" y="10558"/>
                    <a:pt x="7039" y="12547"/>
                  </a:cubicBezTo>
                  <a:cubicBezTo>
                    <a:pt x="9334" y="14537"/>
                    <a:pt x="12242" y="16679"/>
                    <a:pt x="12242" y="16679"/>
                  </a:cubicBezTo>
                  <a:cubicBezTo>
                    <a:pt x="12242" y="16679"/>
                    <a:pt x="14079" y="11935"/>
                    <a:pt x="11171" y="6426"/>
                  </a:cubicBezTo>
                  <a:cubicBezTo>
                    <a:pt x="8809" y="1950"/>
                    <a:pt x="4933" y="0"/>
                    <a:pt x="28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67"/>
            <p:cNvSpPr/>
            <p:nvPr/>
          </p:nvSpPr>
          <p:spPr>
            <a:xfrm>
              <a:off x="2090750" y="2907375"/>
              <a:ext cx="367750" cy="432300"/>
            </a:xfrm>
            <a:custGeom>
              <a:rect b="b" l="l" r="r" t="t"/>
              <a:pathLst>
                <a:path extrusionOk="0" h="17292" w="14710">
                  <a:moveTo>
                    <a:pt x="3152" y="614"/>
                  </a:moveTo>
                  <a:cubicBezTo>
                    <a:pt x="3420" y="614"/>
                    <a:pt x="3722" y="648"/>
                    <a:pt x="4044" y="717"/>
                  </a:cubicBezTo>
                  <a:cubicBezTo>
                    <a:pt x="6092" y="1158"/>
                    <a:pt x="9202" y="3036"/>
                    <a:pt x="11229" y="6876"/>
                  </a:cubicBezTo>
                  <a:cubicBezTo>
                    <a:pt x="13563" y="11298"/>
                    <a:pt x="12755" y="15255"/>
                    <a:pt x="12410" y="16484"/>
                  </a:cubicBezTo>
                  <a:cubicBezTo>
                    <a:pt x="11573" y="15857"/>
                    <a:pt x="9369" y="14184"/>
                    <a:pt x="7569" y="12623"/>
                  </a:cubicBezTo>
                  <a:cubicBezTo>
                    <a:pt x="4202" y="9705"/>
                    <a:pt x="2227" y="7440"/>
                    <a:pt x="1531" y="5701"/>
                  </a:cubicBezTo>
                  <a:cubicBezTo>
                    <a:pt x="746" y="3738"/>
                    <a:pt x="2030" y="1221"/>
                    <a:pt x="2247" y="820"/>
                  </a:cubicBezTo>
                  <a:cubicBezTo>
                    <a:pt x="2454" y="684"/>
                    <a:pt x="2769" y="614"/>
                    <a:pt x="3152" y="614"/>
                  </a:cubicBezTo>
                  <a:close/>
                  <a:moveTo>
                    <a:pt x="3151" y="1"/>
                  </a:moveTo>
                  <a:cubicBezTo>
                    <a:pt x="2595" y="1"/>
                    <a:pt x="2139" y="126"/>
                    <a:pt x="1824" y="371"/>
                  </a:cubicBezTo>
                  <a:cubicBezTo>
                    <a:pt x="1793" y="395"/>
                    <a:pt x="1766" y="425"/>
                    <a:pt x="1747" y="459"/>
                  </a:cubicBezTo>
                  <a:cubicBezTo>
                    <a:pt x="1675" y="582"/>
                    <a:pt x="0" y="3522"/>
                    <a:pt x="963" y="5928"/>
                  </a:cubicBezTo>
                  <a:cubicBezTo>
                    <a:pt x="1695" y="7762"/>
                    <a:pt x="3726" y="10102"/>
                    <a:pt x="7168" y="13086"/>
                  </a:cubicBezTo>
                  <a:cubicBezTo>
                    <a:pt x="9445" y="15060"/>
                    <a:pt x="12360" y="17211"/>
                    <a:pt x="12390" y="17232"/>
                  </a:cubicBezTo>
                  <a:cubicBezTo>
                    <a:pt x="12442" y="17271"/>
                    <a:pt x="12506" y="17292"/>
                    <a:pt x="12572" y="17292"/>
                  </a:cubicBezTo>
                  <a:cubicBezTo>
                    <a:pt x="12600" y="17292"/>
                    <a:pt x="12629" y="17289"/>
                    <a:pt x="12657" y="17281"/>
                  </a:cubicBezTo>
                  <a:cubicBezTo>
                    <a:pt x="12748" y="17253"/>
                    <a:pt x="12822" y="17186"/>
                    <a:pt x="12856" y="17097"/>
                  </a:cubicBezTo>
                  <a:cubicBezTo>
                    <a:pt x="12934" y="16898"/>
                    <a:pt x="14710" y="12158"/>
                    <a:pt x="11771" y="6591"/>
                  </a:cubicBezTo>
                  <a:cubicBezTo>
                    <a:pt x="9645" y="2564"/>
                    <a:pt x="6350" y="588"/>
                    <a:pt x="4173" y="119"/>
                  </a:cubicBezTo>
                  <a:cubicBezTo>
                    <a:pt x="3806" y="40"/>
                    <a:pt x="3462" y="1"/>
                    <a:pt x="315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67"/>
            <p:cNvSpPr/>
            <p:nvPr/>
          </p:nvSpPr>
          <p:spPr>
            <a:xfrm>
              <a:off x="2118075" y="2574525"/>
              <a:ext cx="436175" cy="566225"/>
            </a:xfrm>
            <a:custGeom>
              <a:rect b="b" l="l" r="r" t="t"/>
              <a:pathLst>
                <a:path extrusionOk="0" h="22649" w="17447">
                  <a:moveTo>
                    <a:pt x="14232" y="0"/>
                  </a:moveTo>
                  <a:cubicBezTo>
                    <a:pt x="14232" y="0"/>
                    <a:pt x="10100" y="2448"/>
                    <a:pt x="9029" y="2908"/>
                  </a:cubicBezTo>
                  <a:cubicBezTo>
                    <a:pt x="7958" y="3367"/>
                    <a:pt x="3367" y="5509"/>
                    <a:pt x="2756" y="8264"/>
                  </a:cubicBezTo>
                  <a:cubicBezTo>
                    <a:pt x="2143" y="11018"/>
                    <a:pt x="613" y="14844"/>
                    <a:pt x="307" y="15762"/>
                  </a:cubicBezTo>
                  <a:cubicBezTo>
                    <a:pt x="1" y="16680"/>
                    <a:pt x="307" y="17904"/>
                    <a:pt x="1225" y="19129"/>
                  </a:cubicBezTo>
                  <a:cubicBezTo>
                    <a:pt x="2143" y="20353"/>
                    <a:pt x="7041" y="22649"/>
                    <a:pt x="8112" y="22649"/>
                  </a:cubicBezTo>
                  <a:cubicBezTo>
                    <a:pt x="9182" y="22649"/>
                    <a:pt x="9642" y="16221"/>
                    <a:pt x="9642" y="16221"/>
                  </a:cubicBezTo>
                  <a:lnTo>
                    <a:pt x="13927" y="16221"/>
                  </a:lnTo>
                  <a:cubicBezTo>
                    <a:pt x="15609" y="16221"/>
                    <a:pt x="14998" y="15303"/>
                    <a:pt x="15457" y="13314"/>
                  </a:cubicBezTo>
                  <a:cubicBezTo>
                    <a:pt x="15916" y="11324"/>
                    <a:pt x="15609" y="8263"/>
                    <a:pt x="15609" y="8263"/>
                  </a:cubicBezTo>
                  <a:cubicBezTo>
                    <a:pt x="15609" y="8263"/>
                    <a:pt x="16835" y="6274"/>
                    <a:pt x="17140" y="5815"/>
                  </a:cubicBezTo>
                  <a:cubicBezTo>
                    <a:pt x="17446" y="5355"/>
                    <a:pt x="15304" y="4131"/>
                    <a:pt x="15304" y="4131"/>
                  </a:cubicBezTo>
                  <a:lnTo>
                    <a:pt x="15304" y="3060"/>
                  </a:lnTo>
                  <a:cubicBezTo>
                    <a:pt x="15304" y="2601"/>
                    <a:pt x="14232" y="0"/>
                    <a:pt x="142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67"/>
            <p:cNvSpPr/>
            <p:nvPr/>
          </p:nvSpPr>
          <p:spPr>
            <a:xfrm>
              <a:off x="2109800" y="2566850"/>
              <a:ext cx="445875" cy="581550"/>
            </a:xfrm>
            <a:custGeom>
              <a:rect b="b" l="l" r="r" t="t"/>
              <a:pathLst>
                <a:path extrusionOk="0" h="23262" w="17835">
                  <a:moveTo>
                    <a:pt x="14414" y="750"/>
                  </a:moveTo>
                  <a:cubicBezTo>
                    <a:pt x="14875" y="1895"/>
                    <a:pt x="15328" y="3140"/>
                    <a:pt x="15328" y="3368"/>
                  </a:cubicBezTo>
                  <a:lnTo>
                    <a:pt x="15328" y="4439"/>
                  </a:lnTo>
                  <a:cubicBezTo>
                    <a:pt x="15328" y="4549"/>
                    <a:pt x="15387" y="4650"/>
                    <a:pt x="15482" y="4704"/>
                  </a:cubicBezTo>
                  <a:cubicBezTo>
                    <a:pt x="16305" y="5175"/>
                    <a:pt x="17071" y="5762"/>
                    <a:pt x="17183" y="6001"/>
                  </a:cubicBezTo>
                  <a:cubicBezTo>
                    <a:pt x="16835" y="6532"/>
                    <a:pt x="15728" y="8332"/>
                    <a:pt x="15679" y="8411"/>
                  </a:cubicBezTo>
                  <a:cubicBezTo>
                    <a:pt x="15644" y="8467"/>
                    <a:pt x="15628" y="8535"/>
                    <a:pt x="15636" y="8601"/>
                  </a:cubicBezTo>
                  <a:cubicBezTo>
                    <a:pt x="15638" y="8631"/>
                    <a:pt x="15932" y="11633"/>
                    <a:pt x="15488" y="13552"/>
                  </a:cubicBezTo>
                  <a:cubicBezTo>
                    <a:pt x="15350" y="14152"/>
                    <a:pt x="15306" y="14659"/>
                    <a:pt x="15270" y="15064"/>
                  </a:cubicBezTo>
                  <a:cubicBezTo>
                    <a:pt x="15184" y="16045"/>
                    <a:pt x="15168" y="16223"/>
                    <a:pt x="14257" y="16223"/>
                  </a:cubicBezTo>
                  <a:lnTo>
                    <a:pt x="9972" y="16223"/>
                  </a:lnTo>
                  <a:cubicBezTo>
                    <a:pt x="9811" y="16223"/>
                    <a:pt x="9678" y="16347"/>
                    <a:pt x="9667" y="16506"/>
                  </a:cubicBezTo>
                  <a:cubicBezTo>
                    <a:pt x="9440" y="19681"/>
                    <a:pt x="8875" y="22495"/>
                    <a:pt x="8442" y="22650"/>
                  </a:cubicBezTo>
                  <a:cubicBezTo>
                    <a:pt x="7475" y="22650"/>
                    <a:pt x="2664" y="20403"/>
                    <a:pt x="1801" y="19252"/>
                  </a:cubicBezTo>
                  <a:cubicBezTo>
                    <a:pt x="964" y="18137"/>
                    <a:pt x="646" y="17011"/>
                    <a:pt x="928" y="16166"/>
                  </a:cubicBezTo>
                  <a:cubicBezTo>
                    <a:pt x="995" y="15963"/>
                    <a:pt x="1124" y="15618"/>
                    <a:pt x="1288" y="15174"/>
                  </a:cubicBezTo>
                  <a:cubicBezTo>
                    <a:pt x="1853" y="13645"/>
                    <a:pt x="2905" y="10799"/>
                    <a:pt x="3385" y="8637"/>
                  </a:cubicBezTo>
                  <a:cubicBezTo>
                    <a:pt x="3989" y="5920"/>
                    <a:pt x="8920" y="3736"/>
                    <a:pt x="9481" y="3495"/>
                  </a:cubicBezTo>
                  <a:cubicBezTo>
                    <a:pt x="10398" y="3103"/>
                    <a:pt x="13430" y="1330"/>
                    <a:pt x="14414" y="750"/>
                  </a:cubicBezTo>
                  <a:close/>
                  <a:moveTo>
                    <a:pt x="14563" y="1"/>
                  </a:moveTo>
                  <a:cubicBezTo>
                    <a:pt x="14509" y="1"/>
                    <a:pt x="14455" y="15"/>
                    <a:pt x="14407" y="44"/>
                  </a:cubicBezTo>
                  <a:cubicBezTo>
                    <a:pt x="14366" y="69"/>
                    <a:pt x="10281" y="2487"/>
                    <a:pt x="9241" y="2934"/>
                  </a:cubicBezTo>
                  <a:cubicBezTo>
                    <a:pt x="8278" y="3346"/>
                    <a:pt x="3444" y="5554"/>
                    <a:pt x="2788" y="8505"/>
                  </a:cubicBezTo>
                  <a:cubicBezTo>
                    <a:pt x="2316" y="10626"/>
                    <a:pt x="1273" y="13447"/>
                    <a:pt x="714" y="14962"/>
                  </a:cubicBezTo>
                  <a:cubicBezTo>
                    <a:pt x="546" y="15414"/>
                    <a:pt x="417" y="15766"/>
                    <a:pt x="347" y="15972"/>
                  </a:cubicBezTo>
                  <a:cubicBezTo>
                    <a:pt x="1" y="17013"/>
                    <a:pt x="352" y="18341"/>
                    <a:pt x="1311" y="19619"/>
                  </a:cubicBezTo>
                  <a:cubicBezTo>
                    <a:pt x="2287" y="20921"/>
                    <a:pt x="7319" y="23262"/>
                    <a:pt x="8442" y="23262"/>
                  </a:cubicBezTo>
                  <a:cubicBezTo>
                    <a:pt x="9578" y="23262"/>
                    <a:pt x="10063" y="19361"/>
                    <a:pt x="10256" y="16835"/>
                  </a:cubicBezTo>
                  <a:lnTo>
                    <a:pt x="14258" y="16835"/>
                  </a:lnTo>
                  <a:cubicBezTo>
                    <a:pt x="15730" y="16835"/>
                    <a:pt x="15796" y="16078"/>
                    <a:pt x="15881" y="15118"/>
                  </a:cubicBezTo>
                  <a:cubicBezTo>
                    <a:pt x="15915" y="14732"/>
                    <a:pt x="15957" y="14249"/>
                    <a:pt x="16086" y="13690"/>
                  </a:cubicBezTo>
                  <a:cubicBezTo>
                    <a:pt x="16509" y="11858"/>
                    <a:pt x="16305" y="9208"/>
                    <a:pt x="16255" y="8644"/>
                  </a:cubicBezTo>
                  <a:cubicBezTo>
                    <a:pt x="16494" y="8257"/>
                    <a:pt x="17462" y="6687"/>
                    <a:pt x="17725" y="6293"/>
                  </a:cubicBezTo>
                  <a:cubicBezTo>
                    <a:pt x="17779" y="6211"/>
                    <a:pt x="17835" y="6077"/>
                    <a:pt x="17791" y="5893"/>
                  </a:cubicBezTo>
                  <a:cubicBezTo>
                    <a:pt x="17661" y="5338"/>
                    <a:pt x="16488" y="4588"/>
                    <a:pt x="15940" y="4263"/>
                  </a:cubicBezTo>
                  <a:lnTo>
                    <a:pt x="15940" y="3368"/>
                  </a:lnTo>
                  <a:cubicBezTo>
                    <a:pt x="15940" y="2886"/>
                    <a:pt x="15103" y="814"/>
                    <a:pt x="14847" y="191"/>
                  </a:cubicBezTo>
                  <a:cubicBezTo>
                    <a:pt x="14813" y="109"/>
                    <a:pt x="14745" y="45"/>
                    <a:pt x="14661" y="17"/>
                  </a:cubicBezTo>
                  <a:cubicBezTo>
                    <a:pt x="14629" y="6"/>
                    <a:pt x="14596" y="1"/>
                    <a:pt x="1456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67"/>
            <p:cNvSpPr/>
            <p:nvPr/>
          </p:nvSpPr>
          <p:spPr>
            <a:xfrm>
              <a:off x="1808175" y="2836350"/>
              <a:ext cx="264025" cy="251425"/>
            </a:xfrm>
            <a:custGeom>
              <a:rect b="b" l="l" r="r" t="t"/>
              <a:pathLst>
                <a:path extrusionOk="0" h="10057" w="10561">
                  <a:moveTo>
                    <a:pt x="5413" y="1"/>
                  </a:moveTo>
                  <a:cubicBezTo>
                    <a:pt x="4942" y="1"/>
                    <a:pt x="4501" y="25"/>
                    <a:pt x="4133" y="87"/>
                  </a:cubicBezTo>
                  <a:cubicBezTo>
                    <a:pt x="2296" y="392"/>
                    <a:pt x="1" y="2995"/>
                    <a:pt x="1" y="5596"/>
                  </a:cubicBezTo>
                  <a:cubicBezTo>
                    <a:pt x="1" y="8197"/>
                    <a:pt x="1990" y="9726"/>
                    <a:pt x="5204" y="10033"/>
                  </a:cubicBezTo>
                  <a:cubicBezTo>
                    <a:pt x="5371" y="10049"/>
                    <a:pt x="5534" y="10057"/>
                    <a:pt x="5695" y="10057"/>
                  </a:cubicBezTo>
                  <a:cubicBezTo>
                    <a:pt x="8634" y="10057"/>
                    <a:pt x="10560" y="7506"/>
                    <a:pt x="10560" y="6054"/>
                  </a:cubicBezTo>
                  <a:cubicBezTo>
                    <a:pt x="10560" y="4524"/>
                    <a:pt x="10407" y="2841"/>
                    <a:pt x="9642" y="392"/>
                  </a:cubicBezTo>
                  <a:cubicBezTo>
                    <a:pt x="9642" y="392"/>
                    <a:pt x="7293" y="1"/>
                    <a:pt x="541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67"/>
            <p:cNvSpPr/>
            <p:nvPr/>
          </p:nvSpPr>
          <p:spPr>
            <a:xfrm>
              <a:off x="1800550" y="2828675"/>
              <a:ext cx="279325" cy="266750"/>
            </a:xfrm>
            <a:custGeom>
              <a:rect b="b" l="l" r="r" t="t"/>
              <a:pathLst>
                <a:path extrusionOk="0" h="10670" w="11173">
                  <a:moveTo>
                    <a:pt x="5713" y="613"/>
                  </a:moveTo>
                  <a:cubicBezTo>
                    <a:pt x="7244" y="613"/>
                    <a:pt x="9122" y="881"/>
                    <a:pt x="9711" y="972"/>
                  </a:cubicBezTo>
                  <a:cubicBezTo>
                    <a:pt x="10458" y="3421"/>
                    <a:pt x="10559" y="5068"/>
                    <a:pt x="10559" y="6361"/>
                  </a:cubicBezTo>
                  <a:cubicBezTo>
                    <a:pt x="10559" y="6961"/>
                    <a:pt x="10143" y="7944"/>
                    <a:pt x="9211" y="8791"/>
                  </a:cubicBezTo>
                  <a:cubicBezTo>
                    <a:pt x="8672" y="9282"/>
                    <a:pt x="7573" y="10059"/>
                    <a:pt x="6012" y="10059"/>
                  </a:cubicBezTo>
                  <a:cubicBezTo>
                    <a:pt x="5858" y="10059"/>
                    <a:pt x="5700" y="10052"/>
                    <a:pt x="5538" y="10036"/>
                  </a:cubicBezTo>
                  <a:cubicBezTo>
                    <a:pt x="2362" y="9733"/>
                    <a:pt x="613" y="8265"/>
                    <a:pt x="613" y="5903"/>
                  </a:cubicBezTo>
                  <a:cubicBezTo>
                    <a:pt x="613" y="3489"/>
                    <a:pt x="2780" y="980"/>
                    <a:pt x="4489" y="695"/>
                  </a:cubicBezTo>
                  <a:cubicBezTo>
                    <a:pt x="4839" y="636"/>
                    <a:pt x="5261" y="613"/>
                    <a:pt x="5713" y="613"/>
                  </a:cubicBezTo>
                  <a:close/>
                  <a:moveTo>
                    <a:pt x="5725" y="1"/>
                  </a:moveTo>
                  <a:cubicBezTo>
                    <a:pt x="5236" y="1"/>
                    <a:pt x="4775" y="27"/>
                    <a:pt x="4388" y="91"/>
                  </a:cubicBezTo>
                  <a:cubicBezTo>
                    <a:pt x="2413" y="420"/>
                    <a:pt x="0" y="3166"/>
                    <a:pt x="0" y="5903"/>
                  </a:cubicBezTo>
                  <a:cubicBezTo>
                    <a:pt x="0" y="8585"/>
                    <a:pt x="1997" y="10313"/>
                    <a:pt x="5480" y="10645"/>
                  </a:cubicBezTo>
                  <a:cubicBezTo>
                    <a:pt x="5653" y="10662"/>
                    <a:pt x="5825" y="10669"/>
                    <a:pt x="5995" y="10669"/>
                  </a:cubicBezTo>
                  <a:cubicBezTo>
                    <a:pt x="7329" y="10669"/>
                    <a:pt x="8601" y="10173"/>
                    <a:pt x="9623" y="9244"/>
                  </a:cubicBezTo>
                  <a:cubicBezTo>
                    <a:pt x="10564" y="8387"/>
                    <a:pt x="11172" y="7256"/>
                    <a:pt x="11172" y="6361"/>
                  </a:cubicBezTo>
                  <a:cubicBezTo>
                    <a:pt x="11172" y="4991"/>
                    <a:pt x="11060" y="3236"/>
                    <a:pt x="10239" y="609"/>
                  </a:cubicBezTo>
                  <a:cubicBezTo>
                    <a:pt x="10205" y="498"/>
                    <a:pt x="10111" y="416"/>
                    <a:pt x="9998" y="397"/>
                  </a:cubicBezTo>
                  <a:cubicBezTo>
                    <a:pt x="9877" y="377"/>
                    <a:pt x="7595" y="1"/>
                    <a:pt x="572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67"/>
            <p:cNvSpPr/>
            <p:nvPr/>
          </p:nvSpPr>
          <p:spPr>
            <a:xfrm>
              <a:off x="1945925" y="2374125"/>
              <a:ext cx="573900" cy="595300"/>
            </a:xfrm>
            <a:custGeom>
              <a:rect b="b" l="l" r="r" t="t"/>
              <a:pathLst>
                <a:path extrusionOk="0" h="23812" w="22956">
                  <a:moveTo>
                    <a:pt x="14815" y="0"/>
                  </a:moveTo>
                  <a:cubicBezTo>
                    <a:pt x="12912" y="0"/>
                    <a:pt x="10669" y="248"/>
                    <a:pt x="7805" y="1282"/>
                  </a:cubicBezTo>
                  <a:cubicBezTo>
                    <a:pt x="2296" y="3272"/>
                    <a:pt x="1" y="9699"/>
                    <a:pt x="307" y="13067"/>
                  </a:cubicBezTo>
                  <a:cubicBezTo>
                    <a:pt x="612" y="16434"/>
                    <a:pt x="5663" y="23319"/>
                    <a:pt x="8264" y="23779"/>
                  </a:cubicBezTo>
                  <a:cubicBezTo>
                    <a:pt x="8388" y="23801"/>
                    <a:pt x="8506" y="23811"/>
                    <a:pt x="8618" y="23811"/>
                  </a:cubicBezTo>
                  <a:cubicBezTo>
                    <a:pt x="10866" y="23811"/>
                    <a:pt x="10866" y="19647"/>
                    <a:pt x="10866" y="19647"/>
                  </a:cubicBezTo>
                  <a:lnTo>
                    <a:pt x="13467" y="18116"/>
                  </a:lnTo>
                  <a:cubicBezTo>
                    <a:pt x="13467" y="18116"/>
                    <a:pt x="19283" y="11841"/>
                    <a:pt x="21118" y="8016"/>
                  </a:cubicBezTo>
                  <a:cubicBezTo>
                    <a:pt x="22955" y="4190"/>
                    <a:pt x="22343" y="212"/>
                    <a:pt x="19436" y="212"/>
                  </a:cubicBezTo>
                  <a:cubicBezTo>
                    <a:pt x="18039" y="212"/>
                    <a:pt x="16573" y="0"/>
                    <a:pt x="148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67"/>
            <p:cNvSpPr/>
            <p:nvPr/>
          </p:nvSpPr>
          <p:spPr>
            <a:xfrm>
              <a:off x="1937575" y="2366500"/>
              <a:ext cx="578925" cy="610550"/>
            </a:xfrm>
            <a:custGeom>
              <a:rect b="b" l="l" r="r" t="t"/>
              <a:pathLst>
                <a:path extrusionOk="0" h="24422" w="23157">
                  <a:moveTo>
                    <a:pt x="15131" y="610"/>
                  </a:moveTo>
                  <a:cubicBezTo>
                    <a:pt x="16050" y="610"/>
                    <a:pt x="16895" y="669"/>
                    <a:pt x="17705" y="725"/>
                  </a:cubicBezTo>
                  <a:cubicBezTo>
                    <a:pt x="18423" y="775"/>
                    <a:pt x="19101" y="823"/>
                    <a:pt x="19770" y="823"/>
                  </a:cubicBezTo>
                  <a:cubicBezTo>
                    <a:pt x="20585" y="823"/>
                    <a:pt x="21213" y="1164"/>
                    <a:pt x="21636" y="1836"/>
                  </a:cubicBezTo>
                  <a:cubicBezTo>
                    <a:pt x="22515" y="3232"/>
                    <a:pt x="22331" y="5786"/>
                    <a:pt x="21177" y="8188"/>
                  </a:cubicBezTo>
                  <a:cubicBezTo>
                    <a:pt x="19448" y="11788"/>
                    <a:pt x="14061" y="17686"/>
                    <a:pt x="13607" y="18181"/>
                  </a:cubicBezTo>
                  <a:lnTo>
                    <a:pt x="11045" y="19687"/>
                  </a:lnTo>
                  <a:cubicBezTo>
                    <a:pt x="10951" y="19742"/>
                    <a:pt x="10893" y="19843"/>
                    <a:pt x="10893" y="19952"/>
                  </a:cubicBezTo>
                  <a:cubicBezTo>
                    <a:pt x="10893" y="19977"/>
                    <a:pt x="10878" y="22591"/>
                    <a:pt x="9784" y="23508"/>
                  </a:cubicBezTo>
                  <a:cubicBezTo>
                    <a:pt x="9543" y="23710"/>
                    <a:pt x="9270" y="23810"/>
                    <a:pt x="8954" y="23810"/>
                  </a:cubicBezTo>
                  <a:cubicBezTo>
                    <a:pt x="8857" y="23810"/>
                    <a:pt x="8756" y="23800"/>
                    <a:pt x="8651" y="23781"/>
                  </a:cubicBezTo>
                  <a:cubicBezTo>
                    <a:pt x="6213" y="23352"/>
                    <a:pt x="1243" y="16620"/>
                    <a:pt x="945" y="13343"/>
                  </a:cubicBezTo>
                  <a:cubicBezTo>
                    <a:pt x="627" y="9848"/>
                    <a:pt x="3043" y="3753"/>
                    <a:pt x="8243" y="1875"/>
                  </a:cubicBezTo>
                  <a:cubicBezTo>
                    <a:pt x="11065" y="856"/>
                    <a:pt x="13253" y="610"/>
                    <a:pt x="15131" y="610"/>
                  </a:cubicBezTo>
                  <a:close/>
                  <a:moveTo>
                    <a:pt x="15171" y="0"/>
                  </a:moveTo>
                  <a:cubicBezTo>
                    <a:pt x="13244" y="0"/>
                    <a:pt x="10941" y="250"/>
                    <a:pt x="8035" y="1300"/>
                  </a:cubicBezTo>
                  <a:cubicBezTo>
                    <a:pt x="2549" y="3281"/>
                    <a:pt x="0" y="9712"/>
                    <a:pt x="336" y="13398"/>
                  </a:cubicBezTo>
                  <a:cubicBezTo>
                    <a:pt x="657" y="16932"/>
                    <a:pt x="5874" y="23913"/>
                    <a:pt x="8545" y="24384"/>
                  </a:cubicBezTo>
                  <a:cubicBezTo>
                    <a:pt x="8680" y="24410"/>
                    <a:pt x="8817" y="24422"/>
                    <a:pt x="8955" y="24422"/>
                  </a:cubicBezTo>
                  <a:cubicBezTo>
                    <a:pt x="9415" y="24422"/>
                    <a:pt x="9825" y="24272"/>
                    <a:pt x="10178" y="23976"/>
                  </a:cubicBezTo>
                  <a:cubicBezTo>
                    <a:pt x="11317" y="23021"/>
                    <a:pt x="11479" y="20780"/>
                    <a:pt x="11502" y="20129"/>
                  </a:cubicBezTo>
                  <a:lnTo>
                    <a:pt x="13956" y="18685"/>
                  </a:lnTo>
                  <a:cubicBezTo>
                    <a:pt x="13982" y="18669"/>
                    <a:pt x="14005" y="18650"/>
                    <a:pt x="14025" y="18629"/>
                  </a:cubicBezTo>
                  <a:cubicBezTo>
                    <a:pt x="14264" y="18371"/>
                    <a:pt x="19893" y="12277"/>
                    <a:pt x="21728" y="8453"/>
                  </a:cubicBezTo>
                  <a:cubicBezTo>
                    <a:pt x="22989" y="5828"/>
                    <a:pt x="23156" y="3103"/>
                    <a:pt x="22154" y="1511"/>
                  </a:cubicBezTo>
                  <a:cubicBezTo>
                    <a:pt x="21619" y="660"/>
                    <a:pt x="20794" y="210"/>
                    <a:pt x="19769" y="210"/>
                  </a:cubicBezTo>
                  <a:cubicBezTo>
                    <a:pt x="19122" y="210"/>
                    <a:pt x="18454" y="164"/>
                    <a:pt x="17747" y="115"/>
                  </a:cubicBezTo>
                  <a:cubicBezTo>
                    <a:pt x="16960" y="60"/>
                    <a:pt x="16110" y="0"/>
                    <a:pt x="1517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67"/>
            <p:cNvSpPr/>
            <p:nvPr/>
          </p:nvSpPr>
          <p:spPr>
            <a:xfrm>
              <a:off x="2183150" y="2795950"/>
              <a:ext cx="133925" cy="136850"/>
            </a:xfrm>
            <a:custGeom>
              <a:rect b="b" l="l" r="r" t="t"/>
              <a:pathLst>
                <a:path extrusionOk="0" h="5474" w="5357">
                  <a:moveTo>
                    <a:pt x="2323" y="0"/>
                  </a:moveTo>
                  <a:cubicBezTo>
                    <a:pt x="2116" y="0"/>
                    <a:pt x="1902" y="52"/>
                    <a:pt x="1683" y="172"/>
                  </a:cubicBezTo>
                  <a:cubicBezTo>
                    <a:pt x="0" y="1090"/>
                    <a:pt x="1530" y="4457"/>
                    <a:pt x="2601" y="5222"/>
                  </a:cubicBezTo>
                  <a:cubicBezTo>
                    <a:pt x="2856" y="5404"/>
                    <a:pt x="3146" y="5474"/>
                    <a:pt x="3439" y="5474"/>
                  </a:cubicBezTo>
                  <a:cubicBezTo>
                    <a:pt x="4378" y="5474"/>
                    <a:pt x="5356" y="4762"/>
                    <a:pt x="5356" y="4762"/>
                  </a:cubicBezTo>
                  <a:lnTo>
                    <a:pt x="4744" y="2314"/>
                  </a:lnTo>
                  <a:cubicBezTo>
                    <a:pt x="4744" y="2314"/>
                    <a:pt x="3702" y="0"/>
                    <a:pt x="232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67"/>
            <p:cNvSpPr/>
            <p:nvPr/>
          </p:nvSpPr>
          <p:spPr>
            <a:xfrm>
              <a:off x="2196825" y="2788275"/>
              <a:ext cx="128800" cy="152175"/>
            </a:xfrm>
            <a:custGeom>
              <a:rect b="b" l="l" r="r" t="t"/>
              <a:pathLst>
                <a:path extrusionOk="0" h="6087" w="5152">
                  <a:moveTo>
                    <a:pt x="1774" y="0"/>
                  </a:moveTo>
                  <a:cubicBezTo>
                    <a:pt x="1507" y="0"/>
                    <a:pt x="1244" y="70"/>
                    <a:pt x="988" y="211"/>
                  </a:cubicBezTo>
                  <a:cubicBezTo>
                    <a:pt x="441" y="509"/>
                    <a:pt x="129" y="1048"/>
                    <a:pt x="86" y="1770"/>
                  </a:cubicBezTo>
                  <a:cubicBezTo>
                    <a:pt x="0" y="3179"/>
                    <a:pt x="998" y="5151"/>
                    <a:pt x="1876" y="5778"/>
                  </a:cubicBezTo>
                  <a:cubicBezTo>
                    <a:pt x="2189" y="6002"/>
                    <a:pt x="2539" y="6086"/>
                    <a:pt x="2889" y="6086"/>
                  </a:cubicBezTo>
                  <a:cubicBezTo>
                    <a:pt x="3915" y="6086"/>
                    <a:pt x="4932" y="5358"/>
                    <a:pt x="4989" y="5317"/>
                  </a:cubicBezTo>
                  <a:cubicBezTo>
                    <a:pt x="5123" y="5218"/>
                    <a:pt x="5151" y="5028"/>
                    <a:pt x="5053" y="4892"/>
                  </a:cubicBezTo>
                  <a:cubicBezTo>
                    <a:pt x="4993" y="4810"/>
                    <a:pt x="4899" y="4766"/>
                    <a:pt x="4805" y="4766"/>
                  </a:cubicBezTo>
                  <a:cubicBezTo>
                    <a:pt x="4744" y="4766"/>
                    <a:pt x="4682" y="4784"/>
                    <a:pt x="4629" y="4822"/>
                  </a:cubicBezTo>
                  <a:cubicBezTo>
                    <a:pt x="4617" y="4831"/>
                    <a:pt x="3703" y="5473"/>
                    <a:pt x="2889" y="5473"/>
                  </a:cubicBezTo>
                  <a:cubicBezTo>
                    <a:pt x="2653" y="5473"/>
                    <a:pt x="2426" y="5419"/>
                    <a:pt x="2231" y="5280"/>
                  </a:cubicBezTo>
                  <a:cubicBezTo>
                    <a:pt x="1571" y="4808"/>
                    <a:pt x="621" y="3064"/>
                    <a:pt x="696" y="1807"/>
                  </a:cubicBezTo>
                  <a:cubicBezTo>
                    <a:pt x="728" y="1298"/>
                    <a:pt x="924" y="943"/>
                    <a:pt x="1282" y="748"/>
                  </a:cubicBezTo>
                  <a:cubicBezTo>
                    <a:pt x="1446" y="658"/>
                    <a:pt x="1610" y="613"/>
                    <a:pt x="1776" y="613"/>
                  </a:cubicBezTo>
                  <a:cubicBezTo>
                    <a:pt x="1883" y="613"/>
                    <a:pt x="1991" y="632"/>
                    <a:pt x="2102" y="668"/>
                  </a:cubicBezTo>
                  <a:cubicBezTo>
                    <a:pt x="3123" y="1012"/>
                    <a:pt x="3908" y="2730"/>
                    <a:pt x="3916" y="2747"/>
                  </a:cubicBezTo>
                  <a:cubicBezTo>
                    <a:pt x="3967" y="2860"/>
                    <a:pt x="4079" y="2928"/>
                    <a:pt x="4196" y="2928"/>
                  </a:cubicBezTo>
                  <a:cubicBezTo>
                    <a:pt x="4238" y="2928"/>
                    <a:pt x="4281" y="2919"/>
                    <a:pt x="4322" y="2900"/>
                  </a:cubicBezTo>
                  <a:cubicBezTo>
                    <a:pt x="4476" y="2832"/>
                    <a:pt x="4544" y="2650"/>
                    <a:pt x="4475" y="2496"/>
                  </a:cubicBezTo>
                  <a:cubicBezTo>
                    <a:pt x="4438" y="2415"/>
                    <a:pt x="3572" y="517"/>
                    <a:pt x="2298" y="89"/>
                  </a:cubicBezTo>
                  <a:cubicBezTo>
                    <a:pt x="2122" y="30"/>
                    <a:pt x="1947" y="0"/>
                    <a:pt x="17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67"/>
            <p:cNvSpPr/>
            <p:nvPr/>
          </p:nvSpPr>
          <p:spPr>
            <a:xfrm>
              <a:off x="2458000" y="2670025"/>
              <a:ext cx="51325" cy="72850"/>
            </a:xfrm>
            <a:custGeom>
              <a:rect b="b" l="l" r="r" t="t"/>
              <a:pathLst>
                <a:path extrusionOk="0" h="2914" w="2053">
                  <a:moveTo>
                    <a:pt x="1709" y="1"/>
                  </a:moveTo>
                  <a:cubicBezTo>
                    <a:pt x="1576" y="1"/>
                    <a:pt x="1453" y="88"/>
                    <a:pt x="1414" y="221"/>
                  </a:cubicBezTo>
                  <a:cubicBezTo>
                    <a:pt x="1178" y="990"/>
                    <a:pt x="650" y="2149"/>
                    <a:pt x="216" y="2323"/>
                  </a:cubicBezTo>
                  <a:cubicBezTo>
                    <a:pt x="79" y="2377"/>
                    <a:pt x="1" y="2521"/>
                    <a:pt x="28" y="2665"/>
                  </a:cubicBezTo>
                  <a:cubicBezTo>
                    <a:pt x="56" y="2809"/>
                    <a:pt x="182" y="2913"/>
                    <a:pt x="330" y="2913"/>
                  </a:cubicBezTo>
                  <a:cubicBezTo>
                    <a:pt x="368" y="2913"/>
                    <a:pt x="407" y="2906"/>
                    <a:pt x="443" y="2891"/>
                  </a:cubicBezTo>
                  <a:cubicBezTo>
                    <a:pt x="1300" y="2548"/>
                    <a:pt x="1891" y="758"/>
                    <a:pt x="1999" y="402"/>
                  </a:cubicBezTo>
                  <a:cubicBezTo>
                    <a:pt x="2052" y="239"/>
                    <a:pt x="1961" y="65"/>
                    <a:pt x="1799" y="14"/>
                  </a:cubicBezTo>
                  <a:cubicBezTo>
                    <a:pt x="1769" y="5"/>
                    <a:pt x="1738" y="1"/>
                    <a:pt x="1709" y="1"/>
                  </a:cubicBezTo>
                  <a:close/>
                </a:path>
              </a:pathLst>
            </a:custGeom>
            <a:solidFill>
              <a:srgbClr val="26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67"/>
            <p:cNvSpPr/>
            <p:nvPr/>
          </p:nvSpPr>
          <p:spPr>
            <a:xfrm>
              <a:off x="2739375" y="3363375"/>
              <a:ext cx="97725" cy="171250"/>
            </a:xfrm>
            <a:custGeom>
              <a:rect b="b" l="l" r="r" t="t"/>
              <a:pathLst>
                <a:path extrusionOk="0" h="6850" w="3909">
                  <a:moveTo>
                    <a:pt x="1383" y="1"/>
                  </a:moveTo>
                  <a:cubicBezTo>
                    <a:pt x="1140" y="1"/>
                    <a:pt x="921" y="122"/>
                    <a:pt x="859" y="522"/>
                  </a:cubicBezTo>
                  <a:cubicBezTo>
                    <a:pt x="745" y="1266"/>
                    <a:pt x="1343" y="2053"/>
                    <a:pt x="1672" y="2420"/>
                  </a:cubicBezTo>
                  <a:lnTo>
                    <a:pt x="1672" y="2420"/>
                  </a:lnTo>
                  <a:cubicBezTo>
                    <a:pt x="1380" y="2129"/>
                    <a:pt x="847" y="1640"/>
                    <a:pt x="542" y="1640"/>
                  </a:cubicBezTo>
                  <a:cubicBezTo>
                    <a:pt x="417" y="1640"/>
                    <a:pt x="330" y="1721"/>
                    <a:pt x="313" y="1930"/>
                  </a:cubicBezTo>
                  <a:cubicBezTo>
                    <a:pt x="234" y="2868"/>
                    <a:pt x="1173" y="3884"/>
                    <a:pt x="1173" y="3884"/>
                  </a:cubicBezTo>
                  <a:cubicBezTo>
                    <a:pt x="1173" y="3884"/>
                    <a:pt x="599" y="3616"/>
                    <a:pt x="254" y="3616"/>
                  </a:cubicBezTo>
                  <a:cubicBezTo>
                    <a:pt x="106" y="3616"/>
                    <a:pt x="1" y="3665"/>
                    <a:pt x="1" y="3806"/>
                  </a:cubicBezTo>
                  <a:cubicBezTo>
                    <a:pt x="1" y="4275"/>
                    <a:pt x="1641" y="5917"/>
                    <a:pt x="1720" y="6699"/>
                  </a:cubicBezTo>
                  <a:cubicBezTo>
                    <a:pt x="1730" y="6802"/>
                    <a:pt x="1765" y="6849"/>
                    <a:pt x="1818" y="6849"/>
                  </a:cubicBezTo>
                  <a:cubicBezTo>
                    <a:pt x="2170" y="6849"/>
                    <a:pt x="3324" y="4809"/>
                    <a:pt x="3597" y="3182"/>
                  </a:cubicBezTo>
                  <a:cubicBezTo>
                    <a:pt x="3909" y="1305"/>
                    <a:pt x="2189" y="288"/>
                    <a:pt x="2189" y="288"/>
                  </a:cubicBezTo>
                  <a:cubicBezTo>
                    <a:pt x="2189" y="288"/>
                    <a:pt x="1758" y="1"/>
                    <a:pt x="138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67"/>
            <p:cNvSpPr/>
            <p:nvPr/>
          </p:nvSpPr>
          <p:spPr>
            <a:xfrm>
              <a:off x="2731700" y="3355750"/>
              <a:ext cx="113500" cy="186500"/>
            </a:xfrm>
            <a:custGeom>
              <a:rect b="b" l="l" r="r" t="t"/>
              <a:pathLst>
                <a:path extrusionOk="0" h="7460" w="4540">
                  <a:moveTo>
                    <a:pt x="1689" y="612"/>
                  </a:moveTo>
                  <a:cubicBezTo>
                    <a:pt x="1871" y="612"/>
                    <a:pt x="2155" y="734"/>
                    <a:pt x="2327" y="848"/>
                  </a:cubicBezTo>
                  <a:cubicBezTo>
                    <a:pt x="2332" y="850"/>
                    <a:pt x="2336" y="854"/>
                    <a:pt x="2340" y="857"/>
                  </a:cubicBezTo>
                  <a:cubicBezTo>
                    <a:pt x="2355" y="866"/>
                    <a:pt x="3877" y="1785"/>
                    <a:pt x="3601" y="3435"/>
                  </a:cubicBezTo>
                  <a:cubicBezTo>
                    <a:pt x="3387" y="4716"/>
                    <a:pt x="2651" y="6119"/>
                    <a:pt x="2252" y="6652"/>
                  </a:cubicBezTo>
                  <a:cubicBezTo>
                    <a:pt x="2079" y="6191"/>
                    <a:pt x="1668" y="5639"/>
                    <a:pt x="1268" y="5102"/>
                  </a:cubicBezTo>
                  <a:cubicBezTo>
                    <a:pt x="1055" y="4816"/>
                    <a:pt x="780" y="4445"/>
                    <a:pt x="665" y="4236"/>
                  </a:cubicBezTo>
                  <a:lnTo>
                    <a:pt x="665" y="4236"/>
                  </a:lnTo>
                  <a:cubicBezTo>
                    <a:pt x="837" y="4264"/>
                    <a:pt x="1112" y="4355"/>
                    <a:pt x="1350" y="4466"/>
                  </a:cubicBezTo>
                  <a:cubicBezTo>
                    <a:pt x="1391" y="4485"/>
                    <a:pt x="1435" y="4495"/>
                    <a:pt x="1479" y="4495"/>
                  </a:cubicBezTo>
                  <a:cubicBezTo>
                    <a:pt x="1574" y="4495"/>
                    <a:pt x="1667" y="4450"/>
                    <a:pt x="1727" y="4370"/>
                  </a:cubicBezTo>
                  <a:cubicBezTo>
                    <a:pt x="1813" y="4252"/>
                    <a:pt x="1803" y="4089"/>
                    <a:pt x="1705" y="3982"/>
                  </a:cubicBezTo>
                  <a:cubicBezTo>
                    <a:pt x="1470" y="3727"/>
                    <a:pt x="877" y="2929"/>
                    <a:pt x="924" y="2271"/>
                  </a:cubicBezTo>
                  <a:lnTo>
                    <a:pt x="924" y="2271"/>
                  </a:lnTo>
                  <a:cubicBezTo>
                    <a:pt x="1098" y="2345"/>
                    <a:pt x="1425" y="2605"/>
                    <a:pt x="1739" y="2916"/>
                  </a:cubicBezTo>
                  <a:cubicBezTo>
                    <a:pt x="1866" y="3060"/>
                    <a:pt x="1960" y="3149"/>
                    <a:pt x="1974" y="3161"/>
                  </a:cubicBezTo>
                  <a:cubicBezTo>
                    <a:pt x="2033" y="3217"/>
                    <a:pt x="2109" y="3245"/>
                    <a:pt x="2185" y="3245"/>
                  </a:cubicBezTo>
                  <a:cubicBezTo>
                    <a:pt x="2262" y="3245"/>
                    <a:pt x="2340" y="3216"/>
                    <a:pt x="2399" y="3158"/>
                  </a:cubicBezTo>
                  <a:cubicBezTo>
                    <a:pt x="2517" y="3041"/>
                    <a:pt x="2522" y="2853"/>
                    <a:pt x="2410" y="2732"/>
                  </a:cubicBezTo>
                  <a:cubicBezTo>
                    <a:pt x="2336" y="2650"/>
                    <a:pt x="2250" y="2558"/>
                    <a:pt x="2157" y="2465"/>
                  </a:cubicBezTo>
                  <a:cubicBezTo>
                    <a:pt x="1823" y="2079"/>
                    <a:pt x="1384" y="1424"/>
                    <a:pt x="1470" y="873"/>
                  </a:cubicBezTo>
                  <a:cubicBezTo>
                    <a:pt x="1484" y="780"/>
                    <a:pt x="1516" y="662"/>
                    <a:pt x="1592" y="629"/>
                  </a:cubicBezTo>
                  <a:cubicBezTo>
                    <a:pt x="1619" y="617"/>
                    <a:pt x="1652" y="612"/>
                    <a:pt x="1689" y="612"/>
                  </a:cubicBezTo>
                  <a:close/>
                  <a:moveTo>
                    <a:pt x="1688" y="0"/>
                  </a:moveTo>
                  <a:cubicBezTo>
                    <a:pt x="1571" y="0"/>
                    <a:pt x="1454" y="20"/>
                    <a:pt x="1343" y="68"/>
                  </a:cubicBezTo>
                  <a:cubicBezTo>
                    <a:pt x="1162" y="148"/>
                    <a:pt x="931" y="337"/>
                    <a:pt x="863" y="780"/>
                  </a:cubicBezTo>
                  <a:cubicBezTo>
                    <a:pt x="818" y="1077"/>
                    <a:pt x="865" y="1374"/>
                    <a:pt x="960" y="1653"/>
                  </a:cubicBezTo>
                  <a:cubicBezTo>
                    <a:pt x="917" y="1645"/>
                    <a:pt x="875" y="1640"/>
                    <a:pt x="835" y="1640"/>
                  </a:cubicBezTo>
                  <a:cubicBezTo>
                    <a:pt x="780" y="1640"/>
                    <a:pt x="727" y="1649"/>
                    <a:pt x="677" y="1667"/>
                  </a:cubicBezTo>
                  <a:cubicBezTo>
                    <a:pt x="555" y="1708"/>
                    <a:pt x="345" y="1833"/>
                    <a:pt x="314" y="2208"/>
                  </a:cubicBezTo>
                  <a:cubicBezTo>
                    <a:pt x="272" y="2713"/>
                    <a:pt x="474" y="3224"/>
                    <a:pt x="702" y="3624"/>
                  </a:cubicBezTo>
                  <a:cubicBezTo>
                    <a:pt x="657" y="3620"/>
                    <a:pt x="613" y="3617"/>
                    <a:pt x="570" y="3617"/>
                  </a:cubicBezTo>
                  <a:cubicBezTo>
                    <a:pt x="437" y="3617"/>
                    <a:pt x="314" y="3641"/>
                    <a:pt x="217" y="3703"/>
                  </a:cubicBezTo>
                  <a:cubicBezTo>
                    <a:pt x="79" y="3790"/>
                    <a:pt x="1" y="3939"/>
                    <a:pt x="1" y="4110"/>
                  </a:cubicBezTo>
                  <a:cubicBezTo>
                    <a:pt x="1" y="4411"/>
                    <a:pt x="268" y="4783"/>
                    <a:pt x="777" y="5467"/>
                  </a:cubicBezTo>
                  <a:cubicBezTo>
                    <a:pt x="1162" y="5984"/>
                    <a:pt x="1688" y="6691"/>
                    <a:pt x="1722" y="7033"/>
                  </a:cubicBezTo>
                  <a:cubicBezTo>
                    <a:pt x="1753" y="7338"/>
                    <a:pt x="1944" y="7454"/>
                    <a:pt x="2113" y="7459"/>
                  </a:cubicBezTo>
                  <a:lnTo>
                    <a:pt x="2122" y="7459"/>
                  </a:lnTo>
                  <a:cubicBezTo>
                    <a:pt x="2832" y="7459"/>
                    <a:pt x="3969" y="4952"/>
                    <a:pt x="4204" y="3535"/>
                  </a:cubicBezTo>
                  <a:cubicBezTo>
                    <a:pt x="4539" y="1522"/>
                    <a:pt x="2806" y="424"/>
                    <a:pt x="2657" y="334"/>
                  </a:cubicBezTo>
                  <a:cubicBezTo>
                    <a:pt x="2575" y="279"/>
                    <a:pt x="2131" y="0"/>
                    <a:pt x="168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67"/>
            <p:cNvSpPr/>
            <p:nvPr/>
          </p:nvSpPr>
          <p:spPr>
            <a:xfrm>
              <a:off x="2737850" y="3339450"/>
              <a:ext cx="164525" cy="367525"/>
            </a:xfrm>
            <a:custGeom>
              <a:rect b="b" l="l" r="r" t="t"/>
              <a:pathLst>
                <a:path extrusionOk="0" h="14701" w="6581">
                  <a:moveTo>
                    <a:pt x="2630" y="0"/>
                  </a:moveTo>
                  <a:cubicBezTo>
                    <a:pt x="2425" y="0"/>
                    <a:pt x="2213" y="51"/>
                    <a:pt x="1990" y="162"/>
                  </a:cubicBezTo>
                  <a:cubicBezTo>
                    <a:pt x="766" y="774"/>
                    <a:pt x="3367" y="2917"/>
                    <a:pt x="2756" y="4141"/>
                  </a:cubicBezTo>
                  <a:cubicBezTo>
                    <a:pt x="2143" y="5365"/>
                    <a:pt x="766" y="7507"/>
                    <a:pt x="766" y="8732"/>
                  </a:cubicBezTo>
                  <a:cubicBezTo>
                    <a:pt x="766" y="9956"/>
                    <a:pt x="1" y="12864"/>
                    <a:pt x="1" y="12864"/>
                  </a:cubicBezTo>
                  <a:lnTo>
                    <a:pt x="766" y="14700"/>
                  </a:lnTo>
                  <a:cubicBezTo>
                    <a:pt x="766" y="14700"/>
                    <a:pt x="1378" y="14394"/>
                    <a:pt x="2296" y="13476"/>
                  </a:cubicBezTo>
                  <a:cubicBezTo>
                    <a:pt x="3214" y="12558"/>
                    <a:pt x="4744" y="10415"/>
                    <a:pt x="5663" y="8426"/>
                  </a:cubicBezTo>
                  <a:cubicBezTo>
                    <a:pt x="6581" y="6436"/>
                    <a:pt x="6275" y="3528"/>
                    <a:pt x="5204" y="2151"/>
                  </a:cubicBezTo>
                  <a:cubicBezTo>
                    <a:pt x="4327" y="1025"/>
                    <a:pt x="3553" y="0"/>
                    <a:pt x="263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67"/>
            <p:cNvSpPr/>
            <p:nvPr/>
          </p:nvSpPr>
          <p:spPr>
            <a:xfrm>
              <a:off x="2730025" y="3331650"/>
              <a:ext cx="179725" cy="382950"/>
            </a:xfrm>
            <a:custGeom>
              <a:rect b="b" l="l" r="r" t="t"/>
              <a:pathLst>
                <a:path extrusionOk="0" h="15318" w="7189">
                  <a:moveTo>
                    <a:pt x="2940" y="621"/>
                  </a:moveTo>
                  <a:cubicBezTo>
                    <a:pt x="3652" y="621"/>
                    <a:pt x="4306" y="1404"/>
                    <a:pt x="5213" y="2572"/>
                  </a:cubicBezTo>
                  <a:lnTo>
                    <a:pt x="5275" y="2652"/>
                  </a:lnTo>
                  <a:cubicBezTo>
                    <a:pt x="6217" y="3862"/>
                    <a:pt x="6623" y="6606"/>
                    <a:pt x="5699" y="8609"/>
                  </a:cubicBezTo>
                  <a:cubicBezTo>
                    <a:pt x="4809" y="10536"/>
                    <a:pt x="3319" y="12645"/>
                    <a:pt x="2393" y="13571"/>
                  </a:cubicBezTo>
                  <a:cubicBezTo>
                    <a:pt x="1887" y="14078"/>
                    <a:pt x="1477" y="14391"/>
                    <a:pt x="1224" y="14562"/>
                  </a:cubicBezTo>
                  <a:lnTo>
                    <a:pt x="636" y="13153"/>
                  </a:lnTo>
                  <a:cubicBezTo>
                    <a:pt x="773" y="12619"/>
                    <a:pt x="1385" y="10177"/>
                    <a:pt x="1385" y="9044"/>
                  </a:cubicBezTo>
                  <a:cubicBezTo>
                    <a:pt x="1385" y="8179"/>
                    <a:pt x="2214" y="6671"/>
                    <a:pt x="2818" y="5568"/>
                  </a:cubicBezTo>
                  <a:cubicBezTo>
                    <a:pt x="3017" y="5208"/>
                    <a:pt x="3199" y="4874"/>
                    <a:pt x="3342" y="4589"/>
                  </a:cubicBezTo>
                  <a:cubicBezTo>
                    <a:pt x="3706" y="3864"/>
                    <a:pt x="3217" y="2978"/>
                    <a:pt x="2785" y="2196"/>
                  </a:cubicBezTo>
                  <a:cubicBezTo>
                    <a:pt x="2516" y="1709"/>
                    <a:pt x="2209" y="1154"/>
                    <a:pt x="2290" y="897"/>
                  </a:cubicBezTo>
                  <a:cubicBezTo>
                    <a:pt x="2302" y="857"/>
                    <a:pt x="2331" y="802"/>
                    <a:pt x="2441" y="747"/>
                  </a:cubicBezTo>
                  <a:cubicBezTo>
                    <a:pt x="2613" y="662"/>
                    <a:pt x="2778" y="621"/>
                    <a:pt x="2940" y="621"/>
                  </a:cubicBezTo>
                  <a:close/>
                  <a:moveTo>
                    <a:pt x="2951" y="0"/>
                  </a:moveTo>
                  <a:cubicBezTo>
                    <a:pt x="2702" y="0"/>
                    <a:pt x="2442" y="62"/>
                    <a:pt x="2166" y="200"/>
                  </a:cubicBezTo>
                  <a:cubicBezTo>
                    <a:pt x="1929" y="319"/>
                    <a:pt x="1774" y="492"/>
                    <a:pt x="1704" y="715"/>
                  </a:cubicBezTo>
                  <a:cubicBezTo>
                    <a:pt x="1547" y="1222"/>
                    <a:pt x="1888" y="1840"/>
                    <a:pt x="2249" y="2493"/>
                  </a:cubicBezTo>
                  <a:cubicBezTo>
                    <a:pt x="2607" y="3142"/>
                    <a:pt x="3013" y="3877"/>
                    <a:pt x="2794" y="4316"/>
                  </a:cubicBezTo>
                  <a:cubicBezTo>
                    <a:pt x="2656" y="4595"/>
                    <a:pt x="2475" y="4922"/>
                    <a:pt x="2281" y="5274"/>
                  </a:cubicBezTo>
                  <a:cubicBezTo>
                    <a:pt x="1609" y="6499"/>
                    <a:pt x="772" y="8023"/>
                    <a:pt x="772" y="9044"/>
                  </a:cubicBezTo>
                  <a:cubicBezTo>
                    <a:pt x="772" y="10214"/>
                    <a:pt x="25" y="13069"/>
                    <a:pt x="17" y="13098"/>
                  </a:cubicBezTo>
                  <a:cubicBezTo>
                    <a:pt x="0" y="13162"/>
                    <a:pt x="5" y="13232"/>
                    <a:pt x="31" y="13293"/>
                  </a:cubicBezTo>
                  <a:lnTo>
                    <a:pt x="797" y="15130"/>
                  </a:lnTo>
                  <a:cubicBezTo>
                    <a:pt x="829" y="15208"/>
                    <a:pt x="893" y="15269"/>
                    <a:pt x="972" y="15299"/>
                  </a:cubicBezTo>
                  <a:cubicBezTo>
                    <a:pt x="1006" y="15311"/>
                    <a:pt x="1043" y="15318"/>
                    <a:pt x="1079" y="15318"/>
                  </a:cubicBezTo>
                  <a:cubicBezTo>
                    <a:pt x="1127" y="15318"/>
                    <a:pt x="1173" y="15307"/>
                    <a:pt x="1215" y="15285"/>
                  </a:cubicBezTo>
                  <a:cubicBezTo>
                    <a:pt x="1243" y="15273"/>
                    <a:pt x="1883" y="14947"/>
                    <a:pt x="2826" y="14004"/>
                  </a:cubicBezTo>
                  <a:cubicBezTo>
                    <a:pt x="3790" y="13039"/>
                    <a:pt x="5336" y="10854"/>
                    <a:pt x="6254" y="8866"/>
                  </a:cubicBezTo>
                  <a:cubicBezTo>
                    <a:pt x="7189" y="6841"/>
                    <a:pt x="6961" y="3823"/>
                    <a:pt x="5758" y="2276"/>
                  </a:cubicBezTo>
                  <a:lnTo>
                    <a:pt x="5696" y="2196"/>
                  </a:lnTo>
                  <a:cubicBezTo>
                    <a:pt x="4823" y="1074"/>
                    <a:pt x="3988" y="0"/>
                    <a:pt x="295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67"/>
            <p:cNvSpPr/>
            <p:nvPr/>
          </p:nvSpPr>
          <p:spPr>
            <a:xfrm>
              <a:off x="2766850" y="3370525"/>
              <a:ext cx="62750" cy="217050"/>
            </a:xfrm>
            <a:custGeom>
              <a:rect b="b" l="l" r="r" t="t"/>
              <a:pathLst>
                <a:path extrusionOk="0" h="8682" w="2510">
                  <a:moveTo>
                    <a:pt x="1148" y="1"/>
                  </a:moveTo>
                  <a:cubicBezTo>
                    <a:pt x="1111" y="1"/>
                    <a:pt x="1090" y="2"/>
                    <a:pt x="1090" y="2"/>
                  </a:cubicBezTo>
                  <a:cubicBezTo>
                    <a:pt x="1090" y="2"/>
                    <a:pt x="1" y="2865"/>
                    <a:pt x="1" y="4803"/>
                  </a:cubicBezTo>
                  <a:lnTo>
                    <a:pt x="1" y="8682"/>
                  </a:lnTo>
                  <a:lnTo>
                    <a:pt x="2510" y="5146"/>
                  </a:lnTo>
                  <a:cubicBezTo>
                    <a:pt x="2510" y="5146"/>
                    <a:pt x="2053" y="2865"/>
                    <a:pt x="2281" y="1381"/>
                  </a:cubicBezTo>
                  <a:cubicBezTo>
                    <a:pt x="2482" y="81"/>
                    <a:pt x="1414" y="1"/>
                    <a:pt x="114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67"/>
            <p:cNvSpPr/>
            <p:nvPr/>
          </p:nvSpPr>
          <p:spPr>
            <a:xfrm>
              <a:off x="2759175" y="3362900"/>
              <a:ext cx="78850" cy="232350"/>
            </a:xfrm>
            <a:custGeom>
              <a:rect b="b" l="l" r="r" t="t"/>
              <a:pathLst>
                <a:path extrusionOk="0" h="9294" w="3154">
                  <a:moveTo>
                    <a:pt x="1445" y="0"/>
                  </a:moveTo>
                  <a:cubicBezTo>
                    <a:pt x="1405" y="0"/>
                    <a:pt x="1379" y="1"/>
                    <a:pt x="1374" y="1"/>
                  </a:cubicBezTo>
                  <a:cubicBezTo>
                    <a:pt x="1256" y="10"/>
                    <a:pt x="1153" y="87"/>
                    <a:pt x="1111" y="198"/>
                  </a:cubicBezTo>
                  <a:cubicBezTo>
                    <a:pt x="1064" y="317"/>
                    <a:pt x="1" y="3136"/>
                    <a:pt x="1" y="5108"/>
                  </a:cubicBezTo>
                  <a:lnTo>
                    <a:pt x="1" y="8987"/>
                  </a:lnTo>
                  <a:cubicBezTo>
                    <a:pt x="1" y="9156"/>
                    <a:pt x="138" y="9293"/>
                    <a:pt x="308" y="9293"/>
                  </a:cubicBezTo>
                  <a:cubicBezTo>
                    <a:pt x="476" y="9293"/>
                    <a:pt x="613" y="9156"/>
                    <a:pt x="613" y="8988"/>
                  </a:cubicBezTo>
                  <a:lnTo>
                    <a:pt x="613" y="5108"/>
                  </a:lnTo>
                  <a:cubicBezTo>
                    <a:pt x="613" y="3542"/>
                    <a:pt x="1364" y="1303"/>
                    <a:pt x="1608" y="621"/>
                  </a:cubicBezTo>
                  <a:cubicBezTo>
                    <a:pt x="1767" y="640"/>
                    <a:pt x="1989" y="696"/>
                    <a:pt x="2138" y="856"/>
                  </a:cubicBezTo>
                  <a:cubicBezTo>
                    <a:pt x="2290" y="1022"/>
                    <a:pt x="2340" y="1285"/>
                    <a:pt x="2286" y="1640"/>
                  </a:cubicBezTo>
                  <a:cubicBezTo>
                    <a:pt x="2052" y="3159"/>
                    <a:pt x="2498" y="5415"/>
                    <a:pt x="2516" y="5510"/>
                  </a:cubicBezTo>
                  <a:cubicBezTo>
                    <a:pt x="2544" y="5658"/>
                    <a:pt x="2673" y="5763"/>
                    <a:pt x="2817" y="5763"/>
                  </a:cubicBezTo>
                  <a:cubicBezTo>
                    <a:pt x="2837" y="5763"/>
                    <a:pt x="2857" y="5761"/>
                    <a:pt x="2878" y="5756"/>
                  </a:cubicBezTo>
                  <a:cubicBezTo>
                    <a:pt x="3046" y="5723"/>
                    <a:pt x="3153" y="5558"/>
                    <a:pt x="3117" y="5391"/>
                  </a:cubicBezTo>
                  <a:cubicBezTo>
                    <a:pt x="3112" y="5369"/>
                    <a:pt x="2674" y="3144"/>
                    <a:pt x="2891" y="1733"/>
                  </a:cubicBezTo>
                  <a:cubicBezTo>
                    <a:pt x="2975" y="1186"/>
                    <a:pt x="2873" y="751"/>
                    <a:pt x="2586" y="440"/>
                  </a:cubicBezTo>
                  <a:cubicBezTo>
                    <a:pt x="2212" y="34"/>
                    <a:pt x="1644" y="0"/>
                    <a:pt x="144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67"/>
            <p:cNvSpPr/>
            <p:nvPr/>
          </p:nvSpPr>
          <p:spPr>
            <a:xfrm>
              <a:off x="1865600" y="3423825"/>
              <a:ext cx="975575" cy="860850"/>
            </a:xfrm>
            <a:custGeom>
              <a:rect b="b" l="l" r="r" t="t"/>
              <a:pathLst>
                <a:path extrusionOk="0" h="34434" w="39023">
                  <a:moveTo>
                    <a:pt x="8110" y="0"/>
                  </a:moveTo>
                  <a:lnTo>
                    <a:pt x="2143" y="4285"/>
                  </a:lnTo>
                  <a:cubicBezTo>
                    <a:pt x="2143" y="4285"/>
                    <a:pt x="0" y="7346"/>
                    <a:pt x="1071" y="10713"/>
                  </a:cubicBezTo>
                  <a:cubicBezTo>
                    <a:pt x="2143" y="14080"/>
                    <a:pt x="17446" y="34433"/>
                    <a:pt x="19588" y="34433"/>
                  </a:cubicBezTo>
                  <a:cubicBezTo>
                    <a:pt x="21730" y="34433"/>
                    <a:pt x="37186" y="14386"/>
                    <a:pt x="38104" y="13162"/>
                  </a:cubicBezTo>
                  <a:cubicBezTo>
                    <a:pt x="39023" y="11938"/>
                    <a:pt x="35044" y="8877"/>
                    <a:pt x="35044" y="8877"/>
                  </a:cubicBezTo>
                  <a:lnTo>
                    <a:pt x="19588" y="22956"/>
                  </a:lnTo>
                  <a:cubicBezTo>
                    <a:pt x="19588" y="22956"/>
                    <a:pt x="15456" y="6428"/>
                    <a:pt x="13772" y="3368"/>
                  </a:cubicBezTo>
                  <a:cubicBezTo>
                    <a:pt x="12089" y="307"/>
                    <a:pt x="8110" y="0"/>
                    <a:pt x="811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67"/>
            <p:cNvSpPr/>
            <p:nvPr/>
          </p:nvSpPr>
          <p:spPr>
            <a:xfrm>
              <a:off x="1857450" y="3416125"/>
              <a:ext cx="993025" cy="876200"/>
            </a:xfrm>
            <a:custGeom>
              <a:rect b="b" l="l" r="r" t="t"/>
              <a:pathLst>
                <a:path extrusionOk="0" h="35048" w="39721">
                  <a:moveTo>
                    <a:pt x="8415" y="0"/>
                  </a:moveTo>
                  <a:cubicBezTo>
                    <a:pt x="8263" y="0"/>
                    <a:pt x="8143" y="132"/>
                    <a:pt x="8132" y="285"/>
                  </a:cubicBezTo>
                  <a:cubicBezTo>
                    <a:pt x="8118" y="454"/>
                    <a:pt x="8244" y="601"/>
                    <a:pt x="8412" y="614"/>
                  </a:cubicBezTo>
                  <a:cubicBezTo>
                    <a:pt x="8451" y="616"/>
                    <a:pt x="12248" y="948"/>
                    <a:pt x="13830" y="3823"/>
                  </a:cubicBezTo>
                  <a:cubicBezTo>
                    <a:pt x="15475" y="6813"/>
                    <a:pt x="19575" y="23173"/>
                    <a:pt x="19616" y="23338"/>
                  </a:cubicBezTo>
                  <a:cubicBezTo>
                    <a:pt x="19653" y="23483"/>
                    <a:pt x="19782" y="23569"/>
                    <a:pt x="19915" y="23569"/>
                  </a:cubicBezTo>
                  <a:cubicBezTo>
                    <a:pt x="19987" y="23569"/>
                    <a:pt x="20060" y="23544"/>
                    <a:pt x="20120" y="23490"/>
                  </a:cubicBezTo>
                  <a:lnTo>
                    <a:pt x="35384" y="9585"/>
                  </a:lnTo>
                  <a:cubicBezTo>
                    <a:pt x="36862" y="10764"/>
                    <a:pt x="38665" y="12646"/>
                    <a:pt x="38186" y="13286"/>
                  </a:cubicBezTo>
                  <a:cubicBezTo>
                    <a:pt x="34491" y="18212"/>
                    <a:pt x="21572" y="34436"/>
                    <a:pt x="19914" y="34436"/>
                  </a:cubicBezTo>
                  <a:cubicBezTo>
                    <a:pt x="18207" y="34436"/>
                    <a:pt x="2877" y="14663"/>
                    <a:pt x="1689" y="10929"/>
                  </a:cubicBezTo>
                  <a:cubicBezTo>
                    <a:pt x="677" y="7750"/>
                    <a:pt x="2699" y="4798"/>
                    <a:pt x="2719" y="4768"/>
                  </a:cubicBezTo>
                  <a:cubicBezTo>
                    <a:pt x="2815" y="4630"/>
                    <a:pt x="2782" y="4439"/>
                    <a:pt x="2644" y="4343"/>
                  </a:cubicBezTo>
                  <a:cubicBezTo>
                    <a:pt x="2590" y="4305"/>
                    <a:pt x="2529" y="4287"/>
                    <a:pt x="2469" y="4287"/>
                  </a:cubicBezTo>
                  <a:cubicBezTo>
                    <a:pt x="2372" y="4287"/>
                    <a:pt x="2277" y="4333"/>
                    <a:pt x="2217" y="4418"/>
                  </a:cubicBezTo>
                  <a:cubicBezTo>
                    <a:pt x="2126" y="4548"/>
                    <a:pt x="1" y="7643"/>
                    <a:pt x="1105" y="11114"/>
                  </a:cubicBezTo>
                  <a:cubicBezTo>
                    <a:pt x="1680" y="12919"/>
                    <a:pt x="6020" y="19130"/>
                    <a:pt x="10010" y="24329"/>
                  </a:cubicBezTo>
                  <a:cubicBezTo>
                    <a:pt x="12484" y="27552"/>
                    <a:pt x="18399" y="35047"/>
                    <a:pt x="19914" y="35047"/>
                  </a:cubicBezTo>
                  <a:cubicBezTo>
                    <a:pt x="22342" y="35047"/>
                    <a:pt x="38515" y="13867"/>
                    <a:pt x="38674" y="13653"/>
                  </a:cubicBezTo>
                  <a:cubicBezTo>
                    <a:pt x="39721" y="12258"/>
                    <a:pt x="36260" y="9484"/>
                    <a:pt x="35556" y="8941"/>
                  </a:cubicBezTo>
                  <a:cubicBezTo>
                    <a:pt x="35501" y="8899"/>
                    <a:pt x="35435" y="8879"/>
                    <a:pt x="35370" y="8879"/>
                  </a:cubicBezTo>
                  <a:cubicBezTo>
                    <a:pt x="35296" y="8879"/>
                    <a:pt x="35221" y="8905"/>
                    <a:pt x="35162" y="8958"/>
                  </a:cubicBezTo>
                  <a:lnTo>
                    <a:pt x="20086" y="22692"/>
                  </a:lnTo>
                  <a:cubicBezTo>
                    <a:pt x="19370" y="19864"/>
                    <a:pt x="15904" y="6325"/>
                    <a:pt x="14366" y="3528"/>
                  </a:cubicBezTo>
                  <a:cubicBezTo>
                    <a:pt x="12624" y="359"/>
                    <a:pt x="8629" y="16"/>
                    <a:pt x="8460" y="4"/>
                  </a:cubicBezTo>
                  <a:cubicBezTo>
                    <a:pt x="8444" y="1"/>
                    <a:pt x="8429" y="0"/>
                    <a:pt x="841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67"/>
            <p:cNvSpPr/>
            <p:nvPr/>
          </p:nvSpPr>
          <p:spPr>
            <a:xfrm>
              <a:off x="3748275" y="1839425"/>
              <a:ext cx="212500" cy="174025"/>
            </a:xfrm>
            <a:custGeom>
              <a:rect b="b" l="l" r="r" t="t"/>
              <a:pathLst>
                <a:path extrusionOk="0" h="6961" w="8500">
                  <a:moveTo>
                    <a:pt x="5902" y="1"/>
                  </a:moveTo>
                  <a:cubicBezTo>
                    <a:pt x="5677" y="1"/>
                    <a:pt x="5438" y="24"/>
                    <a:pt x="5185" y="73"/>
                  </a:cubicBezTo>
                  <a:cubicBezTo>
                    <a:pt x="2963" y="496"/>
                    <a:pt x="847" y="2823"/>
                    <a:pt x="847" y="2823"/>
                  </a:cubicBezTo>
                  <a:cubicBezTo>
                    <a:pt x="847" y="2823"/>
                    <a:pt x="1" y="3564"/>
                    <a:pt x="529" y="4939"/>
                  </a:cubicBezTo>
                  <a:cubicBezTo>
                    <a:pt x="1059" y="6315"/>
                    <a:pt x="2963" y="6844"/>
                    <a:pt x="4127" y="6950"/>
                  </a:cubicBezTo>
                  <a:cubicBezTo>
                    <a:pt x="4206" y="6957"/>
                    <a:pt x="4289" y="6961"/>
                    <a:pt x="4375" y="6961"/>
                  </a:cubicBezTo>
                  <a:cubicBezTo>
                    <a:pt x="5558" y="6961"/>
                    <a:pt x="7344" y="6242"/>
                    <a:pt x="7937" y="3776"/>
                  </a:cubicBezTo>
                  <a:cubicBezTo>
                    <a:pt x="8500" y="1432"/>
                    <a:pt x="7649" y="1"/>
                    <a:pt x="5902" y="1"/>
                  </a:cubicBezTo>
                  <a:close/>
                </a:path>
              </a:pathLst>
            </a:custGeom>
            <a:gradFill>
              <a:gsLst>
                <a:gs pos="0">
                  <a:srgbClr val="8BE3FF"/>
                </a:gs>
                <a:gs pos="100000">
                  <a:srgbClr val="ACFFD9"/>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67"/>
            <p:cNvSpPr/>
            <p:nvPr/>
          </p:nvSpPr>
          <p:spPr>
            <a:xfrm>
              <a:off x="3740250" y="1831750"/>
              <a:ext cx="222875" cy="189325"/>
            </a:xfrm>
            <a:custGeom>
              <a:rect b="b" l="l" r="r" t="t"/>
              <a:pathLst>
                <a:path extrusionOk="0" h="7573" w="8915">
                  <a:moveTo>
                    <a:pt x="6223" y="613"/>
                  </a:moveTo>
                  <a:cubicBezTo>
                    <a:pt x="6801" y="613"/>
                    <a:pt x="7268" y="787"/>
                    <a:pt x="7593" y="1127"/>
                  </a:cubicBezTo>
                  <a:cubicBezTo>
                    <a:pt x="8139" y="1699"/>
                    <a:pt x="8269" y="2723"/>
                    <a:pt x="7960" y="4011"/>
                  </a:cubicBezTo>
                  <a:cubicBezTo>
                    <a:pt x="7400" y="6347"/>
                    <a:pt x="5748" y="6963"/>
                    <a:pt x="4706" y="6963"/>
                  </a:cubicBezTo>
                  <a:cubicBezTo>
                    <a:pt x="4625" y="6963"/>
                    <a:pt x="4548" y="6959"/>
                    <a:pt x="4476" y="6952"/>
                  </a:cubicBezTo>
                  <a:cubicBezTo>
                    <a:pt x="3213" y="6837"/>
                    <a:pt x="1581" y="6293"/>
                    <a:pt x="1136" y="5136"/>
                  </a:cubicBezTo>
                  <a:cubicBezTo>
                    <a:pt x="695" y="3991"/>
                    <a:pt x="1344" y="3384"/>
                    <a:pt x="1372" y="3358"/>
                  </a:cubicBezTo>
                  <a:cubicBezTo>
                    <a:pt x="1380" y="3352"/>
                    <a:pt x="1388" y="3345"/>
                    <a:pt x="1395" y="3336"/>
                  </a:cubicBezTo>
                  <a:cubicBezTo>
                    <a:pt x="1415" y="3313"/>
                    <a:pt x="3467" y="1079"/>
                    <a:pt x="5564" y="680"/>
                  </a:cubicBezTo>
                  <a:cubicBezTo>
                    <a:pt x="5797" y="635"/>
                    <a:pt x="6017" y="613"/>
                    <a:pt x="6223" y="613"/>
                  </a:cubicBezTo>
                  <a:close/>
                  <a:moveTo>
                    <a:pt x="6227" y="1"/>
                  </a:moveTo>
                  <a:cubicBezTo>
                    <a:pt x="5981" y="1"/>
                    <a:pt x="5721" y="26"/>
                    <a:pt x="5449" y="78"/>
                  </a:cubicBezTo>
                  <a:cubicBezTo>
                    <a:pt x="3205" y="506"/>
                    <a:pt x="1128" y="2721"/>
                    <a:pt x="951" y="2914"/>
                  </a:cubicBezTo>
                  <a:cubicBezTo>
                    <a:pt x="820" y="3037"/>
                    <a:pt x="1" y="3889"/>
                    <a:pt x="564" y="5357"/>
                  </a:cubicBezTo>
                  <a:cubicBezTo>
                    <a:pt x="1112" y="6775"/>
                    <a:pt x="2983" y="7432"/>
                    <a:pt x="4421" y="7562"/>
                  </a:cubicBezTo>
                  <a:cubicBezTo>
                    <a:pt x="4498" y="7569"/>
                    <a:pt x="4581" y="7572"/>
                    <a:pt x="4669" y="7572"/>
                  </a:cubicBezTo>
                  <a:cubicBezTo>
                    <a:pt x="5854" y="7572"/>
                    <a:pt x="7901" y="6881"/>
                    <a:pt x="8556" y="4154"/>
                  </a:cubicBezTo>
                  <a:cubicBezTo>
                    <a:pt x="8915" y="2657"/>
                    <a:pt x="8730" y="1433"/>
                    <a:pt x="8036" y="705"/>
                  </a:cubicBezTo>
                  <a:cubicBezTo>
                    <a:pt x="7591" y="239"/>
                    <a:pt x="6974" y="1"/>
                    <a:pt x="622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67"/>
            <p:cNvSpPr/>
            <p:nvPr/>
          </p:nvSpPr>
          <p:spPr>
            <a:xfrm>
              <a:off x="3573675" y="1894125"/>
              <a:ext cx="283075" cy="198425"/>
            </a:xfrm>
            <a:custGeom>
              <a:rect b="b" l="l" r="r" t="t"/>
              <a:pathLst>
                <a:path extrusionOk="0" h="7937" w="11323">
                  <a:moveTo>
                    <a:pt x="9101" y="1"/>
                  </a:moveTo>
                  <a:cubicBezTo>
                    <a:pt x="9101" y="1"/>
                    <a:pt x="4551" y="635"/>
                    <a:pt x="3493" y="1376"/>
                  </a:cubicBezTo>
                  <a:cubicBezTo>
                    <a:pt x="2434" y="2116"/>
                    <a:pt x="0" y="6244"/>
                    <a:pt x="0" y="6772"/>
                  </a:cubicBezTo>
                  <a:cubicBezTo>
                    <a:pt x="0" y="7302"/>
                    <a:pt x="1483" y="7830"/>
                    <a:pt x="2223" y="7830"/>
                  </a:cubicBezTo>
                  <a:cubicBezTo>
                    <a:pt x="2964" y="7830"/>
                    <a:pt x="4868" y="5292"/>
                    <a:pt x="4868" y="5291"/>
                  </a:cubicBezTo>
                  <a:lnTo>
                    <a:pt x="4868" y="5291"/>
                  </a:lnTo>
                  <a:lnTo>
                    <a:pt x="3915" y="7937"/>
                  </a:lnTo>
                  <a:cubicBezTo>
                    <a:pt x="3915" y="7937"/>
                    <a:pt x="4868" y="7830"/>
                    <a:pt x="4973" y="7407"/>
                  </a:cubicBezTo>
                  <a:cubicBezTo>
                    <a:pt x="5080" y="6984"/>
                    <a:pt x="6561" y="4127"/>
                    <a:pt x="6561" y="4127"/>
                  </a:cubicBezTo>
                  <a:cubicBezTo>
                    <a:pt x="6561" y="4127"/>
                    <a:pt x="6616" y="4129"/>
                    <a:pt x="6714" y="4129"/>
                  </a:cubicBezTo>
                  <a:cubicBezTo>
                    <a:pt x="7303" y="4129"/>
                    <a:pt x="9418" y="4052"/>
                    <a:pt x="10052" y="2963"/>
                  </a:cubicBezTo>
                  <a:cubicBezTo>
                    <a:pt x="10793" y="1693"/>
                    <a:pt x="11323" y="847"/>
                    <a:pt x="91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67"/>
            <p:cNvSpPr/>
            <p:nvPr/>
          </p:nvSpPr>
          <p:spPr>
            <a:xfrm>
              <a:off x="3566025" y="1886475"/>
              <a:ext cx="286700" cy="213725"/>
            </a:xfrm>
            <a:custGeom>
              <a:rect b="b" l="l" r="r" t="t"/>
              <a:pathLst>
                <a:path extrusionOk="0" h="8549" w="11468">
                  <a:moveTo>
                    <a:pt x="9370" y="621"/>
                  </a:moveTo>
                  <a:cubicBezTo>
                    <a:pt x="10126" y="917"/>
                    <a:pt x="10548" y="1216"/>
                    <a:pt x="10661" y="1533"/>
                  </a:cubicBezTo>
                  <a:cubicBezTo>
                    <a:pt x="10795" y="1915"/>
                    <a:pt x="10498" y="2422"/>
                    <a:pt x="10095" y="3115"/>
                  </a:cubicBezTo>
                  <a:cubicBezTo>
                    <a:pt x="9601" y="3960"/>
                    <a:pt x="7863" y="4130"/>
                    <a:pt x="7047" y="4130"/>
                  </a:cubicBezTo>
                  <a:cubicBezTo>
                    <a:pt x="6985" y="4130"/>
                    <a:pt x="6929" y="4129"/>
                    <a:pt x="6879" y="4127"/>
                  </a:cubicBezTo>
                  <a:cubicBezTo>
                    <a:pt x="6875" y="4127"/>
                    <a:pt x="6871" y="4127"/>
                    <a:pt x="6867" y="4127"/>
                  </a:cubicBezTo>
                  <a:cubicBezTo>
                    <a:pt x="6753" y="4127"/>
                    <a:pt x="6648" y="4190"/>
                    <a:pt x="6595" y="4292"/>
                  </a:cubicBezTo>
                  <a:cubicBezTo>
                    <a:pt x="6345" y="4774"/>
                    <a:pt x="5092" y="7202"/>
                    <a:pt x="4983" y="7639"/>
                  </a:cubicBezTo>
                  <a:cubicBezTo>
                    <a:pt x="4970" y="7689"/>
                    <a:pt x="4859" y="7756"/>
                    <a:pt x="4701" y="7816"/>
                  </a:cubicBezTo>
                  <a:lnTo>
                    <a:pt x="5462" y="5700"/>
                  </a:lnTo>
                  <a:cubicBezTo>
                    <a:pt x="5513" y="5558"/>
                    <a:pt x="5452" y="5400"/>
                    <a:pt x="5319" y="5328"/>
                  </a:cubicBezTo>
                  <a:cubicBezTo>
                    <a:pt x="5273" y="5303"/>
                    <a:pt x="5223" y="5291"/>
                    <a:pt x="5174" y="5291"/>
                  </a:cubicBezTo>
                  <a:cubicBezTo>
                    <a:pt x="5080" y="5291"/>
                    <a:pt x="4989" y="5334"/>
                    <a:pt x="4929" y="5413"/>
                  </a:cubicBezTo>
                  <a:cubicBezTo>
                    <a:pt x="3947" y="6723"/>
                    <a:pt x="2848" y="7831"/>
                    <a:pt x="2529" y="7831"/>
                  </a:cubicBezTo>
                  <a:cubicBezTo>
                    <a:pt x="1775" y="7831"/>
                    <a:pt x="649" y="7308"/>
                    <a:pt x="612" y="7087"/>
                  </a:cubicBezTo>
                  <a:cubicBezTo>
                    <a:pt x="668" y="6584"/>
                    <a:pt x="2985" y="2625"/>
                    <a:pt x="3974" y="1933"/>
                  </a:cubicBezTo>
                  <a:cubicBezTo>
                    <a:pt x="4776" y="1371"/>
                    <a:pt x="8066" y="807"/>
                    <a:pt x="9370" y="621"/>
                  </a:cubicBezTo>
                  <a:close/>
                  <a:moveTo>
                    <a:pt x="9409" y="1"/>
                  </a:moveTo>
                  <a:cubicBezTo>
                    <a:pt x="9394" y="1"/>
                    <a:pt x="9380" y="2"/>
                    <a:pt x="9365" y="4"/>
                  </a:cubicBezTo>
                  <a:cubicBezTo>
                    <a:pt x="8892" y="69"/>
                    <a:pt x="4711" y="670"/>
                    <a:pt x="3623" y="1431"/>
                  </a:cubicBezTo>
                  <a:cubicBezTo>
                    <a:pt x="2504" y="2214"/>
                    <a:pt x="1" y="6425"/>
                    <a:pt x="1" y="7078"/>
                  </a:cubicBezTo>
                  <a:cubicBezTo>
                    <a:pt x="1" y="7914"/>
                    <a:pt x="1779" y="8443"/>
                    <a:pt x="2529" y="8443"/>
                  </a:cubicBezTo>
                  <a:cubicBezTo>
                    <a:pt x="2988" y="8443"/>
                    <a:pt x="3682" y="7817"/>
                    <a:pt x="4289" y="7154"/>
                  </a:cubicBezTo>
                  <a:lnTo>
                    <a:pt x="4289" y="7154"/>
                  </a:lnTo>
                  <a:lnTo>
                    <a:pt x="3934" y="8138"/>
                  </a:lnTo>
                  <a:cubicBezTo>
                    <a:pt x="3862" y="8338"/>
                    <a:pt x="4010" y="8548"/>
                    <a:pt x="4222" y="8548"/>
                  </a:cubicBezTo>
                  <a:cubicBezTo>
                    <a:pt x="4233" y="8548"/>
                    <a:pt x="4245" y="8548"/>
                    <a:pt x="4256" y="8547"/>
                  </a:cubicBezTo>
                  <a:cubicBezTo>
                    <a:pt x="4451" y="8525"/>
                    <a:pt x="5428" y="8388"/>
                    <a:pt x="5577" y="7788"/>
                  </a:cubicBezTo>
                  <a:cubicBezTo>
                    <a:pt x="5644" y="7519"/>
                    <a:pt x="6483" y="5844"/>
                    <a:pt x="7053" y="4742"/>
                  </a:cubicBezTo>
                  <a:cubicBezTo>
                    <a:pt x="7728" y="4739"/>
                    <a:pt x="9920" y="4631"/>
                    <a:pt x="10652" y="3375"/>
                  </a:cubicBezTo>
                  <a:cubicBezTo>
                    <a:pt x="11089" y="2626"/>
                    <a:pt x="11467" y="1979"/>
                    <a:pt x="11237" y="1330"/>
                  </a:cubicBezTo>
                  <a:cubicBezTo>
                    <a:pt x="11055" y="815"/>
                    <a:pt x="10509" y="398"/>
                    <a:pt x="9516" y="21"/>
                  </a:cubicBezTo>
                  <a:cubicBezTo>
                    <a:pt x="9482" y="7"/>
                    <a:pt x="9446" y="1"/>
                    <a:pt x="940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67"/>
            <p:cNvSpPr/>
            <p:nvPr/>
          </p:nvSpPr>
          <p:spPr>
            <a:xfrm>
              <a:off x="3960075" y="1719450"/>
              <a:ext cx="202550" cy="700950"/>
            </a:xfrm>
            <a:custGeom>
              <a:rect b="b" l="l" r="r" t="t"/>
              <a:pathLst>
                <a:path extrusionOk="0" h="28038" w="8102">
                  <a:moveTo>
                    <a:pt x="2778" y="1"/>
                  </a:moveTo>
                  <a:cubicBezTo>
                    <a:pt x="2778" y="1"/>
                    <a:pt x="1504" y="4283"/>
                    <a:pt x="1504" y="6945"/>
                  </a:cubicBezTo>
                  <a:cubicBezTo>
                    <a:pt x="1504" y="9607"/>
                    <a:pt x="3357" y="18172"/>
                    <a:pt x="3357" y="18172"/>
                  </a:cubicBezTo>
                  <a:cubicBezTo>
                    <a:pt x="3357" y="18172"/>
                    <a:pt x="3010" y="20486"/>
                    <a:pt x="1504" y="22106"/>
                  </a:cubicBezTo>
                  <a:cubicBezTo>
                    <a:pt x="0" y="23727"/>
                    <a:pt x="463" y="25925"/>
                    <a:pt x="1158" y="26619"/>
                  </a:cubicBezTo>
                  <a:cubicBezTo>
                    <a:pt x="1694" y="27156"/>
                    <a:pt x="2645" y="28038"/>
                    <a:pt x="3263" y="28038"/>
                  </a:cubicBezTo>
                  <a:cubicBezTo>
                    <a:pt x="3445" y="28038"/>
                    <a:pt x="3598" y="27961"/>
                    <a:pt x="3703" y="27777"/>
                  </a:cubicBezTo>
                  <a:cubicBezTo>
                    <a:pt x="4166" y="26967"/>
                    <a:pt x="3820" y="25463"/>
                    <a:pt x="4283" y="24884"/>
                  </a:cubicBezTo>
                  <a:cubicBezTo>
                    <a:pt x="4746" y="24305"/>
                    <a:pt x="6482" y="23379"/>
                    <a:pt x="6713" y="21643"/>
                  </a:cubicBezTo>
                  <a:cubicBezTo>
                    <a:pt x="6945" y="19907"/>
                    <a:pt x="6597" y="14584"/>
                    <a:pt x="6597" y="11690"/>
                  </a:cubicBezTo>
                  <a:cubicBezTo>
                    <a:pt x="6597" y="8797"/>
                    <a:pt x="8101" y="4515"/>
                    <a:pt x="6482" y="1506"/>
                  </a:cubicBezTo>
                  <a:lnTo>
                    <a:pt x="2778"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67"/>
            <p:cNvSpPr/>
            <p:nvPr/>
          </p:nvSpPr>
          <p:spPr>
            <a:xfrm>
              <a:off x="3950375" y="1711825"/>
              <a:ext cx="207725" cy="716250"/>
            </a:xfrm>
            <a:custGeom>
              <a:rect b="b" l="l" r="r" t="t"/>
              <a:pathLst>
                <a:path extrusionOk="0" h="28650" w="8309">
                  <a:moveTo>
                    <a:pt x="3166" y="0"/>
                  </a:moveTo>
                  <a:cubicBezTo>
                    <a:pt x="3034" y="0"/>
                    <a:pt x="2912" y="87"/>
                    <a:pt x="2873" y="219"/>
                  </a:cubicBezTo>
                  <a:cubicBezTo>
                    <a:pt x="2820" y="397"/>
                    <a:pt x="1587" y="4575"/>
                    <a:pt x="1587" y="7250"/>
                  </a:cubicBezTo>
                  <a:cubicBezTo>
                    <a:pt x="1587" y="9829"/>
                    <a:pt x="3257" y="17665"/>
                    <a:pt x="3433" y="18483"/>
                  </a:cubicBezTo>
                  <a:cubicBezTo>
                    <a:pt x="3370" y="18829"/>
                    <a:pt x="2967" y="20806"/>
                    <a:pt x="1669" y="22203"/>
                  </a:cubicBezTo>
                  <a:cubicBezTo>
                    <a:pt x="0" y="24000"/>
                    <a:pt x="561" y="26374"/>
                    <a:pt x="1330" y="27142"/>
                  </a:cubicBezTo>
                  <a:cubicBezTo>
                    <a:pt x="2353" y="28166"/>
                    <a:pt x="3098" y="28649"/>
                    <a:pt x="3652" y="28649"/>
                  </a:cubicBezTo>
                  <a:cubicBezTo>
                    <a:pt x="3691" y="28649"/>
                    <a:pt x="3731" y="28646"/>
                    <a:pt x="3771" y="28642"/>
                  </a:cubicBezTo>
                  <a:cubicBezTo>
                    <a:pt x="4022" y="28607"/>
                    <a:pt x="4224" y="28467"/>
                    <a:pt x="4357" y="28234"/>
                  </a:cubicBezTo>
                  <a:cubicBezTo>
                    <a:pt x="4624" y="27769"/>
                    <a:pt x="4655" y="27163"/>
                    <a:pt x="4687" y="26576"/>
                  </a:cubicBezTo>
                  <a:cubicBezTo>
                    <a:pt x="4712" y="26094"/>
                    <a:pt x="4738" y="25594"/>
                    <a:pt x="4910" y="25380"/>
                  </a:cubicBezTo>
                  <a:cubicBezTo>
                    <a:pt x="5011" y="25254"/>
                    <a:pt x="5208" y="25088"/>
                    <a:pt x="5435" y="24895"/>
                  </a:cubicBezTo>
                  <a:cubicBezTo>
                    <a:pt x="6145" y="24297"/>
                    <a:pt x="7217" y="23392"/>
                    <a:pt x="7405" y="21988"/>
                  </a:cubicBezTo>
                  <a:cubicBezTo>
                    <a:pt x="7554" y="20864"/>
                    <a:pt x="7469" y="18317"/>
                    <a:pt x="7386" y="15853"/>
                  </a:cubicBezTo>
                  <a:cubicBezTo>
                    <a:pt x="7337" y="14412"/>
                    <a:pt x="7292" y="13052"/>
                    <a:pt x="7292" y="11995"/>
                  </a:cubicBezTo>
                  <a:cubicBezTo>
                    <a:pt x="7292" y="11125"/>
                    <a:pt x="7432" y="10116"/>
                    <a:pt x="7581" y="9048"/>
                  </a:cubicBezTo>
                  <a:cubicBezTo>
                    <a:pt x="7922" y="6606"/>
                    <a:pt x="8309" y="3836"/>
                    <a:pt x="7140" y="1666"/>
                  </a:cubicBezTo>
                  <a:cubicBezTo>
                    <a:pt x="7085" y="1560"/>
                    <a:pt x="6978" y="1500"/>
                    <a:pt x="6867" y="1500"/>
                  </a:cubicBezTo>
                  <a:cubicBezTo>
                    <a:pt x="6818" y="1500"/>
                    <a:pt x="6768" y="1512"/>
                    <a:pt x="6722" y="1537"/>
                  </a:cubicBezTo>
                  <a:cubicBezTo>
                    <a:pt x="6572" y="1617"/>
                    <a:pt x="6516" y="1806"/>
                    <a:pt x="6600" y="1955"/>
                  </a:cubicBezTo>
                  <a:cubicBezTo>
                    <a:pt x="7675" y="3950"/>
                    <a:pt x="7303" y="6615"/>
                    <a:pt x="6975" y="8964"/>
                  </a:cubicBezTo>
                  <a:cubicBezTo>
                    <a:pt x="6823" y="10054"/>
                    <a:pt x="6680" y="11083"/>
                    <a:pt x="6680" y="11995"/>
                  </a:cubicBezTo>
                  <a:cubicBezTo>
                    <a:pt x="6680" y="13062"/>
                    <a:pt x="6726" y="14428"/>
                    <a:pt x="6774" y="15873"/>
                  </a:cubicBezTo>
                  <a:cubicBezTo>
                    <a:pt x="6856" y="18313"/>
                    <a:pt x="6941" y="20834"/>
                    <a:pt x="6798" y="21907"/>
                  </a:cubicBezTo>
                  <a:cubicBezTo>
                    <a:pt x="6643" y="23077"/>
                    <a:pt x="5716" y="23858"/>
                    <a:pt x="5041" y="24428"/>
                  </a:cubicBezTo>
                  <a:cubicBezTo>
                    <a:pt x="4788" y="24641"/>
                    <a:pt x="4570" y="24825"/>
                    <a:pt x="4431" y="24998"/>
                  </a:cubicBezTo>
                  <a:cubicBezTo>
                    <a:pt x="4137" y="25366"/>
                    <a:pt x="4107" y="25939"/>
                    <a:pt x="4075" y="26545"/>
                  </a:cubicBezTo>
                  <a:cubicBezTo>
                    <a:pt x="4048" y="27059"/>
                    <a:pt x="4019" y="27591"/>
                    <a:pt x="3825" y="27930"/>
                  </a:cubicBezTo>
                  <a:cubicBezTo>
                    <a:pt x="3782" y="28007"/>
                    <a:pt x="3740" y="28028"/>
                    <a:pt x="3689" y="28034"/>
                  </a:cubicBezTo>
                  <a:cubicBezTo>
                    <a:pt x="3678" y="28036"/>
                    <a:pt x="3665" y="28037"/>
                    <a:pt x="3650" y="28037"/>
                  </a:cubicBezTo>
                  <a:cubicBezTo>
                    <a:pt x="3459" y="28037"/>
                    <a:pt x="2934" y="27879"/>
                    <a:pt x="1763" y="26708"/>
                  </a:cubicBezTo>
                  <a:cubicBezTo>
                    <a:pt x="1157" y="26104"/>
                    <a:pt x="733" y="24111"/>
                    <a:pt x="2117" y="22620"/>
                  </a:cubicBezTo>
                  <a:cubicBezTo>
                    <a:pt x="3669" y="20949"/>
                    <a:pt x="4034" y="18621"/>
                    <a:pt x="4048" y="18522"/>
                  </a:cubicBezTo>
                  <a:cubicBezTo>
                    <a:pt x="4054" y="18485"/>
                    <a:pt x="4053" y="18448"/>
                    <a:pt x="4044" y="18412"/>
                  </a:cubicBezTo>
                  <a:cubicBezTo>
                    <a:pt x="4026" y="18327"/>
                    <a:pt x="2199" y="9849"/>
                    <a:pt x="2199" y="7250"/>
                  </a:cubicBezTo>
                  <a:cubicBezTo>
                    <a:pt x="2199" y="4665"/>
                    <a:pt x="3448" y="436"/>
                    <a:pt x="3460" y="393"/>
                  </a:cubicBezTo>
                  <a:cubicBezTo>
                    <a:pt x="3508" y="232"/>
                    <a:pt x="3416" y="61"/>
                    <a:pt x="3254" y="13"/>
                  </a:cubicBezTo>
                  <a:cubicBezTo>
                    <a:pt x="3224" y="5"/>
                    <a:pt x="3195" y="0"/>
                    <a:pt x="316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67"/>
            <p:cNvSpPr/>
            <p:nvPr/>
          </p:nvSpPr>
          <p:spPr>
            <a:xfrm>
              <a:off x="3960075" y="2136825"/>
              <a:ext cx="170875" cy="283575"/>
            </a:xfrm>
            <a:custGeom>
              <a:rect b="b" l="l" r="r" t="t"/>
              <a:pathLst>
                <a:path extrusionOk="0" h="11343" w="6835">
                  <a:moveTo>
                    <a:pt x="5684" y="0"/>
                  </a:moveTo>
                  <a:cubicBezTo>
                    <a:pt x="4452" y="0"/>
                    <a:pt x="3707" y="513"/>
                    <a:pt x="3267" y="1057"/>
                  </a:cubicBezTo>
                  <a:cubicBezTo>
                    <a:pt x="3323" y="1323"/>
                    <a:pt x="3357" y="1477"/>
                    <a:pt x="3357" y="1477"/>
                  </a:cubicBezTo>
                  <a:cubicBezTo>
                    <a:pt x="3357" y="1477"/>
                    <a:pt x="3009" y="3791"/>
                    <a:pt x="1504" y="5411"/>
                  </a:cubicBezTo>
                  <a:cubicBezTo>
                    <a:pt x="0" y="7032"/>
                    <a:pt x="463" y="9230"/>
                    <a:pt x="1158" y="9924"/>
                  </a:cubicBezTo>
                  <a:cubicBezTo>
                    <a:pt x="1694" y="10461"/>
                    <a:pt x="2645" y="11343"/>
                    <a:pt x="3263" y="11343"/>
                  </a:cubicBezTo>
                  <a:cubicBezTo>
                    <a:pt x="3445" y="11343"/>
                    <a:pt x="3598" y="11266"/>
                    <a:pt x="3703" y="11082"/>
                  </a:cubicBezTo>
                  <a:cubicBezTo>
                    <a:pt x="4166" y="10272"/>
                    <a:pt x="3820" y="8768"/>
                    <a:pt x="4283" y="8189"/>
                  </a:cubicBezTo>
                  <a:cubicBezTo>
                    <a:pt x="4745" y="7610"/>
                    <a:pt x="6482" y="6684"/>
                    <a:pt x="6712" y="4948"/>
                  </a:cubicBezTo>
                  <a:cubicBezTo>
                    <a:pt x="6835" y="4036"/>
                    <a:pt x="6796" y="2130"/>
                    <a:pt x="6732" y="110"/>
                  </a:cubicBezTo>
                  <a:cubicBezTo>
                    <a:pt x="6349" y="34"/>
                    <a:pt x="6001" y="0"/>
                    <a:pt x="568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67"/>
            <p:cNvSpPr/>
            <p:nvPr/>
          </p:nvSpPr>
          <p:spPr>
            <a:xfrm>
              <a:off x="3950375" y="2129175"/>
              <a:ext cx="188075" cy="298900"/>
            </a:xfrm>
            <a:custGeom>
              <a:rect b="b" l="l" r="r" t="t"/>
              <a:pathLst>
                <a:path extrusionOk="0" h="11956" w="7523">
                  <a:moveTo>
                    <a:pt x="6084" y="614"/>
                  </a:moveTo>
                  <a:cubicBezTo>
                    <a:pt x="6318" y="614"/>
                    <a:pt x="6564" y="634"/>
                    <a:pt x="6822" y="674"/>
                  </a:cubicBezTo>
                  <a:cubicBezTo>
                    <a:pt x="6878" y="2547"/>
                    <a:pt x="6911" y="4360"/>
                    <a:pt x="6797" y="5213"/>
                  </a:cubicBezTo>
                  <a:cubicBezTo>
                    <a:pt x="6641" y="6383"/>
                    <a:pt x="5716" y="7164"/>
                    <a:pt x="5040" y="7734"/>
                  </a:cubicBezTo>
                  <a:cubicBezTo>
                    <a:pt x="4788" y="7947"/>
                    <a:pt x="4569" y="8131"/>
                    <a:pt x="4430" y="8304"/>
                  </a:cubicBezTo>
                  <a:cubicBezTo>
                    <a:pt x="4137" y="8672"/>
                    <a:pt x="4106" y="9245"/>
                    <a:pt x="4075" y="9851"/>
                  </a:cubicBezTo>
                  <a:cubicBezTo>
                    <a:pt x="4048" y="10365"/>
                    <a:pt x="4019" y="10897"/>
                    <a:pt x="3825" y="11236"/>
                  </a:cubicBezTo>
                  <a:cubicBezTo>
                    <a:pt x="3782" y="11313"/>
                    <a:pt x="3739" y="11334"/>
                    <a:pt x="3688" y="11340"/>
                  </a:cubicBezTo>
                  <a:cubicBezTo>
                    <a:pt x="3677" y="11342"/>
                    <a:pt x="3664" y="11343"/>
                    <a:pt x="3649" y="11343"/>
                  </a:cubicBezTo>
                  <a:cubicBezTo>
                    <a:pt x="3458" y="11343"/>
                    <a:pt x="2933" y="11185"/>
                    <a:pt x="1762" y="10014"/>
                  </a:cubicBezTo>
                  <a:cubicBezTo>
                    <a:pt x="1157" y="9410"/>
                    <a:pt x="733" y="7417"/>
                    <a:pt x="2117" y="5926"/>
                  </a:cubicBezTo>
                  <a:cubicBezTo>
                    <a:pt x="3668" y="4255"/>
                    <a:pt x="4034" y="1927"/>
                    <a:pt x="4047" y="1828"/>
                  </a:cubicBezTo>
                  <a:cubicBezTo>
                    <a:pt x="4053" y="1791"/>
                    <a:pt x="4051" y="1754"/>
                    <a:pt x="4044" y="1717"/>
                  </a:cubicBezTo>
                  <a:lnTo>
                    <a:pt x="3986" y="1447"/>
                  </a:lnTo>
                  <a:cubicBezTo>
                    <a:pt x="4487" y="895"/>
                    <a:pt x="5200" y="614"/>
                    <a:pt x="6084" y="614"/>
                  </a:cubicBezTo>
                  <a:close/>
                  <a:moveTo>
                    <a:pt x="6073" y="1"/>
                  </a:moveTo>
                  <a:cubicBezTo>
                    <a:pt x="4690" y="1"/>
                    <a:pt x="3877" y="602"/>
                    <a:pt x="3418" y="1170"/>
                  </a:cubicBezTo>
                  <a:cubicBezTo>
                    <a:pt x="3359" y="1242"/>
                    <a:pt x="3337" y="1336"/>
                    <a:pt x="3356" y="1426"/>
                  </a:cubicBezTo>
                  <a:lnTo>
                    <a:pt x="3433" y="1789"/>
                  </a:lnTo>
                  <a:cubicBezTo>
                    <a:pt x="3372" y="2134"/>
                    <a:pt x="2970" y="4107"/>
                    <a:pt x="1669" y="5509"/>
                  </a:cubicBezTo>
                  <a:cubicBezTo>
                    <a:pt x="0" y="7306"/>
                    <a:pt x="561" y="9680"/>
                    <a:pt x="1330" y="10448"/>
                  </a:cubicBezTo>
                  <a:cubicBezTo>
                    <a:pt x="2353" y="11472"/>
                    <a:pt x="3098" y="11955"/>
                    <a:pt x="3652" y="11955"/>
                  </a:cubicBezTo>
                  <a:cubicBezTo>
                    <a:pt x="3691" y="11955"/>
                    <a:pt x="3731" y="11953"/>
                    <a:pt x="3770" y="11948"/>
                  </a:cubicBezTo>
                  <a:cubicBezTo>
                    <a:pt x="4022" y="11914"/>
                    <a:pt x="4224" y="11774"/>
                    <a:pt x="4357" y="11540"/>
                  </a:cubicBezTo>
                  <a:cubicBezTo>
                    <a:pt x="4623" y="11075"/>
                    <a:pt x="4655" y="10469"/>
                    <a:pt x="4686" y="9883"/>
                  </a:cubicBezTo>
                  <a:cubicBezTo>
                    <a:pt x="4712" y="9400"/>
                    <a:pt x="4737" y="8901"/>
                    <a:pt x="4909" y="8686"/>
                  </a:cubicBezTo>
                  <a:cubicBezTo>
                    <a:pt x="5011" y="8560"/>
                    <a:pt x="5207" y="8394"/>
                    <a:pt x="5435" y="8202"/>
                  </a:cubicBezTo>
                  <a:cubicBezTo>
                    <a:pt x="6144" y="7604"/>
                    <a:pt x="7217" y="6699"/>
                    <a:pt x="7404" y="5295"/>
                  </a:cubicBezTo>
                  <a:cubicBezTo>
                    <a:pt x="7522" y="4412"/>
                    <a:pt x="7499" y="2702"/>
                    <a:pt x="7427" y="406"/>
                  </a:cubicBezTo>
                  <a:cubicBezTo>
                    <a:pt x="7422" y="264"/>
                    <a:pt x="7319" y="143"/>
                    <a:pt x="7180" y="115"/>
                  </a:cubicBezTo>
                  <a:cubicBezTo>
                    <a:pt x="6775" y="36"/>
                    <a:pt x="6407" y="1"/>
                    <a:pt x="607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67"/>
            <p:cNvSpPr/>
            <p:nvPr/>
          </p:nvSpPr>
          <p:spPr>
            <a:xfrm>
              <a:off x="3931150" y="2136125"/>
              <a:ext cx="549725" cy="515025"/>
            </a:xfrm>
            <a:custGeom>
              <a:rect b="b" l="l" r="r" t="t"/>
              <a:pathLst>
                <a:path extrusionOk="0" h="20601" w="21989">
                  <a:moveTo>
                    <a:pt x="11110" y="0"/>
                  </a:moveTo>
                  <a:lnTo>
                    <a:pt x="1" y="12614"/>
                  </a:lnTo>
                  <a:lnTo>
                    <a:pt x="11226" y="20600"/>
                  </a:lnTo>
                  <a:lnTo>
                    <a:pt x="21989" y="6944"/>
                  </a:lnTo>
                  <a:lnTo>
                    <a:pt x="1111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67"/>
            <p:cNvSpPr/>
            <p:nvPr/>
          </p:nvSpPr>
          <p:spPr>
            <a:xfrm>
              <a:off x="3922400" y="2128475"/>
              <a:ext cx="567325" cy="530325"/>
            </a:xfrm>
            <a:custGeom>
              <a:rect b="b" l="l" r="r" t="t"/>
              <a:pathLst>
                <a:path extrusionOk="0" h="21213" w="22693">
                  <a:moveTo>
                    <a:pt x="11517" y="705"/>
                  </a:moveTo>
                  <a:lnTo>
                    <a:pt x="21890" y="7326"/>
                  </a:lnTo>
                  <a:lnTo>
                    <a:pt x="11517" y="20488"/>
                  </a:lnTo>
                  <a:lnTo>
                    <a:pt x="805" y="12868"/>
                  </a:lnTo>
                  <a:lnTo>
                    <a:pt x="11517" y="705"/>
                  </a:lnTo>
                  <a:close/>
                  <a:moveTo>
                    <a:pt x="11460" y="0"/>
                  </a:moveTo>
                  <a:cubicBezTo>
                    <a:pt x="11375" y="0"/>
                    <a:pt x="11291" y="36"/>
                    <a:pt x="11231" y="104"/>
                  </a:cubicBezTo>
                  <a:lnTo>
                    <a:pt x="120" y="12718"/>
                  </a:lnTo>
                  <a:cubicBezTo>
                    <a:pt x="0" y="12854"/>
                    <a:pt x="24" y="13064"/>
                    <a:pt x="172" y="13170"/>
                  </a:cubicBezTo>
                  <a:lnTo>
                    <a:pt x="11398" y="21156"/>
                  </a:lnTo>
                  <a:cubicBezTo>
                    <a:pt x="11450" y="21192"/>
                    <a:pt x="11512" y="21212"/>
                    <a:pt x="11577" y="21212"/>
                  </a:cubicBezTo>
                  <a:cubicBezTo>
                    <a:pt x="11670" y="21212"/>
                    <a:pt x="11758" y="21169"/>
                    <a:pt x="11817" y="21096"/>
                  </a:cubicBezTo>
                  <a:lnTo>
                    <a:pt x="22579" y="7439"/>
                  </a:lnTo>
                  <a:cubicBezTo>
                    <a:pt x="22692" y="7297"/>
                    <a:pt x="22657" y="7089"/>
                    <a:pt x="22504" y="6992"/>
                  </a:cubicBezTo>
                  <a:lnTo>
                    <a:pt x="11624" y="48"/>
                  </a:lnTo>
                  <a:cubicBezTo>
                    <a:pt x="11574" y="16"/>
                    <a:pt x="11517" y="0"/>
                    <a:pt x="11460"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67"/>
            <p:cNvSpPr/>
            <p:nvPr/>
          </p:nvSpPr>
          <p:spPr>
            <a:xfrm>
              <a:off x="4087375" y="2214250"/>
              <a:ext cx="63700" cy="182325"/>
            </a:xfrm>
            <a:custGeom>
              <a:rect b="b" l="l" r="r" t="t"/>
              <a:pathLst>
                <a:path extrusionOk="0" h="7293" w="2548">
                  <a:moveTo>
                    <a:pt x="1621" y="0"/>
                  </a:moveTo>
                  <a:lnTo>
                    <a:pt x="0" y="2083"/>
                  </a:lnTo>
                  <a:cubicBezTo>
                    <a:pt x="0" y="2083"/>
                    <a:pt x="117" y="6018"/>
                    <a:pt x="117" y="6597"/>
                  </a:cubicBezTo>
                  <a:cubicBezTo>
                    <a:pt x="117" y="6926"/>
                    <a:pt x="528" y="7292"/>
                    <a:pt x="904" y="7292"/>
                  </a:cubicBezTo>
                  <a:cubicBezTo>
                    <a:pt x="1189" y="7292"/>
                    <a:pt x="1455" y="7081"/>
                    <a:pt x="1505" y="6481"/>
                  </a:cubicBezTo>
                  <a:cubicBezTo>
                    <a:pt x="1621" y="5093"/>
                    <a:pt x="1621" y="4513"/>
                    <a:pt x="1736" y="4167"/>
                  </a:cubicBezTo>
                  <a:cubicBezTo>
                    <a:pt x="1853" y="3819"/>
                    <a:pt x="2547" y="1620"/>
                    <a:pt x="162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67"/>
            <p:cNvSpPr/>
            <p:nvPr/>
          </p:nvSpPr>
          <p:spPr>
            <a:xfrm>
              <a:off x="4079625" y="2206625"/>
              <a:ext cx="78525" cy="197575"/>
            </a:xfrm>
            <a:custGeom>
              <a:rect b="b" l="l" r="r" t="t"/>
              <a:pathLst>
                <a:path extrusionOk="0" h="7903" w="3141">
                  <a:moveTo>
                    <a:pt x="1932" y="0"/>
                  </a:moveTo>
                  <a:cubicBezTo>
                    <a:pt x="1881" y="0"/>
                    <a:pt x="1828" y="13"/>
                    <a:pt x="1780" y="41"/>
                  </a:cubicBezTo>
                  <a:cubicBezTo>
                    <a:pt x="1635" y="124"/>
                    <a:pt x="1583" y="310"/>
                    <a:pt x="1665" y="456"/>
                  </a:cubicBezTo>
                  <a:cubicBezTo>
                    <a:pt x="2505" y="1924"/>
                    <a:pt x="1889" y="3978"/>
                    <a:pt x="1757" y="4374"/>
                  </a:cubicBezTo>
                  <a:cubicBezTo>
                    <a:pt x="1663" y="4651"/>
                    <a:pt x="1639" y="5001"/>
                    <a:pt x="1591" y="5698"/>
                  </a:cubicBezTo>
                  <a:cubicBezTo>
                    <a:pt x="1570" y="5987"/>
                    <a:pt x="1546" y="6335"/>
                    <a:pt x="1510" y="6760"/>
                  </a:cubicBezTo>
                  <a:cubicBezTo>
                    <a:pt x="1490" y="6996"/>
                    <a:pt x="1416" y="7291"/>
                    <a:pt x="1227" y="7291"/>
                  </a:cubicBezTo>
                  <a:cubicBezTo>
                    <a:pt x="1219" y="7291"/>
                    <a:pt x="1211" y="7291"/>
                    <a:pt x="1202" y="7290"/>
                  </a:cubicBezTo>
                  <a:cubicBezTo>
                    <a:pt x="968" y="7281"/>
                    <a:pt x="733" y="7034"/>
                    <a:pt x="733" y="6902"/>
                  </a:cubicBezTo>
                  <a:cubicBezTo>
                    <a:pt x="733" y="6325"/>
                    <a:pt x="622" y="2540"/>
                    <a:pt x="616" y="2379"/>
                  </a:cubicBezTo>
                  <a:cubicBezTo>
                    <a:pt x="610" y="2213"/>
                    <a:pt x="473" y="2082"/>
                    <a:pt x="308" y="2082"/>
                  </a:cubicBezTo>
                  <a:cubicBezTo>
                    <a:pt x="306" y="2082"/>
                    <a:pt x="304" y="2082"/>
                    <a:pt x="302" y="2082"/>
                  </a:cubicBezTo>
                  <a:cubicBezTo>
                    <a:pt x="133" y="2087"/>
                    <a:pt x="0" y="2227"/>
                    <a:pt x="5" y="2397"/>
                  </a:cubicBezTo>
                  <a:cubicBezTo>
                    <a:pt x="6" y="2437"/>
                    <a:pt x="120" y="6334"/>
                    <a:pt x="120" y="6902"/>
                  </a:cubicBezTo>
                  <a:cubicBezTo>
                    <a:pt x="120" y="7384"/>
                    <a:pt x="643" y="7879"/>
                    <a:pt x="1177" y="7902"/>
                  </a:cubicBezTo>
                  <a:lnTo>
                    <a:pt x="1209" y="7902"/>
                  </a:lnTo>
                  <a:cubicBezTo>
                    <a:pt x="1439" y="7902"/>
                    <a:pt x="2037" y="7805"/>
                    <a:pt x="2121" y="6811"/>
                  </a:cubicBezTo>
                  <a:cubicBezTo>
                    <a:pt x="2157" y="6383"/>
                    <a:pt x="2182" y="6031"/>
                    <a:pt x="2201" y="5740"/>
                  </a:cubicBezTo>
                  <a:cubicBezTo>
                    <a:pt x="2246" y="5115"/>
                    <a:pt x="2270" y="4772"/>
                    <a:pt x="2338" y="4568"/>
                  </a:cubicBezTo>
                  <a:cubicBezTo>
                    <a:pt x="2544" y="3950"/>
                    <a:pt x="3141" y="1804"/>
                    <a:pt x="2197" y="152"/>
                  </a:cubicBezTo>
                  <a:cubicBezTo>
                    <a:pt x="2140" y="55"/>
                    <a:pt x="2038" y="0"/>
                    <a:pt x="1932"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67"/>
            <p:cNvSpPr/>
            <p:nvPr/>
          </p:nvSpPr>
          <p:spPr>
            <a:xfrm>
              <a:off x="4280375" y="1456175"/>
              <a:ext cx="712625" cy="1035850"/>
            </a:xfrm>
            <a:custGeom>
              <a:rect b="b" l="l" r="r" t="t"/>
              <a:pathLst>
                <a:path extrusionOk="0" h="41434" w="28505">
                  <a:moveTo>
                    <a:pt x="27232" y="0"/>
                  </a:moveTo>
                  <a:lnTo>
                    <a:pt x="23529" y="1737"/>
                  </a:lnTo>
                  <a:cubicBezTo>
                    <a:pt x="23529" y="1737"/>
                    <a:pt x="20404" y="5209"/>
                    <a:pt x="18899" y="8450"/>
                  </a:cubicBezTo>
                  <a:cubicBezTo>
                    <a:pt x="17395" y="11691"/>
                    <a:pt x="16237" y="20023"/>
                    <a:pt x="16237" y="20023"/>
                  </a:cubicBezTo>
                  <a:cubicBezTo>
                    <a:pt x="16237" y="20023"/>
                    <a:pt x="10219" y="29860"/>
                    <a:pt x="9409" y="30670"/>
                  </a:cubicBezTo>
                  <a:cubicBezTo>
                    <a:pt x="8599" y="31481"/>
                    <a:pt x="9062" y="31365"/>
                    <a:pt x="7095" y="32291"/>
                  </a:cubicBezTo>
                  <a:cubicBezTo>
                    <a:pt x="5127" y="33216"/>
                    <a:pt x="2581" y="33680"/>
                    <a:pt x="2234" y="34258"/>
                  </a:cubicBezTo>
                  <a:cubicBezTo>
                    <a:pt x="1888" y="34836"/>
                    <a:pt x="614" y="37615"/>
                    <a:pt x="266" y="37961"/>
                  </a:cubicBezTo>
                  <a:cubicBezTo>
                    <a:pt x="1" y="38227"/>
                    <a:pt x="411" y="38694"/>
                    <a:pt x="826" y="38694"/>
                  </a:cubicBezTo>
                  <a:cubicBezTo>
                    <a:pt x="954" y="38694"/>
                    <a:pt x="1083" y="38649"/>
                    <a:pt x="1193" y="38540"/>
                  </a:cubicBezTo>
                  <a:cubicBezTo>
                    <a:pt x="1656" y="38078"/>
                    <a:pt x="3275" y="36226"/>
                    <a:pt x="3275" y="36225"/>
                  </a:cubicBezTo>
                  <a:lnTo>
                    <a:pt x="3275" y="36225"/>
                  </a:lnTo>
                  <a:lnTo>
                    <a:pt x="1308" y="40854"/>
                  </a:lnTo>
                  <a:cubicBezTo>
                    <a:pt x="1308" y="40854"/>
                    <a:pt x="1308" y="41433"/>
                    <a:pt x="2002" y="41433"/>
                  </a:cubicBezTo>
                  <a:cubicBezTo>
                    <a:pt x="2697" y="41433"/>
                    <a:pt x="4433" y="40622"/>
                    <a:pt x="4433" y="40622"/>
                  </a:cubicBezTo>
                  <a:cubicBezTo>
                    <a:pt x="4433" y="40622"/>
                    <a:pt x="6400" y="40159"/>
                    <a:pt x="7095" y="39234"/>
                  </a:cubicBezTo>
                  <a:cubicBezTo>
                    <a:pt x="7789" y="38308"/>
                    <a:pt x="10335" y="33332"/>
                    <a:pt x="10335" y="33332"/>
                  </a:cubicBezTo>
                  <a:cubicBezTo>
                    <a:pt x="10335" y="33332"/>
                    <a:pt x="17047" y="29049"/>
                    <a:pt x="19477" y="26156"/>
                  </a:cubicBezTo>
                  <a:cubicBezTo>
                    <a:pt x="21908" y="23262"/>
                    <a:pt x="23529" y="19675"/>
                    <a:pt x="23875" y="18518"/>
                  </a:cubicBezTo>
                  <a:cubicBezTo>
                    <a:pt x="24222" y="17360"/>
                    <a:pt x="28505" y="4514"/>
                    <a:pt x="28389" y="2431"/>
                  </a:cubicBezTo>
                  <a:cubicBezTo>
                    <a:pt x="28274" y="348"/>
                    <a:pt x="27232" y="0"/>
                    <a:pt x="2723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67"/>
            <p:cNvSpPr/>
            <p:nvPr/>
          </p:nvSpPr>
          <p:spPr>
            <a:xfrm>
              <a:off x="4275250" y="1448525"/>
              <a:ext cx="724750" cy="1051125"/>
            </a:xfrm>
            <a:custGeom>
              <a:rect b="b" l="l" r="r" t="t"/>
              <a:pathLst>
                <a:path extrusionOk="0" h="42045" w="28990">
                  <a:moveTo>
                    <a:pt x="27439" y="1"/>
                  </a:moveTo>
                  <a:cubicBezTo>
                    <a:pt x="27313" y="1"/>
                    <a:pt x="27196" y="79"/>
                    <a:pt x="27153" y="204"/>
                  </a:cubicBezTo>
                  <a:cubicBezTo>
                    <a:pt x="27098" y="363"/>
                    <a:pt x="27179" y="535"/>
                    <a:pt x="27336" y="594"/>
                  </a:cubicBezTo>
                  <a:cubicBezTo>
                    <a:pt x="27370" y="607"/>
                    <a:pt x="28189" y="939"/>
                    <a:pt x="28290" y="2754"/>
                  </a:cubicBezTo>
                  <a:cubicBezTo>
                    <a:pt x="28384" y="4461"/>
                    <a:pt x="25231" y="14244"/>
                    <a:pt x="24196" y="17459"/>
                  </a:cubicBezTo>
                  <a:cubicBezTo>
                    <a:pt x="23987" y="18105"/>
                    <a:pt x="23842" y="18558"/>
                    <a:pt x="23789" y="18735"/>
                  </a:cubicBezTo>
                  <a:cubicBezTo>
                    <a:pt x="23494" y="19718"/>
                    <a:pt x="21918" y="23327"/>
                    <a:pt x="19450" y="26265"/>
                  </a:cubicBezTo>
                  <a:cubicBezTo>
                    <a:pt x="17077" y="29089"/>
                    <a:pt x="10442" y="33337"/>
                    <a:pt x="10376" y="33380"/>
                  </a:cubicBezTo>
                  <a:cubicBezTo>
                    <a:pt x="10331" y="33409"/>
                    <a:pt x="10293" y="33450"/>
                    <a:pt x="10269" y="33498"/>
                  </a:cubicBezTo>
                  <a:cubicBezTo>
                    <a:pt x="10243" y="33547"/>
                    <a:pt x="7727" y="38461"/>
                    <a:pt x="7056" y="39356"/>
                  </a:cubicBezTo>
                  <a:cubicBezTo>
                    <a:pt x="6542" y="40041"/>
                    <a:pt x="5086" y="40507"/>
                    <a:pt x="4569" y="40630"/>
                  </a:cubicBezTo>
                  <a:cubicBezTo>
                    <a:pt x="4548" y="40635"/>
                    <a:pt x="4528" y="40642"/>
                    <a:pt x="4509" y="40650"/>
                  </a:cubicBezTo>
                  <a:cubicBezTo>
                    <a:pt x="4043" y="40868"/>
                    <a:pt x="2721" y="41432"/>
                    <a:pt x="2208" y="41432"/>
                  </a:cubicBezTo>
                  <a:cubicBezTo>
                    <a:pt x="1929" y="41432"/>
                    <a:pt x="1847" y="41306"/>
                    <a:pt x="1826" y="41207"/>
                  </a:cubicBezTo>
                  <a:lnTo>
                    <a:pt x="3763" y="36650"/>
                  </a:lnTo>
                  <a:cubicBezTo>
                    <a:pt x="3822" y="36512"/>
                    <a:pt x="3773" y="36350"/>
                    <a:pt x="3644" y="36270"/>
                  </a:cubicBezTo>
                  <a:cubicBezTo>
                    <a:pt x="3594" y="36238"/>
                    <a:pt x="3538" y="36223"/>
                    <a:pt x="3482" y="36223"/>
                  </a:cubicBezTo>
                  <a:cubicBezTo>
                    <a:pt x="3396" y="36223"/>
                    <a:pt x="3311" y="36260"/>
                    <a:pt x="3251" y="36329"/>
                  </a:cubicBezTo>
                  <a:cubicBezTo>
                    <a:pt x="3234" y="36348"/>
                    <a:pt x="1632" y="38179"/>
                    <a:pt x="1182" y="38629"/>
                  </a:cubicBezTo>
                  <a:cubicBezTo>
                    <a:pt x="1162" y="38648"/>
                    <a:pt x="1116" y="38694"/>
                    <a:pt x="1030" y="38694"/>
                  </a:cubicBezTo>
                  <a:cubicBezTo>
                    <a:pt x="997" y="38694"/>
                    <a:pt x="960" y="38687"/>
                    <a:pt x="916" y="38671"/>
                  </a:cubicBezTo>
                  <a:cubicBezTo>
                    <a:pt x="774" y="38615"/>
                    <a:pt x="695" y="38501"/>
                    <a:pt x="687" y="38483"/>
                  </a:cubicBezTo>
                  <a:cubicBezTo>
                    <a:pt x="924" y="38246"/>
                    <a:pt x="1376" y="37351"/>
                    <a:pt x="2041" y="36011"/>
                  </a:cubicBezTo>
                  <a:cubicBezTo>
                    <a:pt x="2318" y="35453"/>
                    <a:pt x="2580" y="34924"/>
                    <a:pt x="2701" y="34721"/>
                  </a:cubicBezTo>
                  <a:cubicBezTo>
                    <a:pt x="2838" y="34494"/>
                    <a:pt x="3870" y="34159"/>
                    <a:pt x="4701" y="33888"/>
                  </a:cubicBezTo>
                  <a:cubicBezTo>
                    <a:pt x="5567" y="33607"/>
                    <a:pt x="6549" y="33288"/>
                    <a:pt x="7430" y="32873"/>
                  </a:cubicBezTo>
                  <a:cubicBezTo>
                    <a:pt x="8934" y="32166"/>
                    <a:pt x="9077" y="32039"/>
                    <a:pt x="9437" y="31621"/>
                  </a:cubicBezTo>
                  <a:cubicBezTo>
                    <a:pt x="9531" y="31511"/>
                    <a:pt x="9646" y="31376"/>
                    <a:pt x="9831" y="31192"/>
                  </a:cubicBezTo>
                  <a:cubicBezTo>
                    <a:pt x="10657" y="30366"/>
                    <a:pt x="16458" y="20891"/>
                    <a:pt x="16704" y="20488"/>
                  </a:cubicBezTo>
                  <a:cubicBezTo>
                    <a:pt x="16726" y="20452"/>
                    <a:pt x="16740" y="20412"/>
                    <a:pt x="16746" y="20370"/>
                  </a:cubicBezTo>
                  <a:cubicBezTo>
                    <a:pt x="16757" y="20287"/>
                    <a:pt x="17914" y="12046"/>
                    <a:pt x="19382" y="8884"/>
                  </a:cubicBezTo>
                  <a:cubicBezTo>
                    <a:pt x="20849" y="5723"/>
                    <a:pt x="23931" y="2281"/>
                    <a:pt x="23962" y="2247"/>
                  </a:cubicBezTo>
                  <a:cubicBezTo>
                    <a:pt x="24075" y="2122"/>
                    <a:pt x="24064" y="1928"/>
                    <a:pt x="23939" y="1815"/>
                  </a:cubicBezTo>
                  <a:cubicBezTo>
                    <a:pt x="23880" y="1762"/>
                    <a:pt x="23806" y="1736"/>
                    <a:pt x="23733" y="1736"/>
                  </a:cubicBezTo>
                  <a:cubicBezTo>
                    <a:pt x="23650" y="1736"/>
                    <a:pt x="23567" y="1770"/>
                    <a:pt x="23506" y="1837"/>
                  </a:cubicBezTo>
                  <a:cubicBezTo>
                    <a:pt x="23377" y="1981"/>
                    <a:pt x="20334" y="5381"/>
                    <a:pt x="18827" y="8627"/>
                  </a:cubicBezTo>
                  <a:cubicBezTo>
                    <a:pt x="17373" y="11757"/>
                    <a:pt x="16266" y="19388"/>
                    <a:pt x="16149" y="20223"/>
                  </a:cubicBezTo>
                  <a:cubicBezTo>
                    <a:pt x="14455" y="22991"/>
                    <a:pt x="10037" y="30120"/>
                    <a:pt x="9398" y="30759"/>
                  </a:cubicBezTo>
                  <a:cubicBezTo>
                    <a:pt x="9198" y="30958"/>
                    <a:pt x="9074" y="31103"/>
                    <a:pt x="8972" y="31222"/>
                  </a:cubicBezTo>
                  <a:cubicBezTo>
                    <a:pt x="8688" y="31551"/>
                    <a:pt x="8611" y="31641"/>
                    <a:pt x="7169" y="32319"/>
                  </a:cubicBezTo>
                  <a:cubicBezTo>
                    <a:pt x="6323" y="32717"/>
                    <a:pt x="5360" y="33030"/>
                    <a:pt x="4513" y="33307"/>
                  </a:cubicBezTo>
                  <a:cubicBezTo>
                    <a:pt x="3144" y="33751"/>
                    <a:pt x="2419" y="34002"/>
                    <a:pt x="2176" y="34406"/>
                  </a:cubicBezTo>
                  <a:cubicBezTo>
                    <a:pt x="2041" y="34631"/>
                    <a:pt x="1787" y="35143"/>
                    <a:pt x="1493" y="35739"/>
                  </a:cubicBezTo>
                  <a:cubicBezTo>
                    <a:pt x="1098" y="36535"/>
                    <a:pt x="438" y="37867"/>
                    <a:pt x="255" y="38050"/>
                  </a:cubicBezTo>
                  <a:cubicBezTo>
                    <a:pt x="1" y="38305"/>
                    <a:pt x="32" y="38706"/>
                    <a:pt x="329" y="39003"/>
                  </a:cubicBezTo>
                  <a:cubicBezTo>
                    <a:pt x="513" y="39187"/>
                    <a:pt x="773" y="39304"/>
                    <a:pt x="1033" y="39304"/>
                  </a:cubicBezTo>
                  <a:cubicBezTo>
                    <a:pt x="1239" y="39304"/>
                    <a:pt x="1445" y="39231"/>
                    <a:pt x="1614" y="39062"/>
                  </a:cubicBezTo>
                  <a:cubicBezTo>
                    <a:pt x="1789" y="38888"/>
                    <a:pt x="2118" y="38528"/>
                    <a:pt x="2463" y="38141"/>
                  </a:cubicBezTo>
                  <a:lnTo>
                    <a:pt x="2463" y="38141"/>
                  </a:lnTo>
                  <a:lnTo>
                    <a:pt x="1231" y="41040"/>
                  </a:lnTo>
                  <a:cubicBezTo>
                    <a:pt x="1215" y="41078"/>
                    <a:pt x="1207" y="41119"/>
                    <a:pt x="1207" y="41160"/>
                  </a:cubicBezTo>
                  <a:cubicBezTo>
                    <a:pt x="1207" y="41515"/>
                    <a:pt x="1473" y="42045"/>
                    <a:pt x="2207" y="42045"/>
                  </a:cubicBezTo>
                  <a:cubicBezTo>
                    <a:pt x="2920" y="42045"/>
                    <a:pt x="4457" y="41349"/>
                    <a:pt x="4740" y="41218"/>
                  </a:cubicBezTo>
                  <a:cubicBezTo>
                    <a:pt x="5011" y="41152"/>
                    <a:pt x="6834" y="40670"/>
                    <a:pt x="7546" y="39723"/>
                  </a:cubicBezTo>
                  <a:cubicBezTo>
                    <a:pt x="8209" y="38839"/>
                    <a:pt x="10444" y="34497"/>
                    <a:pt x="10776" y="33851"/>
                  </a:cubicBezTo>
                  <a:cubicBezTo>
                    <a:pt x="11537" y="33361"/>
                    <a:pt x="17591" y="29430"/>
                    <a:pt x="19918" y="26659"/>
                  </a:cubicBezTo>
                  <a:cubicBezTo>
                    <a:pt x="22400" y="23706"/>
                    <a:pt x="24017" y="20102"/>
                    <a:pt x="24374" y="18911"/>
                  </a:cubicBezTo>
                  <a:cubicBezTo>
                    <a:pt x="24427" y="18735"/>
                    <a:pt x="24572" y="18288"/>
                    <a:pt x="24778" y="17647"/>
                  </a:cubicBezTo>
                  <a:cubicBezTo>
                    <a:pt x="26745" y="11545"/>
                    <a:pt x="28990" y="4334"/>
                    <a:pt x="28900" y="2720"/>
                  </a:cubicBezTo>
                  <a:cubicBezTo>
                    <a:pt x="28775" y="455"/>
                    <a:pt x="27585" y="33"/>
                    <a:pt x="27534" y="16"/>
                  </a:cubicBezTo>
                  <a:cubicBezTo>
                    <a:pt x="27503" y="5"/>
                    <a:pt x="27471" y="1"/>
                    <a:pt x="27439"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67"/>
            <p:cNvSpPr/>
            <p:nvPr/>
          </p:nvSpPr>
          <p:spPr>
            <a:xfrm>
              <a:off x="4280375" y="2232175"/>
              <a:ext cx="285600" cy="259850"/>
            </a:xfrm>
            <a:custGeom>
              <a:rect b="b" l="l" r="r" t="t"/>
              <a:pathLst>
                <a:path extrusionOk="0" h="10394" w="11424">
                  <a:moveTo>
                    <a:pt x="9064" y="0"/>
                  </a:moveTo>
                  <a:cubicBezTo>
                    <a:pt x="8687" y="433"/>
                    <a:pt x="8694" y="497"/>
                    <a:pt x="7095" y="1250"/>
                  </a:cubicBezTo>
                  <a:cubicBezTo>
                    <a:pt x="5127" y="2176"/>
                    <a:pt x="2581" y="2639"/>
                    <a:pt x="2234" y="3217"/>
                  </a:cubicBezTo>
                  <a:cubicBezTo>
                    <a:pt x="1888" y="3796"/>
                    <a:pt x="614" y="6574"/>
                    <a:pt x="266" y="6921"/>
                  </a:cubicBezTo>
                  <a:cubicBezTo>
                    <a:pt x="1" y="7186"/>
                    <a:pt x="411" y="7654"/>
                    <a:pt x="826" y="7654"/>
                  </a:cubicBezTo>
                  <a:cubicBezTo>
                    <a:pt x="954" y="7654"/>
                    <a:pt x="1083" y="7609"/>
                    <a:pt x="1193" y="7500"/>
                  </a:cubicBezTo>
                  <a:cubicBezTo>
                    <a:pt x="1656" y="7037"/>
                    <a:pt x="3275" y="5185"/>
                    <a:pt x="3275" y="5184"/>
                  </a:cubicBezTo>
                  <a:lnTo>
                    <a:pt x="3275" y="5184"/>
                  </a:lnTo>
                  <a:lnTo>
                    <a:pt x="1308" y="9814"/>
                  </a:lnTo>
                  <a:cubicBezTo>
                    <a:pt x="1308" y="9814"/>
                    <a:pt x="1308" y="10393"/>
                    <a:pt x="2002" y="10393"/>
                  </a:cubicBezTo>
                  <a:cubicBezTo>
                    <a:pt x="2697" y="10393"/>
                    <a:pt x="4433" y="9582"/>
                    <a:pt x="4433" y="9582"/>
                  </a:cubicBezTo>
                  <a:cubicBezTo>
                    <a:pt x="4433" y="9582"/>
                    <a:pt x="6400" y="9119"/>
                    <a:pt x="7095" y="8194"/>
                  </a:cubicBezTo>
                  <a:cubicBezTo>
                    <a:pt x="7789" y="7268"/>
                    <a:pt x="10335" y="2292"/>
                    <a:pt x="10335" y="2292"/>
                  </a:cubicBezTo>
                  <a:cubicBezTo>
                    <a:pt x="10335" y="2292"/>
                    <a:pt x="10755" y="2023"/>
                    <a:pt x="11424" y="1575"/>
                  </a:cubicBezTo>
                  <a:cubicBezTo>
                    <a:pt x="10749" y="696"/>
                    <a:pt x="9818" y="236"/>
                    <a:pt x="906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67"/>
            <p:cNvSpPr/>
            <p:nvPr/>
          </p:nvSpPr>
          <p:spPr>
            <a:xfrm>
              <a:off x="4275250" y="2224500"/>
              <a:ext cx="299525" cy="275150"/>
            </a:xfrm>
            <a:custGeom>
              <a:rect b="b" l="l" r="r" t="t"/>
              <a:pathLst>
                <a:path extrusionOk="0" h="11006" w="11981">
                  <a:moveTo>
                    <a:pt x="9366" y="661"/>
                  </a:moveTo>
                  <a:cubicBezTo>
                    <a:pt x="9922" y="860"/>
                    <a:pt x="10615" y="1210"/>
                    <a:pt x="11175" y="1818"/>
                  </a:cubicBezTo>
                  <a:cubicBezTo>
                    <a:pt x="10677" y="2147"/>
                    <a:pt x="10376" y="2340"/>
                    <a:pt x="10375" y="2341"/>
                  </a:cubicBezTo>
                  <a:cubicBezTo>
                    <a:pt x="10328" y="2370"/>
                    <a:pt x="10292" y="2411"/>
                    <a:pt x="10266" y="2459"/>
                  </a:cubicBezTo>
                  <a:cubicBezTo>
                    <a:pt x="10242" y="2509"/>
                    <a:pt x="7725" y="7423"/>
                    <a:pt x="7054" y="8317"/>
                  </a:cubicBezTo>
                  <a:cubicBezTo>
                    <a:pt x="6541" y="9002"/>
                    <a:pt x="5085" y="9469"/>
                    <a:pt x="4567" y="9591"/>
                  </a:cubicBezTo>
                  <a:cubicBezTo>
                    <a:pt x="4547" y="9597"/>
                    <a:pt x="4527" y="9603"/>
                    <a:pt x="4507" y="9612"/>
                  </a:cubicBezTo>
                  <a:cubicBezTo>
                    <a:pt x="4042" y="9829"/>
                    <a:pt x="2720" y="10393"/>
                    <a:pt x="2207" y="10393"/>
                  </a:cubicBezTo>
                  <a:cubicBezTo>
                    <a:pt x="1928" y="10393"/>
                    <a:pt x="1846" y="10267"/>
                    <a:pt x="1825" y="10170"/>
                  </a:cubicBezTo>
                  <a:lnTo>
                    <a:pt x="3762" y="5611"/>
                  </a:lnTo>
                  <a:cubicBezTo>
                    <a:pt x="3821" y="5473"/>
                    <a:pt x="3771" y="5311"/>
                    <a:pt x="3643" y="5231"/>
                  </a:cubicBezTo>
                  <a:cubicBezTo>
                    <a:pt x="3593" y="5200"/>
                    <a:pt x="3536" y="5184"/>
                    <a:pt x="3481" y="5184"/>
                  </a:cubicBezTo>
                  <a:cubicBezTo>
                    <a:pt x="3395" y="5184"/>
                    <a:pt x="3309" y="5221"/>
                    <a:pt x="3250" y="5290"/>
                  </a:cubicBezTo>
                  <a:cubicBezTo>
                    <a:pt x="3233" y="5309"/>
                    <a:pt x="1630" y="7140"/>
                    <a:pt x="1180" y="7590"/>
                  </a:cubicBezTo>
                  <a:cubicBezTo>
                    <a:pt x="1161" y="7609"/>
                    <a:pt x="1115" y="7655"/>
                    <a:pt x="1029" y="7655"/>
                  </a:cubicBezTo>
                  <a:cubicBezTo>
                    <a:pt x="997" y="7655"/>
                    <a:pt x="959" y="7649"/>
                    <a:pt x="915" y="7632"/>
                  </a:cubicBezTo>
                  <a:cubicBezTo>
                    <a:pt x="772" y="7576"/>
                    <a:pt x="694" y="7462"/>
                    <a:pt x="686" y="7444"/>
                  </a:cubicBezTo>
                  <a:cubicBezTo>
                    <a:pt x="923" y="7208"/>
                    <a:pt x="1375" y="6312"/>
                    <a:pt x="2040" y="4972"/>
                  </a:cubicBezTo>
                  <a:cubicBezTo>
                    <a:pt x="2317" y="4414"/>
                    <a:pt x="2578" y="3886"/>
                    <a:pt x="2700" y="3682"/>
                  </a:cubicBezTo>
                  <a:cubicBezTo>
                    <a:pt x="2837" y="3456"/>
                    <a:pt x="3869" y="3120"/>
                    <a:pt x="4700" y="2849"/>
                  </a:cubicBezTo>
                  <a:cubicBezTo>
                    <a:pt x="5566" y="2568"/>
                    <a:pt x="6548" y="2250"/>
                    <a:pt x="7429" y="1835"/>
                  </a:cubicBezTo>
                  <a:cubicBezTo>
                    <a:pt x="8833" y="1174"/>
                    <a:pt x="9050" y="1020"/>
                    <a:pt x="9366" y="661"/>
                  </a:cubicBezTo>
                  <a:close/>
                  <a:moveTo>
                    <a:pt x="9269" y="0"/>
                  </a:moveTo>
                  <a:cubicBezTo>
                    <a:pt x="9182" y="0"/>
                    <a:pt x="9098" y="37"/>
                    <a:pt x="9039" y="105"/>
                  </a:cubicBezTo>
                  <a:lnTo>
                    <a:pt x="8971" y="183"/>
                  </a:lnTo>
                  <a:cubicBezTo>
                    <a:pt x="8688" y="512"/>
                    <a:pt x="8612" y="602"/>
                    <a:pt x="7169" y="1280"/>
                  </a:cubicBezTo>
                  <a:cubicBezTo>
                    <a:pt x="6323" y="1678"/>
                    <a:pt x="5360" y="1991"/>
                    <a:pt x="4513" y="2268"/>
                  </a:cubicBezTo>
                  <a:cubicBezTo>
                    <a:pt x="3144" y="2712"/>
                    <a:pt x="2419" y="2963"/>
                    <a:pt x="2176" y="3367"/>
                  </a:cubicBezTo>
                  <a:cubicBezTo>
                    <a:pt x="2041" y="3592"/>
                    <a:pt x="1787" y="4104"/>
                    <a:pt x="1493" y="4700"/>
                  </a:cubicBezTo>
                  <a:cubicBezTo>
                    <a:pt x="1098" y="5496"/>
                    <a:pt x="438" y="6828"/>
                    <a:pt x="255" y="7011"/>
                  </a:cubicBezTo>
                  <a:cubicBezTo>
                    <a:pt x="1" y="7266"/>
                    <a:pt x="32" y="7667"/>
                    <a:pt x="329" y="7964"/>
                  </a:cubicBezTo>
                  <a:cubicBezTo>
                    <a:pt x="513" y="8148"/>
                    <a:pt x="773" y="8265"/>
                    <a:pt x="1033" y="8265"/>
                  </a:cubicBezTo>
                  <a:cubicBezTo>
                    <a:pt x="1239" y="8265"/>
                    <a:pt x="1445" y="8192"/>
                    <a:pt x="1614" y="8023"/>
                  </a:cubicBezTo>
                  <a:cubicBezTo>
                    <a:pt x="1789" y="7849"/>
                    <a:pt x="2118" y="7489"/>
                    <a:pt x="2463" y="7102"/>
                  </a:cubicBezTo>
                  <a:lnTo>
                    <a:pt x="2463" y="7102"/>
                  </a:lnTo>
                  <a:lnTo>
                    <a:pt x="1231" y="10001"/>
                  </a:lnTo>
                  <a:cubicBezTo>
                    <a:pt x="1215" y="10039"/>
                    <a:pt x="1207" y="10080"/>
                    <a:pt x="1207" y="10121"/>
                  </a:cubicBezTo>
                  <a:cubicBezTo>
                    <a:pt x="1207" y="10476"/>
                    <a:pt x="1473" y="11006"/>
                    <a:pt x="2207" y="11006"/>
                  </a:cubicBezTo>
                  <a:cubicBezTo>
                    <a:pt x="2920" y="11006"/>
                    <a:pt x="4457" y="10310"/>
                    <a:pt x="4740" y="10179"/>
                  </a:cubicBezTo>
                  <a:cubicBezTo>
                    <a:pt x="5011" y="10112"/>
                    <a:pt x="6834" y="9631"/>
                    <a:pt x="7545" y="8684"/>
                  </a:cubicBezTo>
                  <a:cubicBezTo>
                    <a:pt x="8208" y="7800"/>
                    <a:pt x="10444" y="3458"/>
                    <a:pt x="10775" y="2812"/>
                  </a:cubicBezTo>
                  <a:cubicBezTo>
                    <a:pt x="10921" y="2718"/>
                    <a:pt x="11289" y="2479"/>
                    <a:pt x="11800" y="2137"/>
                  </a:cubicBezTo>
                  <a:cubicBezTo>
                    <a:pt x="11947" y="2038"/>
                    <a:pt x="11980" y="1837"/>
                    <a:pt x="11872" y="1696"/>
                  </a:cubicBezTo>
                  <a:cubicBezTo>
                    <a:pt x="11128" y="725"/>
                    <a:pt x="10095" y="245"/>
                    <a:pt x="9361" y="15"/>
                  </a:cubicBezTo>
                  <a:cubicBezTo>
                    <a:pt x="9331" y="5"/>
                    <a:pt x="9300" y="0"/>
                    <a:pt x="926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67"/>
            <p:cNvSpPr/>
            <p:nvPr/>
          </p:nvSpPr>
          <p:spPr>
            <a:xfrm>
              <a:off x="4847400" y="2242575"/>
              <a:ext cx="1032450" cy="480900"/>
            </a:xfrm>
            <a:custGeom>
              <a:rect b="b" l="l" r="r" t="t"/>
              <a:pathLst>
                <a:path extrusionOk="0" h="19236" w="41298">
                  <a:moveTo>
                    <a:pt x="39308" y="1"/>
                  </a:moveTo>
                  <a:lnTo>
                    <a:pt x="32300" y="3221"/>
                  </a:lnTo>
                  <a:cubicBezTo>
                    <a:pt x="32300" y="3221"/>
                    <a:pt x="29742" y="8052"/>
                    <a:pt x="29269" y="9946"/>
                  </a:cubicBezTo>
                  <a:cubicBezTo>
                    <a:pt x="28795" y="11840"/>
                    <a:pt x="28037" y="13924"/>
                    <a:pt x="28037" y="13924"/>
                  </a:cubicBezTo>
                  <a:cubicBezTo>
                    <a:pt x="28037" y="13924"/>
                    <a:pt x="23301" y="13166"/>
                    <a:pt x="19228" y="12692"/>
                  </a:cubicBezTo>
                  <a:cubicBezTo>
                    <a:pt x="15154" y="12219"/>
                    <a:pt x="9377" y="11177"/>
                    <a:pt x="7956" y="10892"/>
                  </a:cubicBezTo>
                  <a:cubicBezTo>
                    <a:pt x="6861" y="10673"/>
                    <a:pt x="5033" y="10172"/>
                    <a:pt x="3993" y="10172"/>
                  </a:cubicBezTo>
                  <a:cubicBezTo>
                    <a:pt x="3685" y="10172"/>
                    <a:pt x="3446" y="10216"/>
                    <a:pt x="3316" y="10325"/>
                  </a:cubicBezTo>
                  <a:cubicBezTo>
                    <a:pt x="2747" y="10799"/>
                    <a:pt x="3126" y="10704"/>
                    <a:pt x="3789" y="10987"/>
                  </a:cubicBezTo>
                  <a:cubicBezTo>
                    <a:pt x="4073" y="11110"/>
                    <a:pt x="4428" y="11144"/>
                    <a:pt x="4739" y="11144"/>
                  </a:cubicBezTo>
                  <a:cubicBezTo>
                    <a:pt x="5154" y="11144"/>
                    <a:pt x="5493" y="11083"/>
                    <a:pt x="5494" y="11083"/>
                  </a:cubicBezTo>
                  <a:lnTo>
                    <a:pt x="5494" y="11083"/>
                  </a:lnTo>
                  <a:cubicBezTo>
                    <a:pt x="5493" y="11083"/>
                    <a:pt x="4546" y="11366"/>
                    <a:pt x="3505" y="11745"/>
                  </a:cubicBezTo>
                  <a:cubicBezTo>
                    <a:pt x="2463" y="12124"/>
                    <a:pt x="568" y="12788"/>
                    <a:pt x="285" y="13166"/>
                  </a:cubicBezTo>
                  <a:cubicBezTo>
                    <a:pt x="0" y="13545"/>
                    <a:pt x="664" y="14871"/>
                    <a:pt x="1705" y="14871"/>
                  </a:cubicBezTo>
                  <a:cubicBezTo>
                    <a:pt x="2400" y="14871"/>
                    <a:pt x="2968" y="14829"/>
                    <a:pt x="3438" y="14829"/>
                  </a:cubicBezTo>
                  <a:cubicBezTo>
                    <a:pt x="3674" y="14829"/>
                    <a:pt x="3884" y="14840"/>
                    <a:pt x="4073" y="14871"/>
                  </a:cubicBezTo>
                  <a:cubicBezTo>
                    <a:pt x="4641" y="14967"/>
                    <a:pt x="4925" y="15535"/>
                    <a:pt x="6820" y="15535"/>
                  </a:cubicBezTo>
                  <a:cubicBezTo>
                    <a:pt x="8714" y="15535"/>
                    <a:pt x="11366" y="14018"/>
                    <a:pt x="11366" y="14018"/>
                  </a:cubicBezTo>
                  <a:cubicBezTo>
                    <a:pt x="11366" y="14018"/>
                    <a:pt x="20270" y="18092"/>
                    <a:pt x="25291" y="18945"/>
                  </a:cubicBezTo>
                  <a:cubicBezTo>
                    <a:pt x="26472" y="19145"/>
                    <a:pt x="27417" y="19235"/>
                    <a:pt x="28199" y="19235"/>
                  </a:cubicBezTo>
                  <a:cubicBezTo>
                    <a:pt x="30741" y="19235"/>
                    <a:pt x="31558" y="18281"/>
                    <a:pt x="33152" y="17050"/>
                  </a:cubicBezTo>
                  <a:cubicBezTo>
                    <a:pt x="35236" y="15440"/>
                    <a:pt x="41298" y="5494"/>
                    <a:pt x="40824" y="3504"/>
                  </a:cubicBezTo>
                  <a:cubicBezTo>
                    <a:pt x="40351" y="1516"/>
                    <a:pt x="39308" y="1"/>
                    <a:pt x="393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67"/>
            <p:cNvSpPr/>
            <p:nvPr/>
          </p:nvSpPr>
          <p:spPr>
            <a:xfrm>
              <a:off x="4843725" y="2234750"/>
              <a:ext cx="1044575" cy="496350"/>
            </a:xfrm>
            <a:custGeom>
              <a:rect b="b" l="l" r="r" t="t"/>
              <a:pathLst>
                <a:path extrusionOk="0" h="19854" w="41783">
                  <a:moveTo>
                    <a:pt x="39449" y="0"/>
                  </a:moveTo>
                  <a:cubicBezTo>
                    <a:pt x="39389" y="0"/>
                    <a:pt x="39329" y="18"/>
                    <a:pt x="39276" y="54"/>
                  </a:cubicBezTo>
                  <a:cubicBezTo>
                    <a:pt x="39134" y="152"/>
                    <a:pt x="39100" y="347"/>
                    <a:pt x="39202" y="486"/>
                  </a:cubicBezTo>
                  <a:cubicBezTo>
                    <a:pt x="39212" y="501"/>
                    <a:pt x="40219" y="1982"/>
                    <a:pt x="40672" y="3888"/>
                  </a:cubicBezTo>
                  <a:cubicBezTo>
                    <a:pt x="41096" y="5672"/>
                    <a:pt x="35249" y="15467"/>
                    <a:pt x="33110" y="17120"/>
                  </a:cubicBezTo>
                  <a:cubicBezTo>
                    <a:pt x="32904" y="17279"/>
                    <a:pt x="32711" y="17434"/>
                    <a:pt x="32525" y="17583"/>
                  </a:cubicBezTo>
                  <a:cubicBezTo>
                    <a:pt x="31312" y="18553"/>
                    <a:pt x="30453" y="19242"/>
                    <a:pt x="28337" y="19242"/>
                  </a:cubicBezTo>
                  <a:cubicBezTo>
                    <a:pt x="27575" y="19242"/>
                    <a:pt x="26650" y="19153"/>
                    <a:pt x="25486" y="18955"/>
                  </a:cubicBezTo>
                  <a:cubicBezTo>
                    <a:pt x="20565" y="18119"/>
                    <a:pt x="11727" y="14094"/>
                    <a:pt x="11639" y="14053"/>
                  </a:cubicBezTo>
                  <a:cubicBezTo>
                    <a:pt x="11598" y="14035"/>
                    <a:pt x="11555" y="14025"/>
                    <a:pt x="11511" y="14025"/>
                  </a:cubicBezTo>
                  <a:cubicBezTo>
                    <a:pt x="11459" y="14025"/>
                    <a:pt x="11407" y="14039"/>
                    <a:pt x="11360" y="14065"/>
                  </a:cubicBezTo>
                  <a:cubicBezTo>
                    <a:pt x="11333" y="14080"/>
                    <a:pt x="8755" y="15541"/>
                    <a:pt x="6964" y="15541"/>
                  </a:cubicBezTo>
                  <a:cubicBezTo>
                    <a:pt x="5728" y="15541"/>
                    <a:pt x="5245" y="15298"/>
                    <a:pt x="4857" y="15103"/>
                  </a:cubicBezTo>
                  <a:cubicBezTo>
                    <a:pt x="4668" y="15008"/>
                    <a:pt x="4490" y="14918"/>
                    <a:pt x="4268" y="14882"/>
                  </a:cubicBezTo>
                  <a:cubicBezTo>
                    <a:pt x="4060" y="14847"/>
                    <a:pt x="3836" y="14835"/>
                    <a:pt x="3588" y="14835"/>
                  </a:cubicBezTo>
                  <a:cubicBezTo>
                    <a:pt x="3371" y="14835"/>
                    <a:pt x="3135" y="14844"/>
                    <a:pt x="2873" y="14854"/>
                  </a:cubicBezTo>
                  <a:cubicBezTo>
                    <a:pt x="2567" y="14865"/>
                    <a:pt x="2228" y="14877"/>
                    <a:pt x="1850" y="14877"/>
                  </a:cubicBezTo>
                  <a:cubicBezTo>
                    <a:pt x="1301" y="14877"/>
                    <a:pt x="954" y="14396"/>
                    <a:pt x="861" y="14248"/>
                  </a:cubicBezTo>
                  <a:cubicBezTo>
                    <a:pt x="660" y="13933"/>
                    <a:pt x="657" y="13702"/>
                    <a:pt x="674" y="13662"/>
                  </a:cubicBezTo>
                  <a:cubicBezTo>
                    <a:pt x="885" y="13385"/>
                    <a:pt x="2716" y="12722"/>
                    <a:pt x="3498" y="12439"/>
                  </a:cubicBezTo>
                  <a:lnTo>
                    <a:pt x="3754" y="12346"/>
                  </a:lnTo>
                  <a:cubicBezTo>
                    <a:pt x="4775" y="11975"/>
                    <a:pt x="5718" y="11691"/>
                    <a:pt x="5727" y="11688"/>
                  </a:cubicBezTo>
                  <a:cubicBezTo>
                    <a:pt x="5882" y="11642"/>
                    <a:pt x="5974" y="11482"/>
                    <a:pt x="5936" y="11324"/>
                  </a:cubicBezTo>
                  <a:cubicBezTo>
                    <a:pt x="5903" y="11184"/>
                    <a:pt x="5778" y="11089"/>
                    <a:pt x="5639" y="11089"/>
                  </a:cubicBezTo>
                  <a:cubicBezTo>
                    <a:pt x="5621" y="11089"/>
                    <a:pt x="5602" y="11091"/>
                    <a:pt x="5584" y="11094"/>
                  </a:cubicBezTo>
                  <a:cubicBezTo>
                    <a:pt x="5451" y="11118"/>
                    <a:pt x="5183" y="11151"/>
                    <a:pt x="4889" y="11151"/>
                  </a:cubicBezTo>
                  <a:cubicBezTo>
                    <a:pt x="4601" y="11151"/>
                    <a:pt x="4289" y="11120"/>
                    <a:pt x="4054" y="11019"/>
                  </a:cubicBezTo>
                  <a:cubicBezTo>
                    <a:pt x="3906" y="10956"/>
                    <a:pt x="3772" y="10909"/>
                    <a:pt x="3657" y="10873"/>
                  </a:cubicBezTo>
                  <a:cubicBezTo>
                    <a:pt x="3732" y="10810"/>
                    <a:pt x="3890" y="10784"/>
                    <a:pt x="4102" y="10784"/>
                  </a:cubicBezTo>
                  <a:cubicBezTo>
                    <a:pt x="4836" y="10784"/>
                    <a:pt x="6216" y="11098"/>
                    <a:pt x="7042" y="11286"/>
                  </a:cubicBezTo>
                  <a:cubicBezTo>
                    <a:pt x="7409" y="11370"/>
                    <a:pt x="7751" y="11448"/>
                    <a:pt x="8042" y="11506"/>
                  </a:cubicBezTo>
                  <a:cubicBezTo>
                    <a:pt x="9333" y="11765"/>
                    <a:pt x="15197" y="12828"/>
                    <a:pt x="19338" y="13310"/>
                  </a:cubicBezTo>
                  <a:cubicBezTo>
                    <a:pt x="23357" y="13777"/>
                    <a:pt x="28086" y="14532"/>
                    <a:pt x="28134" y="14540"/>
                  </a:cubicBezTo>
                  <a:cubicBezTo>
                    <a:pt x="28150" y="14542"/>
                    <a:pt x="28165" y="14543"/>
                    <a:pt x="28181" y="14543"/>
                  </a:cubicBezTo>
                  <a:cubicBezTo>
                    <a:pt x="28308" y="14543"/>
                    <a:pt x="28424" y="14464"/>
                    <a:pt x="28470" y="14341"/>
                  </a:cubicBezTo>
                  <a:cubicBezTo>
                    <a:pt x="28477" y="14320"/>
                    <a:pt x="29238" y="12221"/>
                    <a:pt x="29710" y="10332"/>
                  </a:cubicBezTo>
                  <a:cubicBezTo>
                    <a:pt x="30170" y="8496"/>
                    <a:pt x="32690" y="3725"/>
                    <a:pt x="32716" y="3677"/>
                  </a:cubicBezTo>
                  <a:cubicBezTo>
                    <a:pt x="32801" y="3527"/>
                    <a:pt x="32746" y="3336"/>
                    <a:pt x="32593" y="3256"/>
                  </a:cubicBezTo>
                  <a:cubicBezTo>
                    <a:pt x="32547" y="3231"/>
                    <a:pt x="32498" y="3220"/>
                    <a:pt x="32450" y="3220"/>
                  </a:cubicBezTo>
                  <a:cubicBezTo>
                    <a:pt x="32337" y="3220"/>
                    <a:pt x="32229" y="3282"/>
                    <a:pt x="32175" y="3391"/>
                  </a:cubicBezTo>
                  <a:cubicBezTo>
                    <a:pt x="32070" y="3589"/>
                    <a:pt x="29594" y="8276"/>
                    <a:pt x="29118" y="10185"/>
                  </a:cubicBezTo>
                  <a:cubicBezTo>
                    <a:pt x="28745" y="11673"/>
                    <a:pt x="28189" y="13297"/>
                    <a:pt x="27980" y="13895"/>
                  </a:cubicBezTo>
                  <a:cubicBezTo>
                    <a:pt x="26945" y="13732"/>
                    <a:pt x="22911" y="13108"/>
                    <a:pt x="19409" y="12702"/>
                  </a:cubicBezTo>
                  <a:cubicBezTo>
                    <a:pt x="15288" y="12222"/>
                    <a:pt x="9448" y="11163"/>
                    <a:pt x="8162" y="10906"/>
                  </a:cubicBezTo>
                  <a:cubicBezTo>
                    <a:pt x="7876" y="10848"/>
                    <a:pt x="7539" y="10772"/>
                    <a:pt x="7179" y="10690"/>
                  </a:cubicBezTo>
                  <a:cubicBezTo>
                    <a:pt x="5912" y="10401"/>
                    <a:pt x="4867" y="10181"/>
                    <a:pt x="4145" y="10181"/>
                  </a:cubicBezTo>
                  <a:cubicBezTo>
                    <a:pt x="3750" y="10181"/>
                    <a:pt x="3452" y="10247"/>
                    <a:pt x="3266" y="10402"/>
                  </a:cubicBezTo>
                  <a:cubicBezTo>
                    <a:pt x="3028" y="10599"/>
                    <a:pt x="2836" y="10784"/>
                    <a:pt x="2886" y="11033"/>
                  </a:cubicBezTo>
                  <a:cubicBezTo>
                    <a:pt x="2934" y="11283"/>
                    <a:pt x="3166" y="11357"/>
                    <a:pt x="3412" y="11436"/>
                  </a:cubicBezTo>
                  <a:cubicBezTo>
                    <a:pt x="3524" y="11472"/>
                    <a:pt x="3661" y="11515"/>
                    <a:pt x="3815" y="11582"/>
                  </a:cubicBezTo>
                  <a:cubicBezTo>
                    <a:pt x="3856" y="11600"/>
                    <a:pt x="3898" y="11615"/>
                    <a:pt x="3941" y="11631"/>
                  </a:cubicBezTo>
                  <a:cubicBezTo>
                    <a:pt x="3812" y="11675"/>
                    <a:pt x="3680" y="11722"/>
                    <a:pt x="3547" y="11771"/>
                  </a:cubicBezTo>
                  <a:lnTo>
                    <a:pt x="3291" y="11863"/>
                  </a:lnTo>
                  <a:cubicBezTo>
                    <a:pt x="1442" y="12533"/>
                    <a:pt x="454" y="12938"/>
                    <a:pt x="186" y="13296"/>
                  </a:cubicBezTo>
                  <a:cubicBezTo>
                    <a:pt x="1" y="13544"/>
                    <a:pt x="21" y="13951"/>
                    <a:pt x="238" y="14387"/>
                  </a:cubicBezTo>
                  <a:cubicBezTo>
                    <a:pt x="493" y="14895"/>
                    <a:pt x="1069" y="15490"/>
                    <a:pt x="1852" y="15490"/>
                  </a:cubicBezTo>
                  <a:cubicBezTo>
                    <a:pt x="2237" y="15490"/>
                    <a:pt x="2584" y="15477"/>
                    <a:pt x="2897" y="15466"/>
                  </a:cubicBezTo>
                  <a:cubicBezTo>
                    <a:pt x="3152" y="15457"/>
                    <a:pt x="3381" y="15448"/>
                    <a:pt x="3587" y="15448"/>
                  </a:cubicBezTo>
                  <a:cubicBezTo>
                    <a:pt x="3807" y="15448"/>
                    <a:pt x="3999" y="15458"/>
                    <a:pt x="4169" y="15486"/>
                  </a:cubicBezTo>
                  <a:cubicBezTo>
                    <a:pt x="4300" y="15508"/>
                    <a:pt x="4419" y="15568"/>
                    <a:pt x="4585" y="15651"/>
                  </a:cubicBezTo>
                  <a:cubicBezTo>
                    <a:pt x="5007" y="15862"/>
                    <a:pt x="5586" y="16154"/>
                    <a:pt x="6967" y="16154"/>
                  </a:cubicBezTo>
                  <a:cubicBezTo>
                    <a:pt x="8691" y="16154"/>
                    <a:pt x="10946" y="14990"/>
                    <a:pt x="11527" y="14675"/>
                  </a:cubicBezTo>
                  <a:cubicBezTo>
                    <a:pt x="12725" y="15215"/>
                    <a:pt x="20670" y="18758"/>
                    <a:pt x="25386" y="19559"/>
                  </a:cubicBezTo>
                  <a:cubicBezTo>
                    <a:pt x="26582" y="19762"/>
                    <a:pt x="27545" y="19854"/>
                    <a:pt x="28346" y="19854"/>
                  </a:cubicBezTo>
                  <a:cubicBezTo>
                    <a:pt x="30670" y="19854"/>
                    <a:pt x="31629" y="19086"/>
                    <a:pt x="32908" y="18061"/>
                  </a:cubicBezTo>
                  <a:cubicBezTo>
                    <a:pt x="33091" y="17914"/>
                    <a:pt x="33281" y="17762"/>
                    <a:pt x="33484" y="17605"/>
                  </a:cubicBezTo>
                  <a:cubicBezTo>
                    <a:pt x="35632" y="15945"/>
                    <a:pt x="41783" y="5913"/>
                    <a:pt x="41268" y="3747"/>
                  </a:cubicBezTo>
                  <a:cubicBezTo>
                    <a:pt x="40786" y="1726"/>
                    <a:pt x="39750" y="204"/>
                    <a:pt x="39706" y="140"/>
                  </a:cubicBezTo>
                  <a:cubicBezTo>
                    <a:pt x="39647" y="49"/>
                    <a:pt x="39549" y="0"/>
                    <a:pt x="39449"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67"/>
            <p:cNvSpPr/>
            <p:nvPr/>
          </p:nvSpPr>
          <p:spPr>
            <a:xfrm>
              <a:off x="4847400" y="2496875"/>
              <a:ext cx="335200" cy="134075"/>
            </a:xfrm>
            <a:custGeom>
              <a:rect b="b" l="l" r="r" t="t"/>
              <a:pathLst>
                <a:path extrusionOk="0" h="5363" w="13408">
                  <a:moveTo>
                    <a:pt x="3993" y="1"/>
                  </a:moveTo>
                  <a:cubicBezTo>
                    <a:pt x="3684" y="1"/>
                    <a:pt x="3446" y="45"/>
                    <a:pt x="3316" y="153"/>
                  </a:cubicBezTo>
                  <a:cubicBezTo>
                    <a:pt x="2747" y="627"/>
                    <a:pt x="3126" y="532"/>
                    <a:pt x="3789" y="817"/>
                  </a:cubicBezTo>
                  <a:cubicBezTo>
                    <a:pt x="4073" y="938"/>
                    <a:pt x="4426" y="973"/>
                    <a:pt x="4737" y="973"/>
                  </a:cubicBezTo>
                  <a:cubicBezTo>
                    <a:pt x="5153" y="973"/>
                    <a:pt x="5493" y="911"/>
                    <a:pt x="5494" y="911"/>
                  </a:cubicBezTo>
                  <a:lnTo>
                    <a:pt x="5494" y="911"/>
                  </a:lnTo>
                  <a:cubicBezTo>
                    <a:pt x="5493" y="911"/>
                    <a:pt x="4546" y="1195"/>
                    <a:pt x="3505" y="1574"/>
                  </a:cubicBezTo>
                  <a:cubicBezTo>
                    <a:pt x="2463" y="1953"/>
                    <a:pt x="568" y="2616"/>
                    <a:pt x="284" y="2994"/>
                  </a:cubicBezTo>
                  <a:cubicBezTo>
                    <a:pt x="0" y="3374"/>
                    <a:pt x="663" y="4699"/>
                    <a:pt x="1705" y="4699"/>
                  </a:cubicBezTo>
                  <a:cubicBezTo>
                    <a:pt x="2399" y="4699"/>
                    <a:pt x="2968" y="4657"/>
                    <a:pt x="3438" y="4657"/>
                  </a:cubicBezTo>
                  <a:cubicBezTo>
                    <a:pt x="3673" y="4657"/>
                    <a:pt x="3883" y="4668"/>
                    <a:pt x="4072" y="4699"/>
                  </a:cubicBezTo>
                  <a:cubicBezTo>
                    <a:pt x="4641" y="4795"/>
                    <a:pt x="4925" y="5363"/>
                    <a:pt x="6820" y="5363"/>
                  </a:cubicBezTo>
                  <a:cubicBezTo>
                    <a:pt x="8714" y="5363"/>
                    <a:pt x="11366" y="3847"/>
                    <a:pt x="11366" y="3847"/>
                  </a:cubicBezTo>
                  <a:cubicBezTo>
                    <a:pt x="11366" y="3847"/>
                    <a:pt x="12062" y="4165"/>
                    <a:pt x="13170" y="4642"/>
                  </a:cubicBezTo>
                  <a:lnTo>
                    <a:pt x="13408" y="1683"/>
                  </a:lnTo>
                  <a:cubicBezTo>
                    <a:pt x="10932" y="1280"/>
                    <a:pt x="8755" y="881"/>
                    <a:pt x="7956" y="721"/>
                  </a:cubicBezTo>
                  <a:cubicBezTo>
                    <a:pt x="6861" y="502"/>
                    <a:pt x="5032" y="1"/>
                    <a:pt x="399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67"/>
            <p:cNvSpPr/>
            <p:nvPr/>
          </p:nvSpPr>
          <p:spPr>
            <a:xfrm>
              <a:off x="4843725" y="2489275"/>
              <a:ext cx="346800" cy="149325"/>
            </a:xfrm>
            <a:custGeom>
              <a:rect b="b" l="l" r="r" t="t"/>
              <a:pathLst>
                <a:path extrusionOk="0" h="5973" w="13872">
                  <a:moveTo>
                    <a:pt x="4104" y="603"/>
                  </a:moveTo>
                  <a:cubicBezTo>
                    <a:pt x="4839" y="603"/>
                    <a:pt x="6218" y="917"/>
                    <a:pt x="7045" y="1106"/>
                  </a:cubicBezTo>
                  <a:cubicBezTo>
                    <a:pt x="7411" y="1189"/>
                    <a:pt x="7753" y="1267"/>
                    <a:pt x="8043" y="1325"/>
                  </a:cubicBezTo>
                  <a:cubicBezTo>
                    <a:pt x="8793" y="1475"/>
                    <a:pt x="10833" y="1851"/>
                    <a:pt x="13228" y="2244"/>
                  </a:cubicBezTo>
                  <a:lnTo>
                    <a:pt x="13047" y="4495"/>
                  </a:lnTo>
                  <a:cubicBezTo>
                    <a:pt x="12173" y="4116"/>
                    <a:pt x="11642" y="3872"/>
                    <a:pt x="11641" y="3872"/>
                  </a:cubicBezTo>
                  <a:cubicBezTo>
                    <a:pt x="11601" y="3854"/>
                    <a:pt x="11557" y="3845"/>
                    <a:pt x="11514" y="3845"/>
                  </a:cubicBezTo>
                  <a:cubicBezTo>
                    <a:pt x="11462" y="3845"/>
                    <a:pt x="11409" y="3858"/>
                    <a:pt x="11362" y="3886"/>
                  </a:cubicBezTo>
                  <a:cubicBezTo>
                    <a:pt x="11337" y="3900"/>
                    <a:pt x="8758" y="5360"/>
                    <a:pt x="6968" y="5360"/>
                  </a:cubicBezTo>
                  <a:cubicBezTo>
                    <a:pt x="5731" y="5360"/>
                    <a:pt x="5248" y="5117"/>
                    <a:pt x="4860" y="4922"/>
                  </a:cubicBezTo>
                  <a:cubicBezTo>
                    <a:pt x="4670" y="4828"/>
                    <a:pt x="4492" y="4739"/>
                    <a:pt x="4270" y="4701"/>
                  </a:cubicBezTo>
                  <a:cubicBezTo>
                    <a:pt x="4061" y="4667"/>
                    <a:pt x="3837" y="4655"/>
                    <a:pt x="3588" y="4655"/>
                  </a:cubicBezTo>
                  <a:cubicBezTo>
                    <a:pt x="3371" y="4655"/>
                    <a:pt x="3136" y="4663"/>
                    <a:pt x="2876" y="4673"/>
                  </a:cubicBezTo>
                  <a:cubicBezTo>
                    <a:pt x="2569" y="4684"/>
                    <a:pt x="2230" y="4696"/>
                    <a:pt x="1853" y="4696"/>
                  </a:cubicBezTo>
                  <a:cubicBezTo>
                    <a:pt x="1304" y="4696"/>
                    <a:pt x="956" y="4215"/>
                    <a:pt x="863" y="4067"/>
                  </a:cubicBezTo>
                  <a:cubicBezTo>
                    <a:pt x="663" y="3752"/>
                    <a:pt x="659" y="3521"/>
                    <a:pt x="677" y="3482"/>
                  </a:cubicBezTo>
                  <a:cubicBezTo>
                    <a:pt x="887" y="3204"/>
                    <a:pt x="2718" y="2541"/>
                    <a:pt x="3500" y="2258"/>
                  </a:cubicBezTo>
                  <a:lnTo>
                    <a:pt x="3756" y="2165"/>
                  </a:lnTo>
                  <a:cubicBezTo>
                    <a:pt x="4778" y="1794"/>
                    <a:pt x="5720" y="1510"/>
                    <a:pt x="5729" y="1507"/>
                  </a:cubicBezTo>
                  <a:cubicBezTo>
                    <a:pt x="5884" y="1461"/>
                    <a:pt x="5976" y="1301"/>
                    <a:pt x="5939" y="1143"/>
                  </a:cubicBezTo>
                  <a:cubicBezTo>
                    <a:pt x="5905" y="1003"/>
                    <a:pt x="5780" y="908"/>
                    <a:pt x="5641" y="908"/>
                  </a:cubicBezTo>
                  <a:cubicBezTo>
                    <a:pt x="5623" y="908"/>
                    <a:pt x="5605" y="910"/>
                    <a:pt x="5586" y="913"/>
                  </a:cubicBezTo>
                  <a:cubicBezTo>
                    <a:pt x="5453" y="937"/>
                    <a:pt x="5185" y="970"/>
                    <a:pt x="4891" y="970"/>
                  </a:cubicBezTo>
                  <a:cubicBezTo>
                    <a:pt x="4604" y="970"/>
                    <a:pt x="4292" y="939"/>
                    <a:pt x="4058" y="838"/>
                  </a:cubicBezTo>
                  <a:cubicBezTo>
                    <a:pt x="3908" y="775"/>
                    <a:pt x="3774" y="730"/>
                    <a:pt x="3659" y="692"/>
                  </a:cubicBezTo>
                  <a:cubicBezTo>
                    <a:pt x="3734" y="629"/>
                    <a:pt x="3892" y="603"/>
                    <a:pt x="4104" y="603"/>
                  </a:cubicBezTo>
                  <a:close/>
                  <a:moveTo>
                    <a:pt x="4145" y="1"/>
                  </a:moveTo>
                  <a:cubicBezTo>
                    <a:pt x="3750" y="1"/>
                    <a:pt x="3452" y="66"/>
                    <a:pt x="3266" y="221"/>
                  </a:cubicBezTo>
                  <a:cubicBezTo>
                    <a:pt x="3028" y="419"/>
                    <a:pt x="2836" y="604"/>
                    <a:pt x="2886" y="852"/>
                  </a:cubicBezTo>
                  <a:cubicBezTo>
                    <a:pt x="2934" y="1102"/>
                    <a:pt x="3166" y="1176"/>
                    <a:pt x="3412" y="1255"/>
                  </a:cubicBezTo>
                  <a:cubicBezTo>
                    <a:pt x="3524" y="1291"/>
                    <a:pt x="3661" y="1335"/>
                    <a:pt x="3815" y="1401"/>
                  </a:cubicBezTo>
                  <a:cubicBezTo>
                    <a:pt x="3856" y="1419"/>
                    <a:pt x="3898" y="1434"/>
                    <a:pt x="3941" y="1450"/>
                  </a:cubicBezTo>
                  <a:cubicBezTo>
                    <a:pt x="3812" y="1494"/>
                    <a:pt x="3680" y="1541"/>
                    <a:pt x="3547" y="1590"/>
                  </a:cubicBezTo>
                  <a:lnTo>
                    <a:pt x="3291" y="1682"/>
                  </a:lnTo>
                  <a:cubicBezTo>
                    <a:pt x="1442" y="2352"/>
                    <a:pt x="454" y="2758"/>
                    <a:pt x="186" y="3115"/>
                  </a:cubicBezTo>
                  <a:cubicBezTo>
                    <a:pt x="1" y="3363"/>
                    <a:pt x="21" y="3770"/>
                    <a:pt x="238" y="4206"/>
                  </a:cubicBezTo>
                  <a:cubicBezTo>
                    <a:pt x="493" y="4715"/>
                    <a:pt x="1069" y="5309"/>
                    <a:pt x="1852" y="5309"/>
                  </a:cubicBezTo>
                  <a:cubicBezTo>
                    <a:pt x="2237" y="5309"/>
                    <a:pt x="2584" y="5297"/>
                    <a:pt x="2897" y="5285"/>
                  </a:cubicBezTo>
                  <a:cubicBezTo>
                    <a:pt x="3152" y="5276"/>
                    <a:pt x="3381" y="5267"/>
                    <a:pt x="3587" y="5267"/>
                  </a:cubicBezTo>
                  <a:cubicBezTo>
                    <a:pt x="3807" y="5267"/>
                    <a:pt x="3999" y="5277"/>
                    <a:pt x="4169" y="5305"/>
                  </a:cubicBezTo>
                  <a:cubicBezTo>
                    <a:pt x="4300" y="5327"/>
                    <a:pt x="4419" y="5387"/>
                    <a:pt x="4585" y="5470"/>
                  </a:cubicBezTo>
                  <a:cubicBezTo>
                    <a:pt x="5007" y="5681"/>
                    <a:pt x="5586" y="5973"/>
                    <a:pt x="6967" y="5973"/>
                  </a:cubicBezTo>
                  <a:cubicBezTo>
                    <a:pt x="8691" y="5973"/>
                    <a:pt x="10946" y="4809"/>
                    <a:pt x="11526" y="4493"/>
                  </a:cubicBezTo>
                  <a:cubicBezTo>
                    <a:pt x="11783" y="4609"/>
                    <a:pt x="12377" y="4875"/>
                    <a:pt x="13196" y="5226"/>
                  </a:cubicBezTo>
                  <a:cubicBezTo>
                    <a:pt x="13236" y="5243"/>
                    <a:pt x="13277" y="5251"/>
                    <a:pt x="13317" y="5251"/>
                  </a:cubicBezTo>
                  <a:cubicBezTo>
                    <a:pt x="13470" y="5251"/>
                    <a:pt x="13609" y="5135"/>
                    <a:pt x="13622" y="4969"/>
                  </a:cubicBezTo>
                  <a:lnTo>
                    <a:pt x="13858" y="2011"/>
                  </a:lnTo>
                  <a:cubicBezTo>
                    <a:pt x="13871" y="1853"/>
                    <a:pt x="13761" y="1711"/>
                    <a:pt x="13602" y="1684"/>
                  </a:cubicBezTo>
                  <a:cubicBezTo>
                    <a:pt x="11096" y="1277"/>
                    <a:pt x="8936" y="880"/>
                    <a:pt x="8162" y="725"/>
                  </a:cubicBezTo>
                  <a:cubicBezTo>
                    <a:pt x="7876" y="667"/>
                    <a:pt x="7539" y="591"/>
                    <a:pt x="7179" y="509"/>
                  </a:cubicBezTo>
                  <a:cubicBezTo>
                    <a:pt x="5912" y="220"/>
                    <a:pt x="4867" y="1"/>
                    <a:pt x="414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67"/>
            <p:cNvSpPr/>
            <p:nvPr/>
          </p:nvSpPr>
          <p:spPr>
            <a:xfrm>
              <a:off x="4722300" y="1958400"/>
              <a:ext cx="354800" cy="408550"/>
            </a:xfrm>
            <a:custGeom>
              <a:rect b="b" l="l" r="r" t="t"/>
              <a:pathLst>
                <a:path extrusionOk="0" h="16342" w="14192">
                  <a:moveTo>
                    <a:pt x="12298" y="1"/>
                  </a:moveTo>
                  <a:cubicBezTo>
                    <a:pt x="12298" y="1"/>
                    <a:pt x="7846" y="2180"/>
                    <a:pt x="6141" y="3695"/>
                  </a:cubicBezTo>
                  <a:cubicBezTo>
                    <a:pt x="4436" y="5211"/>
                    <a:pt x="173" y="14777"/>
                    <a:pt x="79" y="15440"/>
                  </a:cubicBezTo>
                  <a:cubicBezTo>
                    <a:pt x="0" y="15988"/>
                    <a:pt x="2247" y="16341"/>
                    <a:pt x="3246" y="16341"/>
                  </a:cubicBezTo>
                  <a:cubicBezTo>
                    <a:pt x="3457" y="16341"/>
                    <a:pt x="3612" y="16326"/>
                    <a:pt x="3678" y="16293"/>
                  </a:cubicBezTo>
                  <a:cubicBezTo>
                    <a:pt x="4057" y="16103"/>
                    <a:pt x="10781" y="8337"/>
                    <a:pt x="12487" y="7010"/>
                  </a:cubicBezTo>
                  <a:cubicBezTo>
                    <a:pt x="14192" y="5684"/>
                    <a:pt x="13434" y="4074"/>
                    <a:pt x="13434" y="4074"/>
                  </a:cubicBezTo>
                  <a:lnTo>
                    <a:pt x="12298"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67"/>
            <p:cNvSpPr/>
            <p:nvPr/>
          </p:nvSpPr>
          <p:spPr>
            <a:xfrm>
              <a:off x="4716150" y="1950750"/>
              <a:ext cx="369975" cy="423750"/>
            </a:xfrm>
            <a:custGeom>
              <a:rect b="b" l="l" r="r" t="t"/>
              <a:pathLst>
                <a:path extrusionOk="0" h="16950" w="14799">
                  <a:moveTo>
                    <a:pt x="12544" y="1"/>
                  </a:moveTo>
                  <a:cubicBezTo>
                    <a:pt x="12499" y="1"/>
                    <a:pt x="12453" y="11"/>
                    <a:pt x="12410" y="32"/>
                  </a:cubicBezTo>
                  <a:cubicBezTo>
                    <a:pt x="12226" y="122"/>
                    <a:pt x="7900" y="2246"/>
                    <a:pt x="6183" y="3772"/>
                  </a:cubicBezTo>
                  <a:cubicBezTo>
                    <a:pt x="4436" y="5325"/>
                    <a:pt x="121" y="15003"/>
                    <a:pt x="21" y="15704"/>
                  </a:cubicBezTo>
                  <a:cubicBezTo>
                    <a:pt x="0" y="15852"/>
                    <a:pt x="34" y="16073"/>
                    <a:pt x="315" y="16275"/>
                  </a:cubicBezTo>
                  <a:cubicBezTo>
                    <a:pt x="885" y="16687"/>
                    <a:pt x="2512" y="16950"/>
                    <a:pt x="3447" y="16950"/>
                  </a:cubicBezTo>
                  <a:cubicBezTo>
                    <a:pt x="3734" y="16950"/>
                    <a:pt x="3955" y="16925"/>
                    <a:pt x="4061" y="16872"/>
                  </a:cubicBezTo>
                  <a:cubicBezTo>
                    <a:pt x="4242" y="16783"/>
                    <a:pt x="4780" y="16200"/>
                    <a:pt x="6828" y="13946"/>
                  </a:cubicBezTo>
                  <a:cubicBezTo>
                    <a:pt x="8970" y="11584"/>
                    <a:pt x="11905" y="8349"/>
                    <a:pt x="12921" y="7558"/>
                  </a:cubicBezTo>
                  <a:cubicBezTo>
                    <a:pt x="14798" y="6098"/>
                    <a:pt x="13967" y="4267"/>
                    <a:pt x="13958" y="4249"/>
                  </a:cubicBezTo>
                  <a:cubicBezTo>
                    <a:pt x="13906" y="4139"/>
                    <a:pt x="13796" y="4074"/>
                    <a:pt x="13681" y="4074"/>
                  </a:cubicBezTo>
                  <a:cubicBezTo>
                    <a:pt x="13637" y="4074"/>
                    <a:pt x="13593" y="4083"/>
                    <a:pt x="13551" y="4103"/>
                  </a:cubicBezTo>
                  <a:cubicBezTo>
                    <a:pt x="13398" y="4175"/>
                    <a:pt x="13332" y="4357"/>
                    <a:pt x="13404" y="4510"/>
                  </a:cubicBezTo>
                  <a:cubicBezTo>
                    <a:pt x="13410" y="4524"/>
                    <a:pt x="14039" y="5912"/>
                    <a:pt x="12546" y="7075"/>
                  </a:cubicBezTo>
                  <a:cubicBezTo>
                    <a:pt x="11486" y="7898"/>
                    <a:pt x="8650" y="11023"/>
                    <a:pt x="6372" y="13533"/>
                  </a:cubicBezTo>
                  <a:cubicBezTo>
                    <a:pt x="5181" y="14846"/>
                    <a:pt x="3950" y="16204"/>
                    <a:pt x="3800" y="16320"/>
                  </a:cubicBezTo>
                  <a:cubicBezTo>
                    <a:pt x="3735" y="16341"/>
                    <a:pt x="3620" y="16350"/>
                    <a:pt x="3472" y="16350"/>
                  </a:cubicBezTo>
                  <a:cubicBezTo>
                    <a:pt x="2655" y="16350"/>
                    <a:pt x="822" y="16056"/>
                    <a:pt x="627" y="15790"/>
                  </a:cubicBezTo>
                  <a:cubicBezTo>
                    <a:pt x="745" y="15093"/>
                    <a:pt x="4975" y="5665"/>
                    <a:pt x="6589" y="4229"/>
                  </a:cubicBezTo>
                  <a:cubicBezTo>
                    <a:pt x="8244" y="2759"/>
                    <a:pt x="12635" y="604"/>
                    <a:pt x="12679" y="581"/>
                  </a:cubicBezTo>
                  <a:cubicBezTo>
                    <a:pt x="12831" y="507"/>
                    <a:pt x="12893" y="324"/>
                    <a:pt x="12818" y="173"/>
                  </a:cubicBezTo>
                  <a:cubicBezTo>
                    <a:pt x="12765" y="63"/>
                    <a:pt x="12657" y="1"/>
                    <a:pt x="1254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67"/>
            <p:cNvSpPr/>
            <p:nvPr/>
          </p:nvSpPr>
          <p:spPr>
            <a:xfrm>
              <a:off x="4565600" y="2266675"/>
              <a:ext cx="284175" cy="234825"/>
            </a:xfrm>
            <a:custGeom>
              <a:rect b="b" l="l" r="r" t="t"/>
              <a:pathLst>
                <a:path extrusionOk="0" h="9393" w="11367">
                  <a:moveTo>
                    <a:pt x="10235" y="1"/>
                  </a:moveTo>
                  <a:cubicBezTo>
                    <a:pt x="9342" y="1"/>
                    <a:pt x="7957" y="1120"/>
                    <a:pt x="7957" y="1120"/>
                  </a:cubicBezTo>
                  <a:cubicBezTo>
                    <a:pt x="7957" y="1120"/>
                    <a:pt x="4926" y="1783"/>
                    <a:pt x="3789" y="2257"/>
                  </a:cubicBezTo>
                  <a:cubicBezTo>
                    <a:pt x="2651" y="2730"/>
                    <a:pt x="1" y="6141"/>
                    <a:pt x="663" y="6330"/>
                  </a:cubicBezTo>
                  <a:cubicBezTo>
                    <a:pt x="691" y="6338"/>
                    <a:pt x="720" y="6342"/>
                    <a:pt x="752" y="6342"/>
                  </a:cubicBezTo>
                  <a:cubicBezTo>
                    <a:pt x="1473" y="6342"/>
                    <a:pt x="3125" y="4341"/>
                    <a:pt x="3126" y="4341"/>
                  </a:cubicBezTo>
                  <a:lnTo>
                    <a:pt x="3126" y="4341"/>
                  </a:lnTo>
                  <a:cubicBezTo>
                    <a:pt x="3125" y="4341"/>
                    <a:pt x="1705" y="6424"/>
                    <a:pt x="1516" y="7182"/>
                  </a:cubicBezTo>
                  <a:cubicBezTo>
                    <a:pt x="1341" y="7882"/>
                    <a:pt x="1166" y="9392"/>
                    <a:pt x="1739" y="9392"/>
                  </a:cubicBezTo>
                  <a:cubicBezTo>
                    <a:pt x="1786" y="9392"/>
                    <a:pt x="1838" y="9382"/>
                    <a:pt x="1895" y="9361"/>
                  </a:cubicBezTo>
                  <a:cubicBezTo>
                    <a:pt x="2653" y="9076"/>
                    <a:pt x="4168" y="6993"/>
                    <a:pt x="4168" y="6993"/>
                  </a:cubicBezTo>
                  <a:cubicBezTo>
                    <a:pt x="4168" y="6993"/>
                    <a:pt x="6062" y="5856"/>
                    <a:pt x="7578" y="5856"/>
                  </a:cubicBezTo>
                  <a:cubicBezTo>
                    <a:pt x="9093" y="5856"/>
                    <a:pt x="10136" y="3015"/>
                    <a:pt x="10136" y="3015"/>
                  </a:cubicBezTo>
                  <a:cubicBezTo>
                    <a:pt x="10136" y="3015"/>
                    <a:pt x="11366" y="1783"/>
                    <a:pt x="10893" y="457"/>
                  </a:cubicBezTo>
                  <a:cubicBezTo>
                    <a:pt x="10775" y="125"/>
                    <a:pt x="10532" y="1"/>
                    <a:pt x="102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67"/>
            <p:cNvSpPr/>
            <p:nvPr/>
          </p:nvSpPr>
          <p:spPr>
            <a:xfrm>
              <a:off x="4570625" y="2259075"/>
              <a:ext cx="286550" cy="250075"/>
            </a:xfrm>
            <a:custGeom>
              <a:rect b="b" l="l" r="r" t="t"/>
              <a:pathLst>
                <a:path extrusionOk="0" h="10003" w="11462">
                  <a:moveTo>
                    <a:pt x="10030" y="610"/>
                  </a:moveTo>
                  <a:cubicBezTo>
                    <a:pt x="10085" y="610"/>
                    <a:pt x="10135" y="616"/>
                    <a:pt x="10180" y="629"/>
                  </a:cubicBezTo>
                  <a:cubicBezTo>
                    <a:pt x="10252" y="649"/>
                    <a:pt x="10343" y="694"/>
                    <a:pt x="10404" y="864"/>
                  </a:cubicBezTo>
                  <a:cubicBezTo>
                    <a:pt x="10805" y="1988"/>
                    <a:pt x="9729" y="3091"/>
                    <a:pt x="9717" y="3103"/>
                  </a:cubicBezTo>
                  <a:cubicBezTo>
                    <a:pt x="9686" y="3134"/>
                    <a:pt x="9662" y="3171"/>
                    <a:pt x="9647" y="3213"/>
                  </a:cubicBezTo>
                  <a:cubicBezTo>
                    <a:pt x="9377" y="3948"/>
                    <a:pt x="8445" y="5854"/>
                    <a:pt x="7377" y="5854"/>
                  </a:cubicBezTo>
                  <a:cubicBezTo>
                    <a:pt x="5795" y="5854"/>
                    <a:pt x="3891" y="6986"/>
                    <a:pt x="3810" y="7034"/>
                  </a:cubicBezTo>
                  <a:cubicBezTo>
                    <a:pt x="3774" y="7055"/>
                    <a:pt x="3744" y="7084"/>
                    <a:pt x="3720" y="7117"/>
                  </a:cubicBezTo>
                  <a:cubicBezTo>
                    <a:pt x="3154" y="7894"/>
                    <a:pt x="2075" y="9195"/>
                    <a:pt x="1555" y="9398"/>
                  </a:cubicBezTo>
                  <a:cubicBezTo>
                    <a:pt x="1409" y="9272"/>
                    <a:pt x="1407" y="8381"/>
                    <a:pt x="1612" y="7560"/>
                  </a:cubicBezTo>
                  <a:cubicBezTo>
                    <a:pt x="1756" y="6983"/>
                    <a:pt x="2791" y="5385"/>
                    <a:pt x="3177" y="4817"/>
                  </a:cubicBezTo>
                  <a:cubicBezTo>
                    <a:pt x="3317" y="4615"/>
                    <a:pt x="3170" y="4339"/>
                    <a:pt x="2925" y="4339"/>
                  </a:cubicBezTo>
                  <a:cubicBezTo>
                    <a:pt x="2834" y="4339"/>
                    <a:pt x="2747" y="4379"/>
                    <a:pt x="2689" y="4450"/>
                  </a:cubicBezTo>
                  <a:cubicBezTo>
                    <a:pt x="1953" y="5340"/>
                    <a:pt x="1092" y="6132"/>
                    <a:pt x="698" y="6306"/>
                  </a:cubicBezTo>
                  <a:cubicBezTo>
                    <a:pt x="972" y="5552"/>
                    <a:pt x="2807" y="3218"/>
                    <a:pt x="3706" y="2843"/>
                  </a:cubicBezTo>
                  <a:cubicBezTo>
                    <a:pt x="4804" y="2386"/>
                    <a:pt x="7791" y="1729"/>
                    <a:pt x="7821" y="1722"/>
                  </a:cubicBezTo>
                  <a:cubicBezTo>
                    <a:pt x="7867" y="1712"/>
                    <a:pt x="7912" y="1691"/>
                    <a:pt x="7948" y="1662"/>
                  </a:cubicBezTo>
                  <a:cubicBezTo>
                    <a:pt x="8523" y="1198"/>
                    <a:pt x="9491" y="610"/>
                    <a:pt x="10030" y="610"/>
                  </a:cubicBezTo>
                  <a:close/>
                  <a:moveTo>
                    <a:pt x="10043" y="1"/>
                  </a:moveTo>
                  <a:cubicBezTo>
                    <a:pt x="9135" y="1"/>
                    <a:pt x="7929" y="898"/>
                    <a:pt x="7620" y="1140"/>
                  </a:cubicBezTo>
                  <a:cubicBezTo>
                    <a:pt x="7150" y="1245"/>
                    <a:pt x="4536" y="1833"/>
                    <a:pt x="3471" y="2277"/>
                  </a:cubicBezTo>
                  <a:cubicBezTo>
                    <a:pt x="2460" y="2698"/>
                    <a:pt x="0" y="5591"/>
                    <a:pt x="52" y="6502"/>
                  </a:cubicBezTo>
                  <a:cubicBezTo>
                    <a:pt x="65" y="6714"/>
                    <a:pt x="187" y="6872"/>
                    <a:pt x="378" y="6928"/>
                  </a:cubicBezTo>
                  <a:cubicBezTo>
                    <a:pt x="427" y="6941"/>
                    <a:pt x="478" y="6948"/>
                    <a:pt x="532" y="6948"/>
                  </a:cubicBezTo>
                  <a:cubicBezTo>
                    <a:pt x="774" y="6948"/>
                    <a:pt x="1062" y="6815"/>
                    <a:pt x="1360" y="6609"/>
                  </a:cubicBezTo>
                  <a:lnTo>
                    <a:pt x="1360" y="6609"/>
                  </a:lnTo>
                  <a:cubicBezTo>
                    <a:pt x="1198" y="6921"/>
                    <a:pt x="1070" y="7206"/>
                    <a:pt x="1018" y="7412"/>
                  </a:cubicBezTo>
                  <a:cubicBezTo>
                    <a:pt x="999" y="7489"/>
                    <a:pt x="549" y="9319"/>
                    <a:pt x="1148" y="9854"/>
                  </a:cubicBezTo>
                  <a:cubicBezTo>
                    <a:pt x="1255" y="9950"/>
                    <a:pt x="1394" y="10003"/>
                    <a:pt x="1538" y="10003"/>
                  </a:cubicBezTo>
                  <a:cubicBezTo>
                    <a:pt x="1627" y="10001"/>
                    <a:pt x="1717" y="9984"/>
                    <a:pt x="1801" y="9951"/>
                  </a:cubicBezTo>
                  <a:cubicBezTo>
                    <a:pt x="2576" y="9661"/>
                    <a:pt x="3897" y="7908"/>
                    <a:pt x="4176" y="7528"/>
                  </a:cubicBezTo>
                  <a:cubicBezTo>
                    <a:pt x="4483" y="7352"/>
                    <a:pt x="6096" y="6466"/>
                    <a:pt x="7377" y="6466"/>
                  </a:cubicBezTo>
                  <a:cubicBezTo>
                    <a:pt x="8972" y="6466"/>
                    <a:pt x="10028" y="3926"/>
                    <a:pt x="10198" y="3484"/>
                  </a:cubicBezTo>
                  <a:cubicBezTo>
                    <a:pt x="10440" y="3221"/>
                    <a:pt x="11461" y="2006"/>
                    <a:pt x="10980" y="658"/>
                  </a:cubicBezTo>
                  <a:cubicBezTo>
                    <a:pt x="10866" y="338"/>
                    <a:pt x="10647" y="124"/>
                    <a:pt x="10346" y="40"/>
                  </a:cubicBezTo>
                  <a:cubicBezTo>
                    <a:pt x="10250" y="13"/>
                    <a:pt x="10148" y="1"/>
                    <a:pt x="1004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67"/>
            <p:cNvSpPr/>
            <p:nvPr/>
          </p:nvSpPr>
          <p:spPr>
            <a:xfrm>
              <a:off x="4731350" y="2244600"/>
              <a:ext cx="97125" cy="117925"/>
            </a:xfrm>
            <a:custGeom>
              <a:rect b="b" l="l" r="r" t="t"/>
              <a:pathLst>
                <a:path extrusionOk="0" h="4717" w="3885">
                  <a:moveTo>
                    <a:pt x="1307" y="0"/>
                  </a:moveTo>
                  <a:cubicBezTo>
                    <a:pt x="901" y="0"/>
                    <a:pt x="664" y="670"/>
                    <a:pt x="664" y="1341"/>
                  </a:cubicBezTo>
                  <a:cubicBezTo>
                    <a:pt x="664" y="2288"/>
                    <a:pt x="1611" y="2572"/>
                    <a:pt x="1611" y="2572"/>
                  </a:cubicBezTo>
                  <a:cubicBezTo>
                    <a:pt x="1611" y="2572"/>
                    <a:pt x="1" y="4087"/>
                    <a:pt x="948" y="4561"/>
                  </a:cubicBezTo>
                  <a:cubicBezTo>
                    <a:pt x="1173" y="4674"/>
                    <a:pt x="1398" y="4717"/>
                    <a:pt x="1611" y="4717"/>
                  </a:cubicBezTo>
                  <a:cubicBezTo>
                    <a:pt x="2292" y="4717"/>
                    <a:pt x="2842" y="4276"/>
                    <a:pt x="2842" y="4276"/>
                  </a:cubicBezTo>
                  <a:lnTo>
                    <a:pt x="3884" y="1246"/>
                  </a:lnTo>
                  <a:lnTo>
                    <a:pt x="3884" y="1246"/>
                  </a:lnTo>
                  <a:cubicBezTo>
                    <a:pt x="3884" y="1246"/>
                    <a:pt x="3850" y="1248"/>
                    <a:pt x="3789" y="1248"/>
                  </a:cubicBezTo>
                  <a:cubicBezTo>
                    <a:pt x="3485" y="1248"/>
                    <a:pt x="2526" y="1182"/>
                    <a:pt x="1895" y="393"/>
                  </a:cubicBezTo>
                  <a:cubicBezTo>
                    <a:pt x="1673" y="115"/>
                    <a:pt x="1475" y="0"/>
                    <a:pt x="1307"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67"/>
            <p:cNvSpPr/>
            <p:nvPr/>
          </p:nvSpPr>
          <p:spPr>
            <a:xfrm>
              <a:off x="4738175" y="2236950"/>
              <a:ext cx="98250" cy="133250"/>
            </a:xfrm>
            <a:custGeom>
              <a:rect b="b" l="l" r="r" t="t"/>
              <a:pathLst>
                <a:path extrusionOk="0" h="5330" w="3930">
                  <a:moveTo>
                    <a:pt x="1036" y="0"/>
                  </a:moveTo>
                  <a:cubicBezTo>
                    <a:pt x="953" y="0"/>
                    <a:pt x="878" y="16"/>
                    <a:pt x="813" y="38"/>
                  </a:cubicBezTo>
                  <a:cubicBezTo>
                    <a:pt x="275" y="227"/>
                    <a:pt x="84" y="1023"/>
                    <a:pt x="84" y="1646"/>
                  </a:cubicBezTo>
                  <a:cubicBezTo>
                    <a:pt x="84" y="2299"/>
                    <a:pt x="461" y="2728"/>
                    <a:pt x="825" y="2967"/>
                  </a:cubicBezTo>
                  <a:cubicBezTo>
                    <a:pt x="479" y="3353"/>
                    <a:pt x="0" y="3999"/>
                    <a:pt x="80" y="4538"/>
                  </a:cubicBezTo>
                  <a:cubicBezTo>
                    <a:pt x="106" y="4722"/>
                    <a:pt x="207" y="4976"/>
                    <a:pt x="538" y="5141"/>
                  </a:cubicBezTo>
                  <a:cubicBezTo>
                    <a:pt x="785" y="5264"/>
                    <a:pt x="1057" y="5329"/>
                    <a:pt x="1332" y="5329"/>
                  </a:cubicBezTo>
                  <a:cubicBezTo>
                    <a:pt x="1335" y="5329"/>
                    <a:pt x="1337" y="5329"/>
                    <a:pt x="1339" y="5329"/>
                  </a:cubicBezTo>
                  <a:cubicBezTo>
                    <a:pt x="2114" y="5329"/>
                    <a:pt x="2726" y="4848"/>
                    <a:pt x="2761" y="4822"/>
                  </a:cubicBezTo>
                  <a:cubicBezTo>
                    <a:pt x="2892" y="4716"/>
                    <a:pt x="2915" y="4524"/>
                    <a:pt x="2808" y="4391"/>
                  </a:cubicBezTo>
                  <a:cubicBezTo>
                    <a:pt x="2748" y="4315"/>
                    <a:pt x="2659" y="4276"/>
                    <a:pt x="2570" y="4276"/>
                  </a:cubicBezTo>
                  <a:cubicBezTo>
                    <a:pt x="2502" y="4276"/>
                    <a:pt x="2435" y="4298"/>
                    <a:pt x="2378" y="4343"/>
                  </a:cubicBezTo>
                  <a:cubicBezTo>
                    <a:pt x="2373" y="4348"/>
                    <a:pt x="1903" y="4716"/>
                    <a:pt x="1341" y="4716"/>
                  </a:cubicBezTo>
                  <a:cubicBezTo>
                    <a:pt x="1170" y="4716"/>
                    <a:pt x="990" y="4681"/>
                    <a:pt x="812" y="4592"/>
                  </a:cubicBezTo>
                  <a:cubicBezTo>
                    <a:pt x="698" y="4536"/>
                    <a:pt x="689" y="4479"/>
                    <a:pt x="685" y="4449"/>
                  </a:cubicBezTo>
                  <a:cubicBezTo>
                    <a:pt x="638" y="4128"/>
                    <a:pt x="1172" y="3455"/>
                    <a:pt x="1548" y="3100"/>
                  </a:cubicBezTo>
                  <a:cubicBezTo>
                    <a:pt x="1717" y="2938"/>
                    <a:pt x="1651" y="2655"/>
                    <a:pt x="1428" y="2585"/>
                  </a:cubicBezTo>
                  <a:cubicBezTo>
                    <a:pt x="1398" y="2575"/>
                    <a:pt x="697" y="2348"/>
                    <a:pt x="697" y="1646"/>
                  </a:cubicBezTo>
                  <a:cubicBezTo>
                    <a:pt x="697" y="1076"/>
                    <a:pt x="883" y="662"/>
                    <a:pt x="1016" y="615"/>
                  </a:cubicBezTo>
                  <a:cubicBezTo>
                    <a:pt x="1020" y="614"/>
                    <a:pt x="1026" y="613"/>
                    <a:pt x="1032" y="613"/>
                  </a:cubicBezTo>
                  <a:cubicBezTo>
                    <a:pt x="1087" y="613"/>
                    <a:pt x="1206" y="668"/>
                    <a:pt x="1383" y="890"/>
                  </a:cubicBezTo>
                  <a:cubicBezTo>
                    <a:pt x="2096" y="1780"/>
                    <a:pt x="3158" y="1860"/>
                    <a:pt x="3515" y="1860"/>
                  </a:cubicBezTo>
                  <a:cubicBezTo>
                    <a:pt x="3583" y="1860"/>
                    <a:pt x="3626" y="1857"/>
                    <a:pt x="3635" y="1856"/>
                  </a:cubicBezTo>
                  <a:cubicBezTo>
                    <a:pt x="3803" y="1843"/>
                    <a:pt x="3929" y="1696"/>
                    <a:pt x="3916" y="1527"/>
                  </a:cubicBezTo>
                  <a:cubicBezTo>
                    <a:pt x="3904" y="1367"/>
                    <a:pt x="3760" y="1245"/>
                    <a:pt x="3611" y="1245"/>
                  </a:cubicBezTo>
                  <a:cubicBezTo>
                    <a:pt x="3603" y="1245"/>
                    <a:pt x="3596" y="1245"/>
                    <a:pt x="3588" y="1246"/>
                  </a:cubicBezTo>
                  <a:cubicBezTo>
                    <a:pt x="3586" y="1246"/>
                    <a:pt x="3557" y="1248"/>
                    <a:pt x="3507" y="1248"/>
                  </a:cubicBezTo>
                  <a:cubicBezTo>
                    <a:pt x="3244" y="1248"/>
                    <a:pt x="2407" y="1189"/>
                    <a:pt x="1861" y="508"/>
                  </a:cubicBezTo>
                  <a:cubicBezTo>
                    <a:pt x="1545" y="113"/>
                    <a:pt x="1261" y="0"/>
                    <a:pt x="103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67"/>
            <p:cNvSpPr/>
            <p:nvPr/>
          </p:nvSpPr>
          <p:spPr>
            <a:xfrm>
              <a:off x="5244575" y="2861075"/>
              <a:ext cx="586850" cy="176925"/>
            </a:xfrm>
            <a:custGeom>
              <a:rect b="b" l="l" r="r" t="t"/>
              <a:pathLst>
                <a:path extrusionOk="0" h="7077" w="23474">
                  <a:moveTo>
                    <a:pt x="9885" y="1"/>
                  </a:moveTo>
                  <a:cubicBezTo>
                    <a:pt x="7870" y="1"/>
                    <a:pt x="3022" y="1974"/>
                    <a:pt x="1566" y="2494"/>
                  </a:cubicBezTo>
                  <a:cubicBezTo>
                    <a:pt x="1" y="3053"/>
                    <a:pt x="1566" y="3500"/>
                    <a:pt x="3242" y="3836"/>
                  </a:cubicBezTo>
                  <a:cubicBezTo>
                    <a:pt x="3578" y="3903"/>
                    <a:pt x="3980" y="3930"/>
                    <a:pt x="4409" y="3930"/>
                  </a:cubicBezTo>
                  <a:cubicBezTo>
                    <a:pt x="6126" y="3930"/>
                    <a:pt x="8272" y="3500"/>
                    <a:pt x="8273" y="3500"/>
                  </a:cubicBezTo>
                  <a:lnTo>
                    <a:pt x="8273" y="3500"/>
                  </a:lnTo>
                  <a:cubicBezTo>
                    <a:pt x="8272" y="3500"/>
                    <a:pt x="4584" y="5065"/>
                    <a:pt x="5478" y="5288"/>
                  </a:cubicBezTo>
                  <a:cubicBezTo>
                    <a:pt x="5653" y="5332"/>
                    <a:pt x="5862" y="5350"/>
                    <a:pt x="6097" y="5350"/>
                  </a:cubicBezTo>
                  <a:cubicBezTo>
                    <a:pt x="7063" y="5350"/>
                    <a:pt x="8467" y="5043"/>
                    <a:pt x="9725" y="4953"/>
                  </a:cubicBezTo>
                  <a:cubicBezTo>
                    <a:pt x="11290" y="4841"/>
                    <a:pt x="12854" y="3388"/>
                    <a:pt x="12854" y="3388"/>
                  </a:cubicBezTo>
                  <a:cubicBezTo>
                    <a:pt x="12854" y="3388"/>
                    <a:pt x="20344" y="7077"/>
                    <a:pt x="21238" y="7077"/>
                  </a:cubicBezTo>
                  <a:cubicBezTo>
                    <a:pt x="22132" y="7077"/>
                    <a:pt x="23473" y="4394"/>
                    <a:pt x="21574" y="3277"/>
                  </a:cubicBezTo>
                  <a:cubicBezTo>
                    <a:pt x="19673" y="2160"/>
                    <a:pt x="16655" y="1264"/>
                    <a:pt x="16655" y="1264"/>
                  </a:cubicBezTo>
                  <a:cubicBezTo>
                    <a:pt x="16655" y="1264"/>
                    <a:pt x="11961" y="370"/>
                    <a:pt x="10284" y="35"/>
                  </a:cubicBezTo>
                  <a:cubicBezTo>
                    <a:pt x="10169" y="12"/>
                    <a:pt x="10035" y="1"/>
                    <a:pt x="988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67"/>
            <p:cNvSpPr/>
            <p:nvPr/>
          </p:nvSpPr>
          <p:spPr>
            <a:xfrm>
              <a:off x="5259200" y="2853425"/>
              <a:ext cx="561600" cy="192225"/>
            </a:xfrm>
            <a:custGeom>
              <a:rect b="b" l="l" r="r" t="t"/>
              <a:pathLst>
                <a:path extrusionOk="0" h="7689" w="22464">
                  <a:moveTo>
                    <a:pt x="9288" y="611"/>
                  </a:moveTo>
                  <a:cubicBezTo>
                    <a:pt x="9420" y="611"/>
                    <a:pt x="9538" y="621"/>
                    <a:pt x="9639" y="641"/>
                  </a:cubicBezTo>
                  <a:cubicBezTo>
                    <a:pt x="11261" y="966"/>
                    <a:pt x="15702" y="1812"/>
                    <a:pt x="15997" y="1868"/>
                  </a:cubicBezTo>
                  <a:cubicBezTo>
                    <a:pt x="16224" y="1936"/>
                    <a:pt x="19052" y="2799"/>
                    <a:pt x="20834" y="3846"/>
                  </a:cubicBezTo>
                  <a:cubicBezTo>
                    <a:pt x="21827" y="4431"/>
                    <a:pt x="21675" y="5447"/>
                    <a:pt x="21564" y="5856"/>
                  </a:cubicBezTo>
                  <a:cubicBezTo>
                    <a:pt x="21364" y="6590"/>
                    <a:pt x="20883" y="7076"/>
                    <a:pt x="20653" y="7076"/>
                  </a:cubicBezTo>
                  <a:cubicBezTo>
                    <a:pt x="20118" y="7076"/>
                    <a:pt x="16005" y="5193"/>
                    <a:pt x="12406" y="3420"/>
                  </a:cubicBezTo>
                  <a:cubicBezTo>
                    <a:pt x="12363" y="3399"/>
                    <a:pt x="12317" y="3388"/>
                    <a:pt x="12270" y="3388"/>
                  </a:cubicBezTo>
                  <a:cubicBezTo>
                    <a:pt x="12193" y="3388"/>
                    <a:pt x="12119" y="3417"/>
                    <a:pt x="12062" y="3470"/>
                  </a:cubicBezTo>
                  <a:cubicBezTo>
                    <a:pt x="12048" y="3484"/>
                    <a:pt x="10559" y="4851"/>
                    <a:pt x="9119" y="4954"/>
                  </a:cubicBezTo>
                  <a:cubicBezTo>
                    <a:pt x="8547" y="4995"/>
                    <a:pt x="7955" y="5078"/>
                    <a:pt x="7382" y="5159"/>
                  </a:cubicBezTo>
                  <a:cubicBezTo>
                    <a:pt x="6702" y="5255"/>
                    <a:pt x="6047" y="5350"/>
                    <a:pt x="5536" y="5350"/>
                  </a:cubicBezTo>
                  <a:cubicBezTo>
                    <a:pt x="5453" y="5350"/>
                    <a:pt x="5374" y="5348"/>
                    <a:pt x="5299" y="5342"/>
                  </a:cubicBezTo>
                  <a:cubicBezTo>
                    <a:pt x="5788" y="5018"/>
                    <a:pt x="6856" y="4492"/>
                    <a:pt x="7807" y="4087"/>
                  </a:cubicBezTo>
                  <a:cubicBezTo>
                    <a:pt x="7951" y="4026"/>
                    <a:pt x="8027" y="3866"/>
                    <a:pt x="7980" y="3716"/>
                  </a:cubicBezTo>
                  <a:cubicBezTo>
                    <a:pt x="7940" y="3587"/>
                    <a:pt x="7818" y="3499"/>
                    <a:pt x="7688" y="3499"/>
                  </a:cubicBezTo>
                  <a:cubicBezTo>
                    <a:pt x="7668" y="3499"/>
                    <a:pt x="7648" y="3501"/>
                    <a:pt x="7628" y="3506"/>
                  </a:cubicBezTo>
                  <a:cubicBezTo>
                    <a:pt x="7601" y="3511"/>
                    <a:pt x="5487" y="3930"/>
                    <a:pt x="3826" y="3930"/>
                  </a:cubicBezTo>
                  <a:cubicBezTo>
                    <a:pt x="3416" y="3930"/>
                    <a:pt x="3034" y="3905"/>
                    <a:pt x="2717" y="3841"/>
                  </a:cubicBezTo>
                  <a:cubicBezTo>
                    <a:pt x="1337" y="3566"/>
                    <a:pt x="864" y="3365"/>
                    <a:pt x="702" y="3261"/>
                  </a:cubicBezTo>
                  <a:cubicBezTo>
                    <a:pt x="765" y="3220"/>
                    <a:pt x="881" y="3160"/>
                    <a:pt x="1084" y="3088"/>
                  </a:cubicBezTo>
                  <a:cubicBezTo>
                    <a:pt x="1321" y="3004"/>
                    <a:pt x="1649" y="2880"/>
                    <a:pt x="2040" y="2732"/>
                  </a:cubicBezTo>
                  <a:cubicBezTo>
                    <a:pt x="3919" y="2025"/>
                    <a:pt x="7673" y="611"/>
                    <a:pt x="9288" y="611"/>
                  </a:cubicBezTo>
                  <a:close/>
                  <a:moveTo>
                    <a:pt x="9293" y="0"/>
                  </a:moveTo>
                  <a:cubicBezTo>
                    <a:pt x="7695" y="0"/>
                    <a:pt x="4628" y="1103"/>
                    <a:pt x="1824" y="2160"/>
                  </a:cubicBezTo>
                  <a:cubicBezTo>
                    <a:pt x="1438" y="2305"/>
                    <a:pt x="1113" y="2427"/>
                    <a:pt x="878" y="2511"/>
                  </a:cubicBezTo>
                  <a:cubicBezTo>
                    <a:pt x="467" y="2658"/>
                    <a:pt x="1" y="2879"/>
                    <a:pt x="31" y="3293"/>
                  </a:cubicBezTo>
                  <a:cubicBezTo>
                    <a:pt x="65" y="3768"/>
                    <a:pt x="737" y="4070"/>
                    <a:pt x="2597" y="4441"/>
                  </a:cubicBezTo>
                  <a:cubicBezTo>
                    <a:pt x="2956" y="4512"/>
                    <a:pt x="3382" y="4541"/>
                    <a:pt x="3834" y="4541"/>
                  </a:cubicBezTo>
                  <a:cubicBezTo>
                    <a:pt x="4426" y="4541"/>
                    <a:pt x="5061" y="4492"/>
                    <a:pt x="5644" y="4427"/>
                  </a:cubicBezTo>
                  <a:lnTo>
                    <a:pt x="5644" y="4427"/>
                  </a:lnTo>
                  <a:cubicBezTo>
                    <a:pt x="4416" y="5091"/>
                    <a:pt x="4437" y="5369"/>
                    <a:pt x="4448" y="5510"/>
                  </a:cubicBezTo>
                  <a:cubicBezTo>
                    <a:pt x="4456" y="5598"/>
                    <a:pt x="4505" y="5813"/>
                    <a:pt x="4820" y="5891"/>
                  </a:cubicBezTo>
                  <a:cubicBezTo>
                    <a:pt x="5019" y="5940"/>
                    <a:pt x="5253" y="5961"/>
                    <a:pt x="5512" y="5961"/>
                  </a:cubicBezTo>
                  <a:cubicBezTo>
                    <a:pt x="6075" y="5961"/>
                    <a:pt x="6757" y="5865"/>
                    <a:pt x="7467" y="5764"/>
                  </a:cubicBezTo>
                  <a:cubicBezTo>
                    <a:pt x="8030" y="5686"/>
                    <a:pt x="8613" y="5603"/>
                    <a:pt x="9162" y="5564"/>
                  </a:cubicBezTo>
                  <a:cubicBezTo>
                    <a:pt x="10533" y="5466"/>
                    <a:pt x="11866" y="4441"/>
                    <a:pt x="12318" y="4060"/>
                  </a:cubicBezTo>
                  <a:cubicBezTo>
                    <a:pt x="13914" y="4844"/>
                    <a:pt x="19772" y="7689"/>
                    <a:pt x="20653" y="7689"/>
                  </a:cubicBezTo>
                  <a:cubicBezTo>
                    <a:pt x="21308" y="7689"/>
                    <a:pt x="21931" y="6839"/>
                    <a:pt x="22154" y="6017"/>
                  </a:cubicBezTo>
                  <a:cubicBezTo>
                    <a:pt x="22463" y="4882"/>
                    <a:pt x="22085" y="3873"/>
                    <a:pt x="21144" y="3320"/>
                  </a:cubicBezTo>
                  <a:cubicBezTo>
                    <a:pt x="19233" y="2195"/>
                    <a:pt x="16282" y="1315"/>
                    <a:pt x="16157" y="1277"/>
                  </a:cubicBezTo>
                  <a:cubicBezTo>
                    <a:pt x="16147" y="1274"/>
                    <a:pt x="16138" y="1271"/>
                    <a:pt x="16128" y="1270"/>
                  </a:cubicBezTo>
                  <a:cubicBezTo>
                    <a:pt x="16128" y="1270"/>
                    <a:pt x="11434" y="376"/>
                    <a:pt x="9759" y="41"/>
                  </a:cubicBezTo>
                  <a:cubicBezTo>
                    <a:pt x="9622" y="13"/>
                    <a:pt x="9466" y="0"/>
                    <a:pt x="929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67"/>
            <p:cNvSpPr/>
            <p:nvPr/>
          </p:nvSpPr>
          <p:spPr>
            <a:xfrm>
              <a:off x="5415050" y="2937650"/>
              <a:ext cx="617575" cy="914575"/>
            </a:xfrm>
            <a:custGeom>
              <a:rect b="b" l="l" r="r" t="t"/>
              <a:pathLst>
                <a:path extrusionOk="0" h="36583" w="24703">
                  <a:moveTo>
                    <a:pt x="15671" y="1"/>
                  </a:moveTo>
                  <a:cubicBezTo>
                    <a:pt x="13489" y="1"/>
                    <a:pt x="11513" y="2337"/>
                    <a:pt x="11513" y="2337"/>
                  </a:cubicBezTo>
                  <a:cubicBezTo>
                    <a:pt x="11513" y="2337"/>
                    <a:pt x="7042" y="5579"/>
                    <a:pt x="3800" y="10161"/>
                  </a:cubicBezTo>
                  <a:cubicBezTo>
                    <a:pt x="558" y="14743"/>
                    <a:pt x="0" y="24021"/>
                    <a:pt x="670" y="26703"/>
                  </a:cubicBezTo>
                  <a:cubicBezTo>
                    <a:pt x="1342" y="29386"/>
                    <a:pt x="1788" y="32516"/>
                    <a:pt x="5029" y="34639"/>
                  </a:cubicBezTo>
                  <a:cubicBezTo>
                    <a:pt x="6789" y="35792"/>
                    <a:pt x="8284" y="36582"/>
                    <a:pt x="10177" y="36582"/>
                  </a:cubicBezTo>
                  <a:cubicBezTo>
                    <a:pt x="11772" y="36582"/>
                    <a:pt x="13650" y="36020"/>
                    <a:pt x="16207" y="34639"/>
                  </a:cubicBezTo>
                  <a:cubicBezTo>
                    <a:pt x="21796" y="31621"/>
                    <a:pt x="24702" y="21562"/>
                    <a:pt x="24143" y="13850"/>
                  </a:cubicBezTo>
                  <a:cubicBezTo>
                    <a:pt x="23585" y="6138"/>
                    <a:pt x="18890" y="771"/>
                    <a:pt x="16431" y="101"/>
                  </a:cubicBezTo>
                  <a:cubicBezTo>
                    <a:pt x="16176" y="32"/>
                    <a:pt x="15922" y="1"/>
                    <a:pt x="1567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67"/>
            <p:cNvSpPr/>
            <p:nvPr/>
          </p:nvSpPr>
          <p:spPr>
            <a:xfrm>
              <a:off x="5407500" y="2929975"/>
              <a:ext cx="632800" cy="929725"/>
            </a:xfrm>
            <a:custGeom>
              <a:rect b="b" l="l" r="r" t="t"/>
              <a:pathLst>
                <a:path extrusionOk="0" h="37189" w="25312">
                  <a:moveTo>
                    <a:pt x="15972" y="614"/>
                  </a:moveTo>
                  <a:cubicBezTo>
                    <a:pt x="16202" y="614"/>
                    <a:pt x="16430" y="644"/>
                    <a:pt x="16652" y="704"/>
                  </a:cubicBezTo>
                  <a:cubicBezTo>
                    <a:pt x="18970" y="1337"/>
                    <a:pt x="23585" y="6522"/>
                    <a:pt x="24139" y="14179"/>
                  </a:cubicBezTo>
                  <a:cubicBezTo>
                    <a:pt x="24687" y="21723"/>
                    <a:pt x="21868" y="31705"/>
                    <a:pt x="16364" y="34677"/>
                  </a:cubicBezTo>
                  <a:cubicBezTo>
                    <a:pt x="13846" y="36037"/>
                    <a:pt x="12007" y="36578"/>
                    <a:pt x="10465" y="36578"/>
                  </a:cubicBezTo>
                  <a:cubicBezTo>
                    <a:pt x="8598" y="36578"/>
                    <a:pt x="7168" y="35785"/>
                    <a:pt x="5500" y="34692"/>
                  </a:cubicBezTo>
                  <a:cubicBezTo>
                    <a:pt x="2678" y="32843"/>
                    <a:pt x="2061" y="30250"/>
                    <a:pt x="1464" y="27742"/>
                  </a:cubicBezTo>
                  <a:cubicBezTo>
                    <a:pt x="1400" y="27470"/>
                    <a:pt x="1336" y="27201"/>
                    <a:pt x="1270" y="26937"/>
                  </a:cubicBezTo>
                  <a:cubicBezTo>
                    <a:pt x="633" y="24394"/>
                    <a:pt x="1173" y="15142"/>
                    <a:pt x="4352" y="10645"/>
                  </a:cubicBezTo>
                  <a:cubicBezTo>
                    <a:pt x="7526" y="6160"/>
                    <a:pt x="11950" y="2924"/>
                    <a:pt x="11995" y="2892"/>
                  </a:cubicBezTo>
                  <a:cubicBezTo>
                    <a:pt x="12015" y="2877"/>
                    <a:pt x="12032" y="2861"/>
                    <a:pt x="12049" y="2842"/>
                  </a:cubicBezTo>
                  <a:cubicBezTo>
                    <a:pt x="12070" y="2817"/>
                    <a:pt x="13960" y="614"/>
                    <a:pt x="15972" y="614"/>
                  </a:cubicBezTo>
                  <a:close/>
                  <a:moveTo>
                    <a:pt x="15964" y="1"/>
                  </a:moveTo>
                  <a:cubicBezTo>
                    <a:pt x="13779" y="1"/>
                    <a:pt x="11856" y="2129"/>
                    <a:pt x="11606" y="2418"/>
                  </a:cubicBezTo>
                  <a:cubicBezTo>
                    <a:pt x="11208" y="2712"/>
                    <a:pt x="6948" y="5916"/>
                    <a:pt x="3853" y="10292"/>
                  </a:cubicBezTo>
                  <a:cubicBezTo>
                    <a:pt x="518" y="15007"/>
                    <a:pt x="1" y="24387"/>
                    <a:pt x="675" y="27086"/>
                  </a:cubicBezTo>
                  <a:cubicBezTo>
                    <a:pt x="742" y="27348"/>
                    <a:pt x="805" y="27614"/>
                    <a:pt x="868" y="27883"/>
                  </a:cubicBezTo>
                  <a:cubicBezTo>
                    <a:pt x="1464" y="30385"/>
                    <a:pt x="2139" y="33221"/>
                    <a:pt x="5164" y="35203"/>
                  </a:cubicBezTo>
                  <a:cubicBezTo>
                    <a:pt x="6900" y="36340"/>
                    <a:pt x="8439" y="37189"/>
                    <a:pt x="10454" y="37189"/>
                  </a:cubicBezTo>
                  <a:cubicBezTo>
                    <a:pt x="12089" y="37189"/>
                    <a:pt x="14035" y="36630"/>
                    <a:pt x="16655" y="35217"/>
                  </a:cubicBezTo>
                  <a:cubicBezTo>
                    <a:pt x="22376" y="32127"/>
                    <a:pt x="25311" y="21868"/>
                    <a:pt x="24751" y="14135"/>
                  </a:cubicBezTo>
                  <a:cubicBezTo>
                    <a:pt x="24176" y="6194"/>
                    <a:pt x="19278" y="786"/>
                    <a:pt x="16814" y="114"/>
                  </a:cubicBezTo>
                  <a:cubicBezTo>
                    <a:pt x="16528" y="36"/>
                    <a:pt x="16244" y="1"/>
                    <a:pt x="1596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67"/>
            <p:cNvSpPr/>
            <p:nvPr/>
          </p:nvSpPr>
          <p:spPr>
            <a:xfrm>
              <a:off x="5596700" y="3020350"/>
              <a:ext cx="271050" cy="253200"/>
            </a:xfrm>
            <a:custGeom>
              <a:rect b="b" l="l" r="r" t="t"/>
              <a:pathLst>
                <a:path extrusionOk="0" h="10128" w="10842">
                  <a:moveTo>
                    <a:pt x="7822" y="0"/>
                  </a:moveTo>
                  <a:cubicBezTo>
                    <a:pt x="6404" y="0"/>
                    <a:pt x="4583" y="482"/>
                    <a:pt x="4583" y="482"/>
                  </a:cubicBezTo>
                  <a:cubicBezTo>
                    <a:pt x="4583" y="482"/>
                    <a:pt x="2570" y="706"/>
                    <a:pt x="1564" y="2047"/>
                  </a:cubicBezTo>
                  <a:cubicBezTo>
                    <a:pt x="558" y="3388"/>
                    <a:pt x="894" y="3835"/>
                    <a:pt x="1564" y="4171"/>
                  </a:cubicBezTo>
                  <a:cubicBezTo>
                    <a:pt x="2236" y="4507"/>
                    <a:pt x="2347" y="5401"/>
                    <a:pt x="2347" y="5401"/>
                  </a:cubicBezTo>
                  <a:cubicBezTo>
                    <a:pt x="2347" y="5401"/>
                    <a:pt x="0" y="9200"/>
                    <a:pt x="1230" y="9984"/>
                  </a:cubicBezTo>
                  <a:cubicBezTo>
                    <a:pt x="1385" y="10082"/>
                    <a:pt x="1607" y="10128"/>
                    <a:pt x="1881" y="10128"/>
                  </a:cubicBezTo>
                  <a:cubicBezTo>
                    <a:pt x="3776" y="10128"/>
                    <a:pt x="8119" y="7955"/>
                    <a:pt x="9388" y="6295"/>
                  </a:cubicBezTo>
                  <a:cubicBezTo>
                    <a:pt x="10842" y="4394"/>
                    <a:pt x="10172" y="1264"/>
                    <a:pt x="9277" y="370"/>
                  </a:cubicBezTo>
                  <a:cubicBezTo>
                    <a:pt x="9002" y="95"/>
                    <a:pt x="8451" y="0"/>
                    <a:pt x="78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67"/>
            <p:cNvSpPr/>
            <p:nvPr/>
          </p:nvSpPr>
          <p:spPr>
            <a:xfrm>
              <a:off x="5589500" y="3012625"/>
              <a:ext cx="287400" cy="268300"/>
            </a:xfrm>
            <a:custGeom>
              <a:rect b="b" l="l" r="r" t="t"/>
              <a:pathLst>
                <a:path extrusionOk="0" h="10732" w="11496">
                  <a:moveTo>
                    <a:pt x="8126" y="612"/>
                  </a:moveTo>
                  <a:cubicBezTo>
                    <a:pt x="8688" y="612"/>
                    <a:pt x="9144" y="690"/>
                    <a:pt x="9349" y="896"/>
                  </a:cubicBezTo>
                  <a:cubicBezTo>
                    <a:pt x="10163" y="1710"/>
                    <a:pt x="10771" y="4669"/>
                    <a:pt x="9434" y="6418"/>
                  </a:cubicBezTo>
                  <a:cubicBezTo>
                    <a:pt x="8096" y="8167"/>
                    <a:pt x="3819" y="10139"/>
                    <a:pt x="2176" y="10139"/>
                  </a:cubicBezTo>
                  <a:cubicBezTo>
                    <a:pt x="1963" y="10139"/>
                    <a:pt x="1794" y="10106"/>
                    <a:pt x="1682" y="10034"/>
                  </a:cubicBezTo>
                  <a:cubicBezTo>
                    <a:pt x="1017" y="9611"/>
                    <a:pt x="2013" y="7299"/>
                    <a:pt x="2896" y="5870"/>
                  </a:cubicBezTo>
                  <a:cubicBezTo>
                    <a:pt x="2932" y="5810"/>
                    <a:pt x="2948" y="5741"/>
                    <a:pt x="2939" y="5671"/>
                  </a:cubicBezTo>
                  <a:cubicBezTo>
                    <a:pt x="2933" y="5628"/>
                    <a:pt x="2797" y="4611"/>
                    <a:pt x="1990" y="4206"/>
                  </a:cubicBezTo>
                  <a:cubicBezTo>
                    <a:pt x="1705" y="4064"/>
                    <a:pt x="1569" y="3941"/>
                    <a:pt x="1534" y="3793"/>
                  </a:cubicBezTo>
                  <a:cubicBezTo>
                    <a:pt x="1492" y="3618"/>
                    <a:pt x="1558" y="3259"/>
                    <a:pt x="2097" y="2539"/>
                  </a:cubicBezTo>
                  <a:cubicBezTo>
                    <a:pt x="3010" y="1323"/>
                    <a:pt x="4886" y="1097"/>
                    <a:pt x="4904" y="1096"/>
                  </a:cubicBezTo>
                  <a:cubicBezTo>
                    <a:pt x="4920" y="1094"/>
                    <a:pt x="4934" y="1091"/>
                    <a:pt x="4948" y="1087"/>
                  </a:cubicBezTo>
                  <a:cubicBezTo>
                    <a:pt x="5839" y="851"/>
                    <a:pt x="7146" y="612"/>
                    <a:pt x="8126" y="612"/>
                  </a:cubicBezTo>
                  <a:close/>
                  <a:moveTo>
                    <a:pt x="8064" y="0"/>
                  </a:moveTo>
                  <a:cubicBezTo>
                    <a:pt x="6781" y="0"/>
                    <a:pt x="5267" y="371"/>
                    <a:pt x="4813" y="490"/>
                  </a:cubicBezTo>
                  <a:cubicBezTo>
                    <a:pt x="4564" y="522"/>
                    <a:pt x="2632" y="807"/>
                    <a:pt x="1607" y="2173"/>
                  </a:cubicBezTo>
                  <a:cubicBezTo>
                    <a:pt x="1045" y="2923"/>
                    <a:pt x="832" y="3483"/>
                    <a:pt x="938" y="3934"/>
                  </a:cubicBezTo>
                  <a:cubicBezTo>
                    <a:pt x="1040" y="4367"/>
                    <a:pt x="1407" y="4600"/>
                    <a:pt x="1716" y="4754"/>
                  </a:cubicBezTo>
                  <a:cubicBezTo>
                    <a:pt x="2115" y="4953"/>
                    <a:pt x="2264" y="5440"/>
                    <a:pt x="2313" y="5650"/>
                  </a:cubicBezTo>
                  <a:cubicBezTo>
                    <a:pt x="1789" y="6514"/>
                    <a:pt x="0" y="9690"/>
                    <a:pt x="1353" y="10551"/>
                  </a:cubicBezTo>
                  <a:cubicBezTo>
                    <a:pt x="1548" y="10675"/>
                    <a:pt x="1822" y="10731"/>
                    <a:pt x="2155" y="10731"/>
                  </a:cubicBezTo>
                  <a:cubicBezTo>
                    <a:pt x="4245" y="10731"/>
                    <a:pt x="8619" y="8491"/>
                    <a:pt x="9920" y="6790"/>
                  </a:cubicBezTo>
                  <a:cubicBezTo>
                    <a:pt x="11495" y="4729"/>
                    <a:pt x="10772" y="1454"/>
                    <a:pt x="9782" y="463"/>
                  </a:cubicBezTo>
                  <a:cubicBezTo>
                    <a:pt x="9436" y="118"/>
                    <a:pt x="8787" y="0"/>
                    <a:pt x="80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67"/>
            <p:cNvSpPr/>
            <p:nvPr/>
          </p:nvSpPr>
          <p:spPr>
            <a:xfrm>
              <a:off x="5571550" y="2661300"/>
              <a:ext cx="349300" cy="526375"/>
            </a:xfrm>
            <a:custGeom>
              <a:rect b="b" l="l" r="r" t="t"/>
              <a:pathLst>
                <a:path extrusionOk="0" h="21055" w="13972">
                  <a:moveTo>
                    <a:pt x="6374" y="0"/>
                  </a:moveTo>
                  <a:cubicBezTo>
                    <a:pt x="5139" y="0"/>
                    <a:pt x="4247" y="313"/>
                    <a:pt x="4247" y="313"/>
                  </a:cubicBezTo>
                  <a:cubicBezTo>
                    <a:pt x="4247" y="313"/>
                    <a:pt x="2906" y="1879"/>
                    <a:pt x="2012" y="2325"/>
                  </a:cubicBezTo>
                  <a:cubicBezTo>
                    <a:pt x="1118" y="2773"/>
                    <a:pt x="0" y="3220"/>
                    <a:pt x="894" y="3890"/>
                  </a:cubicBezTo>
                  <a:cubicBezTo>
                    <a:pt x="1788" y="4561"/>
                    <a:pt x="2346" y="5120"/>
                    <a:pt x="2346" y="5120"/>
                  </a:cubicBezTo>
                  <a:cubicBezTo>
                    <a:pt x="2346" y="5120"/>
                    <a:pt x="1229" y="8808"/>
                    <a:pt x="1676" y="10933"/>
                  </a:cubicBezTo>
                  <a:cubicBezTo>
                    <a:pt x="1969" y="12323"/>
                    <a:pt x="2933" y="12563"/>
                    <a:pt x="3564" y="12563"/>
                  </a:cubicBezTo>
                  <a:cubicBezTo>
                    <a:pt x="3896" y="12563"/>
                    <a:pt x="4135" y="12497"/>
                    <a:pt x="4136" y="12497"/>
                  </a:cubicBezTo>
                  <a:lnTo>
                    <a:pt x="4136" y="12497"/>
                  </a:lnTo>
                  <a:cubicBezTo>
                    <a:pt x="4136" y="12497"/>
                    <a:pt x="3800" y="18086"/>
                    <a:pt x="3353" y="19763"/>
                  </a:cubicBezTo>
                  <a:cubicBezTo>
                    <a:pt x="3111" y="20671"/>
                    <a:pt x="3624" y="21055"/>
                    <a:pt x="4412" y="21055"/>
                  </a:cubicBezTo>
                  <a:cubicBezTo>
                    <a:pt x="5078" y="21055"/>
                    <a:pt x="5939" y="20781"/>
                    <a:pt x="6707" y="20321"/>
                  </a:cubicBezTo>
                  <a:cubicBezTo>
                    <a:pt x="8383" y="19315"/>
                    <a:pt x="8607" y="15180"/>
                    <a:pt x="9277" y="12161"/>
                  </a:cubicBezTo>
                  <a:cubicBezTo>
                    <a:pt x="9948" y="9142"/>
                    <a:pt x="13971" y="5567"/>
                    <a:pt x="11178" y="2213"/>
                  </a:cubicBezTo>
                  <a:cubicBezTo>
                    <a:pt x="9681" y="417"/>
                    <a:pt x="7799" y="0"/>
                    <a:pt x="6374"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67"/>
            <p:cNvSpPr/>
            <p:nvPr/>
          </p:nvSpPr>
          <p:spPr>
            <a:xfrm>
              <a:off x="5577425" y="2653900"/>
              <a:ext cx="330750" cy="541375"/>
            </a:xfrm>
            <a:custGeom>
              <a:rect b="b" l="l" r="r" t="t"/>
              <a:pathLst>
                <a:path extrusionOk="0" h="21655" w="13230">
                  <a:moveTo>
                    <a:pt x="6126" y="607"/>
                  </a:moveTo>
                  <a:cubicBezTo>
                    <a:pt x="7486" y="607"/>
                    <a:pt x="9286" y="1001"/>
                    <a:pt x="10707" y="2705"/>
                  </a:cubicBezTo>
                  <a:cubicBezTo>
                    <a:pt x="12495" y="4850"/>
                    <a:pt x="11265" y="7131"/>
                    <a:pt x="10076" y="9338"/>
                  </a:cubicBezTo>
                  <a:cubicBezTo>
                    <a:pt x="9504" y="10401"/>
                    <a:pt x="8962" y="11405"/>
                    <a:pt x="8743" y="12391"/>
                  </a:cubicBezTo>
                  <a:cubicBezTo>
                    <a:pt x="8579" y="13132"/>
                    <a:pt x="8439" y="13952"/>
                    <a:pt x="8303" y="14744"/>
                  </a:cubicBezTo>
                  <a:cubicBezTo>
                    <a:pt x="7890" y="17163"/>
                    <a:pt x="7462" y="19665"/>
                    <a:pt x="6314" y="20354"/>
                  </a:cubicBezTo>
                  <a:cubicBezTo>
                    <a:pt x="5578" y="20796"/>
                    <a:pt x="4759" y="21047"/>
                    <a:pt x="4171" y="21047"/>
                  </a:cubicBezTo>
                  <a:cubicBezTo>
                    <a:pt x="3905" y="21047"/>
                    <a:pt x="3685" y="20996"/>
                    <a:pt x="3542" y="20887"/>
                  </a:cubicBezTo>
                  <a:cubicBezTo>
                    <a:pt x="3474" y="20836"/>
                    <a:pt x="3268" y="20681"/>
                    <a:pt x="3413" y="20136"/>
                  </a:cubicBezTo>
                  <a:cubicBezTo>
                    <a:pt x="3863" y="18451"/>
                    <a:pt x="4192" y="13041"/>
                    <a:pt x="4206" y="12812"/>
                  </a:cubicBezTo>
                  <a:cubicBezTo>
                    <a:pt x="4216" y="12635"/>
                    <a:pt x="4076" y="12487"/>
                    <a:pt x="3899" y="12487"/>
                  </a:cubicBezTo>
                  <a:cubicBezTo>
                    <a:pt x="3896" y="12487"/>
                    <a:pt x="3893" y="12487"/>
                    <a:pt x="3889" y="12487"/>
                  </a:cubicBezTo>
                  <a:cubicBezTo>
                    <a:pt x="3866" y="12487"/>
                    <a:pt x="3842" y="12490"/>
                    <a:pt x="3819" y="12496"/>
                  </a:cubicBezTo>
                  <a:cubicBezTo>
                    <a:pt x="3815" y="12497"/>
                    <a:pt x="3608" y="12551"/>
                    <a:pt x="3327" y="12551"/>
                  </a:cubicBezTo>
                  <a:cubicBezTo>
                    <a:pt x="3068" y="12551"/>
                    <a:pt x="2746" y="12505"/>
                    <a:pt x="2460" y="12330"/>
                  </a:cubicBezTo>
                  <a:cubicBezTo>
                    <a:pt x="2098" y="12108"/>
                    <a:pt x="1857" y="11716"/>
                    <a:pt x="1740" y="11164"/>
                  </a:cubicBezTo>
                  <a:cubicBezTo>
                    <a:pt x="1315" y="9142"/>
                    <a:pt x="2394" y="5539"/>
                    <a:pt x="2405" y="5504"/>
                  </a:cubicBezTo>
                  <a:cubicBezTo>
                    <a:pt x="2437" y="5395"/>
                    <a:pt x="2408" y="5278"/>
                    <a:pt x="2329" y="5199"/>
                  </a:cubicBezTo>
                  <a:cubicBezTo>
                    <a:pt x="2305" y="5175"/>
                    <a:pt x="1744" y="4616"/>
                    <a:pt x="842" y="3941"/>
                  </a:cubicBezTo>
                  <a:cubicBezTo>
                    <a:pt x="674" y="3814"/>
                    <a:pt x="634" y="3729"/>
                    <a:pt x="636" y="3701"/>
                  </a:cubicBezTo>
                  <a:cubicBezTo>
                    <a:pt x="655" y="3512"/>
                    <a:pt x="1325" y="3184"/>
                    <a:pt x="1685" y="3007"/>
                  </a:cubicBezTo>
                  <a:lnTo>
                    <a:pt x="1913" y="2895"/>
                  </a:lnTo>
                  <a:cubicBezTo>
                    <a:pt x="2754" y="2474"/>
                    <a:pt x="3914" y="1186"/>
                    <a:pt x="4186" y="874"/>
                  </a:cubicBezTo>
                  <a:cubicBezTo>
                    <a:pt x="4416" y="805"/>
                    <a:pt x="5160" y="607"/>
                    <a:pt x="6126" y="607"/>
                  </a:cubicBezTo>
                  <a:close/>
                  <a:moveTo>
                    <a:pt x="6128" y="0"/>
                  </a:moveTo>
                  <a:cubicBezTo>
                    <a:pt x="4854" y="0"/>
                    <a:pt x="3930" y="314"/>
                    <a:pt x="3910" y="320"/>
                  </a:cubicBezTo>
                  <a:cubicBezTo>
                    <a:pt x="3860" y="338"/>
                    <a:pt x="3814" y="369"/>
                    <a:pt x="3779" y="410"/>
                  </a:cubicBezTo>
                  <a:cubicBezTo>
                    <a:pt x="3766" y="426"/>
                    <a:pt x="2467" y="1933"/>
                    <a:pt x="1640" y="2348"/>
                  </a:cubicBezTo>
                  <a:lnTo>
                    <a:pt x="1416" y="2458"/>
                  </a:lnTo>
                  <a:cubicBezTo>
                    <a:pt x="727" y="2796"/>
                    <a:pt x="76" y="3114"/>
                    <a:pt x="27" y="3645"/>
                  </a:cubicBezTo>
                  <a:cubicBezTo>
                    <a:pt x="0" y="3924"/>
                    <a:pt x="151" y="4189"/>
                    <a:pt x="474" y="4431"/>
                  </a:cubicBezTo>
                  <a:cubicBezTo>
                    <a:pt x="924" y="4767"/>
                    <a:pt x="1355" y="5127"/>
                    <a:pt x="1766" y="5509"/>
                  </a:cubicBezTo>
                  <a:cubicBezTo>
                    <a:pt x="1543" y="6292"/>
                    <a:pt x="736" y="9364"/>
                    <a:pt x="1141" y="11292"/>
                  </a:cubicBezTo>
                  <a:cubicBezTo>
                    <a:pt x="1294" y="12017"/>
                    <a:pt x="1632" y="12545"/>
                    <a:pt x="2146" y="12857"/>
                  </a:cubicBezTo>
                  <a:cubicBezTo>
                    <a:pt x="2549" y="13102"/>
                    <a:pt x="2984" y="13165"/>
                    <a:pt x="3330" y="13165"/>
                  </a:cubicBezTo>
                  <a:cubicBezTo>
                    <a:pt x="3416" y="13165"/>
                    <a:pt x="3496" y="13161"/>
                    <a:pt x="3569" y="13155"/>
                  </a:cubicBezTo>
                  <a:lnTo>
                    <a:pt x="3569" y="13155"/>
                  </a:lnTo>
                  <a:cubicBezTo>
                    <a:pt x="3486" y="14439"/>
                    <a:pt x="3189" y="18603"/>
                    <a:pt x="2822" y="19979"/>
                  </a:cubicBezTo>
                  <a:cubicBezTo>
                    <a:pt x="2614" y="20759"/>
                    <a:pt x="2898" y="21169"/>
                    <a:pt x="3174" y="21376"/>
                  </a:cubicBezTo>
                  <a:cubicBezTo>
                    <a:pt x="3432" y="21571"/>
                    <a:pt x="3780" y="21655"/>
                    <a:pt x="4172" y="21655"/>
                  </a:cubicBezTo>
                  <a:cubicBezTo>
                    <a:pt x="4941" y="21655"/>
                    <a:pt x="5876" y="21332"/>
                    <a:pt x="6629" y="20880"/>
                  </a:cubicBezTo>
                  <a:cubicBezTo>
                    <a:pt x="8018" y="20045"/>
                    <a:pt x="8470" y="17402"/>
                    <a:pt x="8907" y="14848"/>
                  </a:cubicBezTo>
                  <a:cubicBezTo>
                    <a:pt x="9041" y="14061"/>
                    <a:pt x="9179" y="13250"/>
                    <a:pt x="9341" y="12525"/>
                  </a:cubicBezTo>
                  <a:cubicBezTo>
                    <a:pt x="9541" y="11621"/>
                    <a:pt x="10062" y="10653"/>
                    <a:pt x="10615" y="9628"/>
                  </a:cubicBezTo>
                  <a:cubicBezTo>
                    <a:pt x="11840" y="7354"/>
                    <a:pt x="13229" y="4776"/>
                    <a:pt x="11176" y="2313"/>
                  </a:cubicBezTo>
                  <a:cubicBezTo>
                    <a:pt x="9611" y="434"/>
                    <a:pt x="7627" y="0"/>
                    <a:pt x="6128"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67"/>
            <p:cNvSpPr/>
            <p:nvPr/>
          </p:nvSpPr>
          <p:spPr>
            <a:xfrm>
              <a:off x="5616225" y="2483950"/>
              <a:ext cx="609175" cy="718300"/>
            </a:xfrm>
            <a:custGeom>
              <a:rect b="b" l="l" r="r" t="t"/>
              <a:pathLst>
                <a:path extrusionOk="0" h="28732" w="24367">
                  <a:moveTo>
                    <a:pt x="0" y="25370"/>
                  </a:moveTo>
                  <a:lnTo>
                    <a:pt x="0" y="25370"/>
                  </a:lnTo>
                  <a:cubicBezTo>
                    <a:pt x="0" y="25370"/>
                    <a:pt x="0" y="25370"/>
                    <a:pt x="1" y="25370"/>
                  </a:cubicBezTo>
                  <a:lnTo>
                    <a:pt x="1" y="25370"/>
                  </a:lnTo>
                  <a:cubicBezTo>
                    <a:pt x="0" y="25370"/>
                    <a:pt x="0" y="25370"/>
                    <a:pt x="0" y="25370"/>
                  </a:cubicBezTo>
                  <a:close/>
                  <a:moveTo>
                    <a:pt x="4983" y="0"/>
                  </a:moveTo>
                  <a:cubicBezTo>
                    <a:pt x="4593" y="0"/>
                    <a:pt x="4221" y="23"/>
                    <a:pt x="3888" y="78"/>
                  </a:cubicBezTo>
                  <a:cubicBezTo>
                    <a:pt x="1877" y="414"/>
                    <a:pt x="1119" y="6179"/>
                    <a:pt x="2349" y="9420"/>
                  </a:cubicBezTo>
                  <a:cubicBezTo>
                    <a:pt x="2864" y="10777"/>
                    <a:pt x="3789" y="11620"/>
                    <a:pt x="4691" y="12148"/>
                  </a:cubicBezTo>
                  <a:cubicBezTo>
                    <a:pt x="4490" y="11969"/>
                    <a:pt x="3295" y="10844"/>
                    <a:pt x="4444" y="9950"/>
                  </a:cubicBezTo>
                  <a:cubicBezTo>
                    <a:pt x="5696" y="8976"/>
                    <a:pt x="6808" y="8838"/>
                    <a:pt x="6808" y="8838"/>
                  </a:cubicBezTo>
                  <a:lnTo>
                    <a:pt x="6808" y="8838"/>
                  </a:lnTo>
                  <a:cubicBezTo>
                    <a:pt x="6808" y="8838"/>
                    <a:pt x="5835" y="12035"/>
                    <a:pt x="6255" y="12595"/>
                  </a:cubicBezTo>
                  <a:cubicBezTo>
                    <a:pt x="7943" y="14844"/>
                    <a:pt x="421" y="25372"/>
                    <a:pt x="9" y="25372"/>
                  </a:cubicBezTo>
                  <a:cubicBezTo>
                    <a:pt x="5" y="25372"/>
                    <a:pt x="3" y="25371"/>
                    <a:pt x="1" y="25370"/>
                  </a:cubicBezTo>
                  <a:lnTo>
                    <a:pt x="1" y="25370"/>
                  </a:lnTo>
                  <a:cubicBezTo>
                    <a:pt x="40" y="25392"/>
                    <a:pt x="2261" y="26646"/>
                    <a:pt x="5030" y="27974"/>
                  </a:cubicBezTo>
                  <a:cubicBezTo>
                    <a:pt x="6122" y="28498"/>
                    <a:pt x="7247" y="28732"/>
                    <a:pt x="8374" y="28732"/>
                  </a:cubicBezTo>
                  <a:cubicBezTo>
                    <a:pt x="13626" y="28732"/>
                    <a:pt x="18899" y="23658"/>
                    <a:pt x="20793" y="19258"/>
                  </a:cubicBezTo>
                  <a:cubicBezTo>
                    <a:pt x="22611" y="15035"/>
                    <a:pt x="24367" y="7394"/>
                    <a:pt x="20679" y="3608"/>
                  </a:cubicBezTo>
                  <a:cubicBezTo>
                    <a:pt x="18039" y="897"/>
                    <a:pt x="14534" y="326"/>
                    <a:pt x="12112" y="326"/>
                  </a:cubicBezTo>
                  <a:cubicBezTo>
                    <a:pt x="10739" y="326"/>
                    <a:pt x="9714" y="509"/>
                    <a:pt x="9391" y="590"/>
                  </a:cubicBezTo>
                  <a:cubicBezTo>
                    <a:pt x="9391" y="590"/>
                    <a:pt x="6958" y="0"/>
                    <a:pt x="498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67"/>
            <p:cNvSpPr/>
            <p:nvPr/>
          </p:nvSpPr>
          <p:spPr>
            <a:xfrm>
              <a:off x="5606625" y="2476275"/>
              <a:ext cx="628650" cy="733500"/>
            </a:xfrm>
            <a:custGeom>
              <a:rect b="b" l="l" r="r" t="t"/>
              <a:pathLst>
                <a:path extrusionOk="0" h="29340" w="25146">
                  <a:moveTo>
                    <a:pt x="5370" y="612"/>
                  </a:moveTo>
                  <a:cubicBezTo>
                    <a:pt x="7281" y="612"/>
                    <a:pt x="9673" y="1187"/>
                    <a:pt x="9702" y="1193"/>
                  </a:cubicBezTo>
                  <a:cubicBezTo>
                    <a:pt x="9725" y="1199"/>
                    <a:pt x="9750" y="1201"/>
                    <a:pt x="9775" y="1201"/>
                  </a:cubicBezTo>
                  <a:cubicBezTo>
                    <a:pt x="9799" y="1201"/>
                    <a:pt x="9824" y="1199"/>
                    <a:pt x="9848" y="1193"/>
                  </a:cubicBezTo>
                  <a:cubicBezTo>
                    <a:pt x="9874" y="1187"/>
                    <a:pt x="10968" y="939"/>
                    <a:pt x="12548" y="939"/>
                  </a:cubicBezTo>
                  <a:cubicBezTo>
                    <a:pt x="14878" y="939"/>
                    <a:pt x="18264" y="1478"/>
                    <a:pt x="20844" y="4127"/>
                  </a:cubicBezTo>
                  <a:cubicBezTo>
                    <a:pt x="24481" y="7863"/>
                    <a:pt x="22588" y="15513"/>
                    <a:pt x="20896" y="19444"/>
                  </a:cubicBezTo>
                  <a:cubicBezTo>
                    <a:pt x="19578" y="22505"/>
                    <a:pt x="16232" y="26522"/>
                    <a:pt x="12000" y="28109"/>
                  </a:cubicBezTo>
                  <a:cubicBezTo>
                    <a:pt x="10881" y="28527"/>
                    <a:pt x="9798" y="28736"/>
                    <a:pt x="8758" y="28736"/>
                  </a:cubicBezTo>
                  <a:cubicBezTo>
                    <a:pt x="7635" y="28736"/>
                    <a:pt x="6562" y="28493"/>
                    <a:pt x="5547" y="28004"/>
                  </a:cubicBezTo>
                  <a:cubicBezTo>
                    <a:pt x="3457" y="27002"/>
                    <a:pt x="1695" y="26050"/>
                    <a:pt x="911" y="25619"/>
                  </a:cubicBezTo>
                  <a:lnTo>
                    <a:pt x="912" y="25619"/>
                  </a:lnTo>
                  <a:cubicBezTo>
                    <a:pt x="918" y="25614"/>
                    <a:pt x="925" y="25606"/>
                    <a:pt x="930" y="25599"/>
                  </a:cubicBezTo>
                  <a:cubicBezTo>
                    <a:pt x="2131" y="24231"/>
                    <a:pt x="8641" y="15058"/>
                    <a:pt x="6884" y="12717"/>
                  </a:cubicBezTo>
                  <a:cubicBezTo>
                    <a:pt x="6715" y="12458"/>
                    <a:pt x="6990" y="10862"/>
                    <a:pt x="7485" y="9232"/>
                  </a:cubicBezTo>
                  <a:cubicBezTo>
                    <a:pt x="7546" y="9034"/>
                    <a:pt x="7395" y="8837"/>
                    <a:pt x="7194" y="8837"/>
                  </a:cubicBezTo>
                  <a:cubicBezTo>
                    <a:pt x="7181" y="8837"/>
                    <a:pt x="7167" y="8838"/>
                    <a:pt x="7154" y="8840"/>
                  </a:cubicBezTo>
                  <a:cubicBezTo>
                    <a:pt x="7106" y="8846"/>
                    <a:pt x="5944" y="9001"/>
                    <a:pt x="4641" y="10014"/>
                  </a:cubicBezTo>
                  <a:cubicBezTo>
                    <a:pt x="4249" y="10319"/>
                    <a:pt x="4044" y="10683"/>
                    <a:pt x="4031" y="11098"/>
                  </a:cubicBezTo>
                  <a:cubicBezTo>
                    <a:pt x="4029" y="11147"/>
                    <a:pt x="4031" y="11198"/>
                    <a:pt x="4035" y="11248"/>
                  </a:cubicBezTo>
                  <a:cubicBezTo>
                    <a:pt x="3591" y="10777"/>
                    <a:pt x="3247" y="10224"/>
                    <a:pt x="3019" y="9618"/>
                  </a:cubicBezTo>
                  <a:cubicBezTo>
                    <a:pt x="2138" y="7298"/>
                    <a:pt x="2299" y="3373"/>
                    <a:pt x="3352" y="1543"/>
                  </a:cubicBezTo>
                  <a:cubicBezTo>
                    <a:pt x="3553" y="1193"/>
                    <a:pt x="3886" y="759"/>
                    <a:pt x="4322" y="687"/>
                  </a:cubicBezTo>
                  <a:cubicBezTo>
                    <a:pt x="4639" y="634"/>
                    <a:pt x="4995" y="612"/>
                    <a:pt x="5370" y="612"/>
                  </a:cubicBezTo>
                  <a:close/>
                  <a:moveTo>
                    <a:pt x="5376" y="1"/>
                  </a:moveTo>
                  <a:cubicBezTo>
                    <a:pt x="4967" y="1"/>
                    <a:pt x="4574" y="25"/>
                    <a:pt x="4222" y="84"/>
                  </a:cubicBezTo>
                  <a:cubicBezTo>
                    <a:pt x="3681" y="174"/>
                    <a:pt x="3210" y="563"/>
                    <a:pt x="2821" y="1240"/>
                  </a:cubicBezTo>
                  <a:cubicBezTo>
                    <a:pt x="1675" y="3235"/>
                    <a:pt x="1496" y="7331"/>
                    <a:pt x="2446" y="9836"/>
                  </a:cubicBezTo>
                  <a:cubicBezTo>
                    <a:pt x="2911" y="11061"/>
                    <a:pt x="3744" y="12031"/>
                    <a:pt x="4921" y="12718"/>
                  </a:cubicBezTo>
                  <a:cubicBezTo>
                    <a:pt x="4970" y="12747"/>
                    <a:pt x="5023" y="12760"/>
                    <a:pt x="5075" y="12760"/>
                  </a:cubicBezTo>
                  <a:cubicBezTo>
                    <a:pt x="5171" y="12760"/>
                    <a:pt x="5264" y="12715"/>
                    <a:pt x="5324" y="12633"/>
                  </a:cubicBezTo>
                  <a:cubicBezTo>
                    <a:pt x="5416" y="12506"/>
                    <a:pt x="5396" y="12328"/>
                    <a:pt x="5278" y="12224"/>
                  </a:cubicBezTo>
                  <a:cubicBezTo>
                    <a:pt x="4977" y="11959"/>
                    <a:pt x="4630" y="11511"/>
                    <a:pt x="4642" y="11116"/>
                  </a:cubicBezTo>
                  <a:cubicBezTo>
                    <a:pt x="4649" y="10890"/>
                    <a:pt x="4771" y="10689"/>
                    <a:pt x="5016" y="10497"/>
                  </a:cubicBezTo>
                  <a:cubicBezTo>
                    <a:pt x="5696" y="9970"/>
                    <a:pt x="6333" y="9701"/>
                    <a:pt x="6748" y="9568"/>
                  </a:cubicBezTo>
                  <a:lnTo>
                    <a:pt x="6748" y="9568"/>
                  </a:lnTo>
                  <a:cubicBezTo>
                    <a:pt x="6425" y="10718"/>
                    <a:pt x="5997" y="12557"/>
                    <a:pt x="6394" y="13085"/>
                  </a:cubicBezTo>
                  <a:cubicBezTo>
                    <a:pt x="6577" y="13329"/>
                    <a:pt x="6624" y="13763"/>
                    <a:pt x="6532" y="14339"/>
                  </a:cubicBezTo>
                  <a:cubicBezTo>
                    <a:pt x="5987" y="17759"/>
                    <a:pt x="966" y="24811"/>
                    <a:pt x="292" y="25385"/>
                  </a:cubicBezTo>
                  <a:cubicBezTo>
                    <a:pt x="37" y="25465"/>
                    <a:pt x="1" y="25811"/>
                    <a:pt x="233" y="25943"/>
                  </a:cubicBezTo>
                  <a:lnTo>
                    <a:pt x="243" y="25948"/>
                  </a:lnTo>
                  <a:cubicBezTo>
                    <a:pt x="634" y="26168"/>
                    <a:pt x="2713" y="27324"/>
                    <a:pt x="5282" y="28557"/>
                  </a:cubicBezTo>
                  <a:cubicBezTo>
                    <a:pt x="6369" y="29079"/>
                    <a:pt x="7541" y="29339"/>
                    <a:pt x="8763" y="29339"/>
                  </a:cubicBezTo>
                  <a:cubicBezTo>
                    <a:pt x="9882" y="29339"/>
                    <a:pt x="11043" y="29120"/>
                    <a:pt x="12215" y="28682"/>
                  </a:cubicBezTo>
                  <a:cubicBezTo>
                    <a:pt x="16615" y="27033"/>
                    <a:pt x="20091" y="22863"/>
                    <a:pt x="21458" y="19686"/>
                  </a:cubicBezTo>
                  <a:cubicBezTo>
                    <a:pt x="23210" y="15615"/>
                    <a:pt x="25145" y="7668"/>
                    <a:pt x="21282" y="3701"/>
                  </a:cubicBezTo>
                  <a:cubicBezTo>
                    <a:pt x="18557" y="902"/>
                    <a:pt x="14984" y="333"/>
                    <a:pt x="12531" y="333"/>
                  </a:cubicBezTo>
                  <a:cubicBezTo>
                    <a:pt x="11109" y="333"/>
                    <a:pt x="10063" y="524"/>
                    <a:pt x="9778" y="583"/>
                  </a:cubicBezTo>
                  <a:cubicBezTo>
                    <a:pt x="9357" y="485"/>
                    <a:pt x="7198" y="1"/>
                    <a:pt x="537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67"/>
            <p:cNvSpPr/>
            <p:nvPr/>
          </p:nvSpPr>
          <p:spPr>
            <a:xfrm>
              <a:off x="4487550" y="2972400"/>
              <a:ext cx="397725" cy="721650"/>
            </a:xfrm>
            <a:custGeom>
              <a:rect b="b" l="l" r="r" t="t"/>
              <a:pathLst>
                <a:path extrusionOk="0" h="28866" w="15909">
                  <a:moveTo>
                    <a:pt x="5646" y="1"/>
                  </a:moveTo>
                  <a:lnTo>
                    <a:pt x="1" y="23606"/>
                  </a:lnTo>
                  <a:lnTo>
                    <a:pt x="11547" y="28866"/>
                  </a:lnTo>
                  <a:lnTo>
                    <a:pt x="15908" y="6672"/>
                  </a:lnTo>
                  <a:lnTo>
                    <a:pt x="5646"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67"/>
            <p:cNvSpPr/>
            <p:nvPr/>
          </p:nvSpPr>
          <p:spPr>
            <a:xfrm>
              <a:off x="4479275" y="2964725"/>
              <a:ext cx="414125" cy="736975"/>
            </a:xfrm>
            <a:custGeom>
              <a:rect b="b" l="l" r="r" t="t"/>
              <a:pathLst>
                <a:path extrusionOk="0" h="29479" w="16565">
                  <a:moveTo>
                    <a:pt x="6173" y="801"/>
                  </a:moveTo>
                  <a:lnTo>
                    <a:pt x="15899" y="7123"/>
                  </a:lnTo>
                  <a:lnTo>
                    <a:pt x="11652" y="28734"/>
                  </a:lnTo>
                  <a:lnTo>
                    <a:pt x="689" y="23738"/>
                  </a:lnTo>
                  <a:lnTo>
                    <a:pt x="6173" y="801"/>
                  </a:lnTo>
                  <a:close/>
                  <a:moveTo>
                    <a:pt x="5976" y="0"/>
                  </a:moveTo>
                  <a:cubicBezTo>
                    <a:pt x="5842" y="0"/>
                    <a:pt x="5713" y="91"/>
                    <a:pt x="5679" y="236"/>
                  </a:cubicBezTo>
                  <a:lnTo>
                    <a:pt x="34" y="23841"/>
                  </a:lnTo>
                  <a:cubicBezTo>
                    <a:pt x="1" y="23984"/>
                    <a:pt x="71" y="24130"/>
                    <a:pt x="206" y="24191"/>
                  </a:cubicBezTo>
                  <a:lnTo>
                    <a:pt x="11751" y="29451"/>
                  </a:lnTo>
                  <a:cubicBezTo>
                    <a:pt x="11791" y="29470"/>
                    <a:pt x="11834" y="29479"/>
                    <a:pt x="11878" y="29479"/>
                  </a:cubicBezTo>
                  <a:cubicBezTo>
                    <a:pt x="12024" y="29479"/>
                    <a:pt x="12150" y="29376"/>
                    <a:pt x="12178" y="29232"/>
                  </a:cubicBezTo>
                  <a:lnTo>
                    <a:pt x="16540" y="7037"/>
                  </a:lnTo>
                  <a:cubicBezTo>
                    <a:pt x="16564" y="6914"/>
                    <a:pt x="16512" y="6790"/>
                    <a:pt x="16407" y="6722"/>
                  </a:cubicBezTo>
                  <a:lnTo>
                    <a:pt x="6143" y="51"/>
                  </a:lnTo>
                  <a:cubicBezTo>
                    <a:pt x="6091" y="16"/>
                    <a:pt x="6033" y="0"/>
                    <a:pt x="597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67"/>
            <p:cNvSpPr/>
            <p:nvPr/>
          </p:nvSpPr>
          <p:spPr>
            <a:xfrm>
              <a:off x="4521150" y="3033325"/>
              <a:ext cx="330550" cy="599800"/>
            </a:xfrm>
            <a:custGeom>
              <a:rect b="b" l="l" r="r" t="t"/>
              <a:pathLst>
                <a:path extrusionOk="0" h="23992" w="13222">
                  <a:moveTo>
                    <a:pt x="4692" y="1"/>
                  </a:moveTo>
                  <a:lnTo>
                    <a:pt x="1" y="19620"/>
                  </a:lnTo>
                  <a:lnTo>
                    <a:pt x="9596" y="23992"/>
                  </a:lnTo>
                  <a:lnTo>
                    <a:pt x="13222" y="5545"/>
                  </a:lnTo>
                  <a:lnTo>
                    <a:pt x="4692"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67"/>
            <p:cNvSpPr/>
            <p:nvPr/>
          </p:nvSpPr>
          <p:spPr>
            <a:xfrm>
              <a:off x="4512850" y="3025675"/>
              <a:ext cx="346950" cy="615100"/>
            </a:xfrm>
            <a:custGeom>
              <a:rect b="b" l="l" r="r" t="t"/>
              <a:pathLst>
                <a:path extrusionOk="0" h="24604" w="13878">
                  <a:moveTo>
                    <a:pt x="5220" y="800"/>
                  </a:moveTo>
                  <a:lnTo>
                    <a:pt x="13214" y="5995"/>
                  </a:lnTo>
                  <a:lnTo>
                    <a:pt x="9703" y="23858"/>
                  </a:lnTo>
                  <a:lnTo>
                    <a:pt x="688" y="19752"/>
                  </a:lnTo>
                  <a:lnTo>
                    <a:pt x="5220" y="800"/>
                  </a:lnTo>
                  <a:close/>
                  <a:moveTo>
                    <a:pt x="5023" y="1"/>
                  </a:moveTo>
                  <a:cubicBezTo>
                    <a:pt x="4889" y="1"/>
                    <a:pt x="4760" y="91"/>
                    <a:pt x="4726" y="236"/>
                  </a:cubicBezTo>
                  <a:lnTo>
                    <a:pt x="35" y="19855"/>
                  </a:lnTo>
                  <a:cubicBezTo>
                    <a:pt x="0" y="19998"/>
                    <a:pt x="72" y="20144"/>
                    <a:pt x="205" y="20205"/>
                  </a:cubicBezTo>
                  <a:lnTo>
                    <a:pt x="9802" y="24576"/>
                  </a:lnTo>
                  <a:cubicBezTo>
                    <a:pt x="9842" y="24594"/>
                    <a:pt x="9885" y="24604"/>
                    <a:pt x="9928" y="24604"/>
                  </a:cubicBezTo>
                  <a:cubicBezTo>
                    <a:pt x="10074" y="24604"/>
                    <a:pt x="10199" y="24500"/>
                    <a:pt x="10228" y="24357"/>
                  </a:cubicBezTo>
                  <a:lnTo>
                    <a:pt x="13853" y="5910"/>
                  </a:lnTo>
                  <a:cubicBezTo>
                    <a:pt x="13877" y="5788"/>
                    <a:pt x="13825" y="5663"/>
                    <a:pt x="13720" y="5594"/>
                  </a:cubicBezTo>
                  <a:lnTo>
                    <a:pt x="5190" y="51"/>
                  </a:lnTo>
                  <a:cubicBezTo>
                    <a:pt x="5138" y="17"/>
                    <a:pt x="5080" y="1"/>
                    <a:pt x="5023"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67"/>
            <p:cNvSpPr/>
            <p:nvPr/>
          </p:nvSpPr>
          <p:spPr>
            <a:xfrm>
              <a:off x="4776225" y="3139175"/>
              <a:ext cx="503550" cy="586950"/>
            </a:xfrm>
            <a:custGeom>
              <a:rect b="b" l="l" r="r" t="t"/>
              <a:pathLst>
                <a:path extrusionOk="0" h="23478" w="20142">
                  <a:moveTo>
                    <a:pt x="4361" y="1"/>
                  </a:moveTo>
                  <a:lnTo>
                    <a:pt x="0" y="22195"/>
                  </a:lnTo>
                  <a:lnTo>
                    <a:pt x="17063" y="23478"/>
                  </a:lnTo>
                  <a:lnTo>
                    <a:pt x="20142" y="771"/>
                  </a:lnTo>
                  <a:lnTo>
                    <a:pt x="4361"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67"/>
            <p:cNvSpPr/>
            <p:nvPr/>
          </p:nvSpPr>
          <p:spPr>
            <a:xfrm>
              <a:off x="4767825" y="3131475"/>
              <a:ext cx="520150" cy="602300"/>
            </a:xfrm>
            <a:custGeom>
              <a:rect b="b" l="l" r="r" t="t"/>
              <a:pathLst>
                <a:path extrusionOk="0" h="24092" w="20806">
                  <a:moveTo>
                    <a:pt x="4948" y="627"/>
                  </a:moveTo>
                  <a:lnTo>
                    <a:pt x="20130" y="1368"/>
                  </a:lnTo>
                  <a:lnTo>
                    <a:pt x="17134" y="23459"/>
                  </a:lnTo>
                  <a:lnTo>
                    <a:pt x="703" y="22224"/>
                  </a:lnTo>
                  <a:lnTo>
                    <a:pt x="4948" y="627"/>
                  </a:lnTo>
                  <a:close/>
                  <a:moveTo>
                    <a:pt x="4675" y="1"/>
                  </a:moveTo>
                  <a:cubicBezTo>
                    <a:pt x="4523" y="1"/>
                    <a:pt x="4425" y="112"/>
                    <a:pt x="4398" y="250"/>
                  </a:cubicBezTo>
                  <a:lnTo>
                    <a:pt x="36" y="22444"/>
                  </a:lnTo>
                  <a:cubicBezTo>
                    <a:pt x="0" y="22625"/>
                    <a:pt x="130" y="22794"/>
                    <a:pt x="313" y="22809"/>
                  </a:cubicBezTo>
                  <a:lnTo>
                    <a:pt x="17376" y="24092"/>
                  </a:lnTo>
                  <a:lnTo>
                    <a:pt x="17399" y="24092"/>
                  </a:lnTo>
                  <a:cubicBezTo>
                    <a:pt x="17400" y="24092"/>
                    <a:pt x="17401" y="24092"/>
                    <a:pt x="17401" y="24092"/>
                  </a:cubicBezTo>
                  <a:cubicBezTo>
                    <a:pt x="17553" y="24092"/>
                    <a:pt x="17682" y="23978"/>
                    <a:pt x="17703" y="23827"/>
                  </a:cubicBezTo>
                  <a:lnTo>
                    <a:pt x="20781" y="1120"/>
                  </a:lnTo>
                  <a:cubicBezTo>
                    <a:pt x="20806" y="942"/>
                    <a:pt x="20673" y="782"/>
                    <a:pt x="20493" y="773"/>
                  </a:cubicBezTo>
                  <a:lnTo>
                    <a:pt x="4713" y="3"/>
                  </a:lnTo>
                  <a:cubicBezTo>
                    <a:pt x="4700" y="1"/>
                    <a:pt x="4687" y="1"/>
                    <a:pt x="4675"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67"/>
            <p:cNvSpPr/>
            <p:nvPr/>
          </p:nvSpPr>
          <p:spPr>
            <a:xfrm>
              <a:off x="5001425" y="3372175"/>
              <a:ext cx="31550" cy="20450"/>
            </a:xfrm>
            <a:custGeom>
              <a:rect b="b" l="l" r="r" t="t"/>
              <a:pathLst>
                <a:path extrusionOk="0" h="818" w="1262">
                  <a:moveTo>
                    <a:pt x="132" y="0"/>
                  </a:moveTo>
                  <a:lnTo>
                    <a:pt x="1" y="766"/>
                  </a:lnTo>
                  <a:lnTo>
                    <a:pt x="1146" y="818"/>
                  </a:lnTo>
                  <a:lnTo>
                    <a:pt x="1261" y="80"/>
                  </a:lnTo>
                  <a:lnTo>
                    <a:pt x="13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67"/>
            <p:cNvSpPr/>
            <p:nvPr/>
          </p:nvSpPr>
          <p:spPr>
            <a:xfrm>
              <a:off x="5028375" y="3490350"/>
              <a:ext cx="44100" cy="29800"/>
            </a:xfrm>
            <a:custGeom>
              <a:rect b="b" l="l" r="r" t="t"/>
              <a:pathLst>
                <a:path extrusionOk="0" h="1192" w="1764">
                  <a:moveTo>
                    <a:pt x="169" y="0"/>
                  </a:moveTo>
                  <a:lnTo>
                    <a:pt x="0" y="1082"/>
                  </a:lnTo>
                  <a:lnTo>
                    <a:pt x="1580" y="1191"/>
                  </a:lnTo>
                  <a:lnTo>
                    <a:pt x="1764" y="75"/>
                  </a:lnTo>
                  <a:lnTo>
                    <a:pt x="16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67"/>
            <p:cNvSpPr/>
            <p:nvPr/>
          </p:nvSpPr>
          <p:spPr>
            <a:xfrm>
              <a:off x="4961500" y="3288850"/>
              <a:ext cx="39400" cy="22250"/>
            </a:xfrm>
            <a:custGeom>
              <a:rect b="b" l="l" r="r" t="t"/>
              <a:pathLst>
                <a:path extrusionOk="0" h="890" w="1576">
                  <a:moveTo>
                    <a:pt x="146" y="0"/>
                  </a:moveTo>
                  <a:lnTo>
                    <a:pt x="0" y="823"/>
                  </a:lnTo>
                  <a:lnTo>
                    <a:pt x="1439" y="890"/>
                  </a:lnTo>
                  <a:lnTo>
                    <a:pt x="1575" y="100"/>
                  </a:lnTo>
                  <a:lnTo>
                    <a:pt x="14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67"/>
            <p:cNvSpPr/>
            <p:nvPr/>
          </p:nvSpPr>
          <p:spPr>
            <a:xfrm>
              <a:off x="5015175" y="3292575"/>
              <a:ext cx="30225" cy="20600"/>
            </a:xfrm>
            <a:custGeom>
              <a:rect b="b" l="l" r="r" t="t"/>
              <a:pathLst>
                <a:path extrusionOk="0" h="824" w="1209">
                  <a:moveTo>
                    <a:pt x="134" y="1"/>
                  </a:moveTo>
                  <a:lnTo>
                    <a:pt x="0" y="774"/>
                  </a:lnTo>
                  <a:lnTo>
                    <a:pt x="1091" y="824"/>
                  </a:lnTo>
                  <a:lnTo>
                    <a:pt x="1209" y="76"/>
                  </a:lnTo>
                  <a:lnTo>
                    <a:pt x="13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67"/>
            <p:cNvSpPr/>
            <p:nvPr/>
          </p:nvSpPr>
          <p:spPr>
            <a:xfrm>
              <a:off x="4993975" y="3408725"/>
              <a:ext cx="33375" cy="27750"/>
            </a:xfrm>
            <a:custGeom>
              <a:rect b="b" l="l" r="r" t="t"/>
              <a:pathLst>
                <a:path extrusionOk="0" h="1110" w="1335">
                  <a:moveTo>
                    <a:pt x="178" y="1"/>
                  </a:moveTo>
                  <a:lnTo>
                    <a:pt x="1" y="1028"/>
                  </a:lnTo>
                  <a:lnTo>
                    <a:pt x="1170" y="1110"/>
                  </a:lnTo>
                  <a:lnTo>
                    <a:pt x="1334" y="54"/>
                  </a:lnTo>
                  <a:lnTo>
                    <a:pt x="17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67"/>
            <p:cNvSpPr/>
            <p:nvPr/>
          </p:nvSpPr>
          <p:spPr>
            <a:xfrm>
              <a:off x="5053250" y="3331400"/>
              <a:ext cx="45325" cy="29450"/>
            </a:xfrm>
            <a:custGeom>
              <a:rect b="b" l="l" r="r" t="t"/>
              <a:pathLst>
                <a:path extrusionOk="0" h="1178" w="1813">
                  <a:moveTo>
                    <a:pt x="166" y="1"/>
                  </a:moveTo>
                  <a:lnTo>
                    <a:pt x="0" y="1063"/>
                  </a:lnTo>
                  <a:lnTo>
                    <a:pt x="1632" y="1177"/>
                  </a:lnTo>
                  <a:lnTo>
                    <a:pt x="1813" y="77"/>
                  </a:lnTo>
                  <a:lnTo>
                    <a:pt x="16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67"/>
            <p:cNvSpPr/>
            <p:nvPr/>
          </p:nvSpPr>
          <p:spPr>
            <a:xfrm>
              <a:off x="4975600" y="3199350"/>
              <a:ext cx="40900" cy="32350"/>
            </a:xfrm>
            <a:custGeom>
              <a:rect b="b" l="l" r="r" t="t"/>
              <a:pathLst>
                <a:path extrusionOk="0" h="1294" w="1636">
                  <a:moveTo>
                    <a:pt x="218" y="1"/>
                  </a:moveTo>
                  <a:lnTo>
                    <a:pt x="0" y="1228"/>
                  </a:lnTo>
                  <a:lnTo>
                    <a:pt x="1425" y="1294"/>
                  </a:lnTo>
                  <a:lnTo>
                    <a:pt x="1635" y="75"/>
                  </a:lnTo>
                  <a:lnTo>
                    <a:pt x="21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67"/>
            <p:cNvSpPr/>
            <p:nvPr/>
          </p:nvSpPr>
          <p:spPr>
            <a:xfrm>
              <a:off x="5028900" y="3202125"/>
              <a:ext cx="30700" cy="31600"/>
            </a:xfrm>
            <a:custGeom>
              <a:rect b="b" l="l" r="r" t="t"/>
              <a:pathLst>
                <a:path extrusionOk="0" h="1264" w="1228">
                  <a:moveTo>
                    <a:pt x="211" y="1"/>
                  </a:moveTo>
                  <a:lnTo>
                    <a:pt x="0" y="1215"/>
                  </a:lnTo>
                  <a:lnTo>
                    <a:pt x="1038" y="1264"/>
                  </a:lnTo>
                  <a:lnTo>
                    <a:pt x="1228" y="53"/>
                  </a:lnTo>
                  <a:lnTo>
                    <a:pt x="21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67"/>
            <p:cNvSpPr/>
            <p:nvPr/>
          </p:nvSpPr>
          <p:spPr>
            <a:xfrm>
              <a:off x="4968250" y="3247475"/>
              <a:ext cx="39950" cy="26500"/>
            </a:xfrm>
            <a:custGeom>
              <a:rect b="b" l="l" r="r" t="t"/>
              <a:pathLst>
                <a:path extrusionOk="0" h="1060" w="1598">
                  <a:moveTo>
                    <a:pt x="170" y="0"/>
                  </a:moveTo>
                  <a:lnTo>
                    <a:pt x="0" y="959"/>
                  </a:lnTo>
                  <a:lnTo>
                    <a:pt x="1426" y="1059"/>
                  </a:lnTo>
                  <a:lnTo>
                    <a:pt x="1598" y="65"/>
                  </a:lnTo>
                  <a:lnTo>
                    <a:pt x="17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67"/>
            <p:cNvSpPr/>
            <p:nvPr/>
          </p:nvSpPr>
          <p:spPr>
            <a:xfrm>
              <a:off x="5007750" y="3329325"/>
              <a:ext cx="32000" cy="27425"/>
            </a:xfrm>
            <a:custGeom>
              <a:rect b="b" l="l" r="r" t="t"/>
              <a:pathLst>
                <a:path extrusionOk="0" h="1097" w="1280">
                  <a:moveTo>
                    <a:pt x="176" y="1"/>
                  </a:moveTo>
                  <a:lnTo>
                    <a:pt x="0" y="1019"/>
                  </a:lnTo>
                  <a:lnTo>
                    <a:pt x="1117" y="1096"/>
                  </a:lnTo>
                  <a:lnTo>
                    <a:pt x="1280" y="52"/>
                  </a:lnTo>
                  <a:lnTo>
                    <a:pt x="1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67"/>
            <p:cNvSpPr/>
            <p:nvPr/>
          </p:nvSpPr>
          <p:spPr>
            <a:xfrm>
              <a:off x="5021500" y="3249925"/>
              <a:ext cx="30650" cy="27150"/>
            </a:xfrm>
            <a:custGeom>
              <a:rect b="b" l="l" r="r" t="t"/>
              <a:pathLst>
                <a:path extrusionOk="0" h="1086" w="1226">
                  <a:moveTo>
                    <a:pt x="176" y="1"/>
                  </a:moveTo>
                  <a:lnTo>
                    <a:pt x="1" y="1011"/>
                  </a:lnTo>
                  <a:lnTo>
                    <a:pt x="1064" y="1085"/>
                  </a:lnTo>
                  <a:lnTo>
                    <a:pt x="1226" y="49"/>
                  </a:lnTo>
                  <a:lnTo>
                    <a:pt x="1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67"/>
            <p:cNvSpPr/>
            <p:nvPr/>
          </p:nvSpPr>
          <p:spPr>
            <a:xfrm>
              <a:off x="5040800" y="3410900"/>
              <a:ext cx="44725" cy="29625"/>
            </a:xfrm>
            <a:custGeom>
              <a:rect b="b" l="l" r="r" t="t"/>
              <a:pathLst>
                <a:path extrusionOk="0" h="1185" w="1789">
                  <a:moveTo>
                    <a:pt x="168" y="0"/>
                  </a:moveTo>
                  <a:lnTo>
                    <a:pt x="1" y="1071"/>
                  </a:lnTo>
                  <a:lnTo>
                    <a:pt x="1607" y="1184"/>
                  </a:lnTo>
                  <a:lnTo>
                    <a:pt x="1789" y="74"/>
                  </a:lnTo>
                  <a:lnTo>
                    <a:pt x="16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67"/>
            <p:cNvSpPr/>
            <p:nvPr/>
          </p:nvSpPr>
          <p:spPr>
            <a:xfrm>
              <a:off x="4886225" y="3444725"/>
              <a:ext cx="33025" cy="22675"/>
            </a:xfrm>
            <a:custGeom>
              <a:rect b="b" l="l" r="r" t="t"/>
              <a:pathLst>
                <a:path extrusionOk="0" h="907" w="1321">
                  <a:moveTo>
                    <a:pt x="150" y="1"/>
                  </a:moveTo>
                  <a:lnTo>
                    <a:pt x="0" y="853"/>
                  </a:lnTo>
                  <a:lnTo>
                    <a:pt x="1174" y="907"/>
                  </a:lnTo>
                  <a:lnTo>
                    <a:pt x="1321" y="83"/>
                  </a:lnTo>
                  <a:lnTo>
                    <a:pt x="15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67"/>
            <p:cNvSpPr/>
            <p:nvPr/>
          </p:nvSpPr>
          <p:spPr>
            <a:xfrm>
              <a:off x="4879075" y="3483450"/>
              <a:ext cx="33425" cy="25525"/>
            </a:xfrm>
            <a:custGeom>
              <a:rect b="b" l="l" r="r" t="t"/>
              <a:pathLst>
                <a:path extrusionOk="0" h="1021" w="1337">
                  <a:moveTo>
                    <a:pt x="164" y="0"/>
                  </a:moveTo>
                  <a:lnTo>
                    <a:pt x="0" y="939"/>
                  </a:lnTo>
                  <a:lnTo>
                    <a:pt x="1165" y="1021"/>
                  </a:lnTo>
                  <a:lnTo>
                    <a:pt x="1336" y="55"/>
                  </a:lnTo>
                  <a:lnTo>
                    <a:pt x="164"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67"/>
            <p:cNvSpPr/>
            <p:nvPr/>
          </p:nvSpPr>
          <p:spPr>
            <a:xfrm>
              <a:off x="4872325" y="3524325"/>
              <a:ext cx="32775" cy="22450"/>
            </a:xfrm>
            <a:custGeom>
              <a:rect b="b" l="l" r="r" t="t"/>
              <a:pathLst>
                <a:path extrusionOk="0" h="898" w="1311">
                  <a:moveTo>
                    <a:pt x="147" y="1"/>
                  </a:moveTo>
                  <a:lnTo>
                    <a:pt x="0" y="845"/>
                  </a:lnTo>
                  <a:lnTo>
                    <a:pt x="1166" y="898"/>
                  </a:lnTo>
                  <a:lnTo>
                    <a:pt x="1311" y="81"/>
                  </a:lnTo>
                  <a:lnTo>
                    <a:pt x="14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67"/>
            <p:cNvSpPr/>
            <p:nvPr/>
          </p:nvSpPr>
          <p:spPr>
            <a:xfrm>
              <a:off x="4865125" y="3562850"/>
              <a:ext cx="33250" cy="25725"/>
            </a:xfrm>
            <a:custGeom>
              <a:rect b="b" l="l" r="r" t="t"/>
              <a:pathLst>
                <a:path extrusionOk="0" h="1029" w="1330">
                  <a:moveTo>
                    <a:pt x="166" y="0"/>
                  </a:moveTo>
                  <a:lnTo>
                    <a:pt x="0" y="948"/>
                  </a:lnTo>
                  <a:lnTo>
                    <a:pt x="1157" y="1028"/>
                  </a:lnTo>
                  <a:lnTo>
                    <a:pt x="1329" y="54"/>
                  </a:lnTo>
                  <a:lnTo>
                    <a:pt x="16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67"/>
            <p:cNvSpPr/>
            <p:nvPr/>
          </p:nvSpPr>
          <p:spPr>
            <a:xfrm>
              <a:off x="4893000" y="3404050"/>
              <a:ext cx="33625" cy="25325"/>
            </a:xfrm>
            <a:custGeom>
              <a:rect b="b" l="l" r="r" t="t"/>
              <a:pathLst>
                <a:path extrusionOk="0" h="1013" w="1345">
                  <a:moveTo>
                    <a:pt x="163" y="0"/>
                  </a:moveTo>
                  <a:lnTo>
                    <a:pt x="1" y="931"/>
                  </a:lnTo>
                  <a:lnTo>
                    <a:pt x="1174" y="1013"/>
                  </a:lnTo>
                  <a:lnTo>
                    <a:pt x="1344" y="55"/>
                  </a:lnTo>
                  <a:lnTo>
                    <a:pt x="16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67"/>
            <p:cNvSpPr/>
            <p:nvPr/>
          </p:nvSpPr>
          <p:spPr>
            <a:xfrm>
              <a:off x="4906950" y="3324675"/>
              <a:ext cx="33775" cy="25150"/>
            </a:xfrm>
            <a:custGeom>
              <a:rect b="b" l="l" r="r" t="t"/>
              <a:pathLst>
                <a:path extrusionOk="0" h="1006" w="1351">
                  <a:moveTo>
                    <a:pt x="162" y="1"/>
                  </a:moveTo>
                  <a:lnTo>
                    <a:pt x="1" y="922"/>
                  </a:lnTo>
                  <a:lnTo>
                    <a:pt x="1182" y="1005"/>
                  </a:lnTo>
                  <a:lnTo>
                    <a:pt x="1350" y="55"/>
                  </a:lnTo>
                  <a:lnTo>
                    <a:pt x="16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67"/>
            <p:cNvSpPr/>
            <p:nvPr/>
          </p:nvSpPr>
          <p:spPr>
            <a:xfrm>
              <a:off x="4920900" y="3245275"/>
              <a:ext cx="33950" cy="24950"/>
            </a:xfrm>
            <a:custGeom>
              <a:rect b="b" l="l" r="r" t="t"/>
              <a:pathLst>
                <a:path extrusionOk="0" h="998" w="1358">
                  <a:moveTo>
                    <a:pt x="161" y="1"/>
                  </a:moveTo>
                  <a:lnTo>
                    <a:pt x="0" y="915"/>
                  </a:lnTo>
                  <a:lnTo>
                    <a:pt x="1189" y="998"/>
                  </a:lnTo>
                  <a:lnTo>
                    <a:pt x="1357" y="55"/>
                  </a:lnTo>
                  <a:lnTo>
                    <a:pt x="16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67"/>
            <p:cNvSpPr/>
            <p:nvPr/>
          </p:nvSpPr>
          <p:spPr>
            <a:xfrm>
              <a:off x="4900150" y="3365100"/>
              <a:ext cx="33250" cy="22900"/>
            </a:xfrm>
            <a:custGeom>
              <a:rect b="b" l="l" r="r" t="t"/>
              <a:pathLst>
                <a:path extrusionOk="0" h="916" w="1330">
                  <a:moveTo>
                    <a:pt x="150" y="1"/>
                  </a:moveTo>
                  <a:lnTo>
                    <a:pt x="0" y="862"/>
                  </a:lnTo>
                  <a:lnTo>
                    <a:pt x="1181" y="916"/>
                  </a:lnTo>
                  <a:lnTo>
                    <a:pt x="1330" y="84"/>
                  </a:lnTo>
                  <a:lnTo>
                    <a:pt x="150"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67"/>
            <p:cNvSpPr/>
            <p:nvPr/>
          </p:nvSpPr>
          <p:spPr>
            <a:xfrm>
              <a:off x="4914050" y="3285550"/>
              <a:ext cx="33500" cy="23100"/>
            </a:xfrm>
            <a:custGeom>
              <a:rect b="b" l="l" r="r" t="t"/>
              <a:pathLst>
                <a:path extrusionOk="0" h="924" w="1340">
                  <a:moveTo>
                    <a:pt x="152" y="0"/>
                  </a:moveTo>
                  <a:lnTo>
                    <a:pt x="1" y="868"/>
                  </a:lnTo>
                  <a:lnTo>
                    <a:pt x="1190" y="923"/>
                  </a:lnTo>
                  <a:lnTo>
                    <a:pt x="1340" y="83"/>
                  </a:lnTo>
                  <a:lnTo>
                    <a:pt x="15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67"/>
            <p:cNvSpPr/>
            <p:nvPr/>
          </p:nvSpPr>
          <p:spPr>
            <a:xfrm>
              <a:off x="5065675" y="3251950"/>
              <a:ext cx="45975" cy="29250"/>
            </a:xfrm>
            <a:custGeom>
              <a:rect b="b" l="l" r="r" t="t"/>
              <a:pathLst>
                <a:path extrusionOk="0" h="1170" w="1839">
                  <a:moveTo>
                    <a:pt x="165" y="1"/>
                  </a:moveTo>
                  <a:lnTo>
                    <a:pt x="1" y="1053"/>
                  </a:lnTo>
                  <a:lnTo>
                    <a:pt x="1659" y="1169"/>
                  </a:lnTo>
                  <a:lnTo>
                    <a:pt x="1838" y="78"/>
                  </a:lnTo>
                  <a:lnTo>
                    <a:pt x="16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67"/>
            <p:cNvSpPr/>
            <p:nvPr/>
          </p:nvSpPr>
          <p:spPr>
            <a:xfrm>
              <a:off x="4856400" y="3603925"/>
              <a:ext cx="34550" cy="35325"/>
            </a:xfrm>
            <a:custGeom>
              <a:rect b="b" l="l" r="r" t="t"/>
              <a:pathLst>
                <a:path extrusionOk="0" h="1413" w="1382">
                  <a:moveTo>
                    <a:pt x="227" y="0"/>
                  </a:moveTo>
                  <a:lnTo>
                    <a:pt x="0" y="1295"/>
                  </a:lnTo>
                  <a:lnTo>
                    <a:pt x="1146" y="1413"/>
                  </a:lnTo>
                  <a:lnTo>
                    <a:pt x="1382" y="81"/>
                  </a:lnTo>
                  <a:lnTo>
                    <a:pt x="227"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67"/>
            <p:cNvSpPr/>
            <p:nvPr/>
          </p:nvSpPr>
          <p:spPr>
            <a:xfrm>
              <a:off x="5047700" y="3375375"/>
              <a:ext cx="43500" cy="19975"/>
            </a:xfrm>
            <a:custGeom>
              <a:rect b="b" l="l" r="r" t="t"/>
              <a:pathLst>
                <a:path extrusionOk="0" h="799" w="1740">
                  <a:moveTo>
                    <a:pt x="114" y="1"/>
                  </a:moveTo>
                  <a:lnTo>
                    <a:pt x="1" y="723"/>
                  </a:lnTo>
                  <a:lnTo>
                    <a:pt x="1628" y="799"/>
                  </a:lnTo>
                  <a:lnTo>
                    <a:pt x="1740" y="115"/>
                  </a:lnTo>
                  <a:lnTo>
                    <a:pt x="114"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67"/>
            <p:cNvSpPr/>
            <p:nvPr/>
          </p:nvSpPr>
          <p:spPr>
            <a:xfrm>
              <a:off x="5022900" y="3534800"/>
              <a:ext cx="42125" cy="19400"/>
            </a:xfrm>
            <a:custGeom>
              <a:rect b="b" l="l" r="r" t="t"/>
              <a:pathLst>
                <a:path extrusionOk="0" h="776" w="1685">
                  <a:moveTo>
                    <a:pt x="110" y="0"/>
                  </a:moveTo>
                  <a:lnTo>
                    <a:pt x="0" y="703"/>
                  </a:lnTo>
                  <a:lnTo>
                    <a:pt x="1575" y="776"/>
                  </a:lnTo>
                  <a:lnTo>
                    <a:pt x="1685" y="110"/>
                  </a:lnTo>
                  <a:lnTo>
                    <a:pt x="11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67"/>
            <p:cNvSpPr/>
            <p:nvPr/>
          </p:nvSpPr>
          <p:spPr>
            <a:xfrm>
              <a:off x="5035300" y="3455100"/>
              <a:ext cx="42800" cy="19675"/>
            </a:xfrm>
            <a:custGeom>
              <a:rect b="b" l="l" r="r" t="t"/>
              <a:pathLst>
                <a:path extrusionOk="0" h="787" w="1712">
                  <a:moveTo>
                    <a:pt x="112" y="0"/>
                  </a:moveTo>
                  <a:lnTo>
                    <a:pt x="0" y="712"/>
                  </a:lnTo>
                  <a:lnTo>
                    <a:pt x="1601" y="787"/>
                  </a:lnTo>
                  <a:lnTo>
                    <a:pt x="1712" y="112"/>
                  </a:lnTo>
                  <a:lnTo>
                    <a:pt x="11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67"/>
            <p:cNvSpPr/>
            <p:nvPr/>
          </p:nvSpPr>
          <p:spPr>
            <a:xfrm>
              <a:off x="4987700" y="3451800"/>
              <a:ext cx="32800" cy="20325"/>
            </a:xfrm>
            <a:custGeom>
              <a:rect b="b" l="l" r="r" t="t"/>
              <a:pathLst>
                <a:path extrusionOk="0" h="813" w="1312">
                  <a:moveTo>
                    <a:pt x="131" y="0"/>
                  </a:moveTo>
                  <a:lnTo>
                    <a:pt x="0" y="757"/>
                  </a:lnTo>
                  <a:lnTo>
                    <a:pt x="1199" y="812"/>
                  </a:lnTo>
                  <a:lnTo>
                    <a:pt x="1312" y="83"/>
                  </a:lnTo>
                  <a:lnTo>
                    <a:pt x="13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67"/>
            <p:cNvSpPr/>
            <p:nvPr/>
          </p:nvSpPr>
          <p:spPr>
            <a:xfrm>
              <a:off x="5015900" y="3569800"/>
              <a:ext cx="43550" cy="30025"/>
            </a:xfrm>
            <a:custGeom>
              <a:rect b="b" l="l" r="r" t="t"/>
              <a:pathLst>
                <a:path extrusionOk="0" h="1201" w="1742">
                  <a:moveTo>
                    <a:pt x="172" y="1"/>
                  </a:moveTo>
                  <a:lnTo>
                    <a:pt x="1" y="1092"/>
                  </a:lnTo>
                  <a:lnTo>
                    <a:pt x="1556" y="1200"/>
                  </a:lnTo>
                  <a:lnTo>
                    <a:pt x="1741" y="74"/>
                  </a:lnTo>
                  <a:lnTo>
                    <a:pt x="172"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67"/>
            <p:cNvSpPr/>
            <p:nvPr/>
          </p:nvSpPr>
          <p:spPr>
            <a:xfrm>
              <a:off x="5007400" y="3614500"/>
              <a:ext cx="44550" cy="41075"/>
            </a:xfrm>
            <a:custGeom>
              <a:rect b="b" l="l" r="r" t="t"/>
              <a:pathLst>
                <a:path extrusionOk="0" h="1643" w="1782">
                  <a:moveTo>
                    <a:pt x="232" y="0"/>
                  </a:moveTo>
                  <a:lnTo>
                    <a:pt x="1" y="1487"/>
                  </a:lnTo>
                  <a:lnTo>
                    <a:pt x="1530" y="1642"/>
                  </a:lnTo>
                  <a:lnTo>
                    <a:pt x="1781" y="109"/>
                  </a:lnTo>
                  <a:lnTo>
                    <a:pt x="23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67"/>
            <p:cNvSpPr/>
            <p:nvPr/>
          </p:nvSpPr>
          <p:spPr>
            <a:xfrm>
              <a:off x="4954100" y="3326875"/>
              <a:ext cx="40375" cy="26675"/>
            </a:xfrm>
            <a:custGeom>
              <a:rect b="b" l="l" r="r" t="t"/>
              <a:pathLst>
                <a:path extrusionOk="0" h="1067" w="1615">
                  <a:moveTo>
                    <a:pt x="172" y="0"/>
                  </a:moveTo>
                  <a:lnTo>
                    <a:pt x="0" y="966"/>
                  </a:lnTo>
                  <a:lnTo>
                    <a:pt x="1442" y="1067"/>
                  </a:lnTo>
                  <a:lnTo>
                    <a:pt x="1614" y="67"/>
                  </a:lnTo>
                  <a:lnTo>
                    <a:pt x="17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67"/>
            <p:cNvSpPr/>
            <p:nvPr/>
          </p:nvSpPr>
          <p:spPr>
            <a:xfrm>
              <a:off x="4927950" y="3196900"/>
              <a:ext cx="35450" cy="32350"/>
            </a:xfrm>
            <a:custGeom>
              <a:rect b="b" l="l" r="r" t="t"/>
              <a:pathLst>
                <a:path extrusionOk="0" h="1294" w="1418">
                  <a:moveTo>
                    <a:pt x="218" y="0"/>
                  </a:moveTo>
                  <a:lnTo>
                    <a:pt x="1" y="1238"/>
                  </a:lnTo>
                  <a:lnTo>
                    <a:pt x="1198" y="1293"/>
                  </a:lnTo>
                  <a:lnTo>
                    <a:pt x="1417" y="62"/>
                  </a:lnTo>
                  <a:lnTo>
                    <a:pt x="218"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67"/>
            <p:cNvSpPr/>
            <p:nvPr/>
          </p:nvSpPr>
          <p:spPr>
            <a:xfrm>
              <a:off x="5060100" y="3295675"/>
              <a:ext cx="44200" cy="20225"/>
            </a:xfrm>
            <a:custGeom>
              <a:rect b="b" l="l" r="r" t="t"/>
              <a:pathLst>
                <a:path extrusionOk="0" h="809" w="1768">
                  <a:moveTo>
                    <a:pt x="115" y="1"/>
                  </a:moveTo>
                  <a:lnTo>
                    <a:pt x="1" y="732"/>
                  </a:lnTo>
                  <a:lnTo>
                    <a:pt x="1654" y="808"/>
                  </a:lnTo>
                  <a:lnTo>
                    <a:pt x="1768" y="117"/>
                  </a:lnTo>
                  <a:lnTo>
                    <a:pt x="11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67"/>
            <p:cNvSpPr/>
            <p:nvPr/>
          </p:nvSpPr>
          <p:spPr>
            <a:xfrm>
              <a:off x="5072525" y="3204350"/>
              <a:ext cx="46900" cy="32125"/>
            </a:xfrm>
            <a:custGeom>
              <a:rect b="b" l="l" r="r" t="t"/>
              <a:pathLst>
                <a:path extrusionOk="0" h="1285" w="1876">
                  <a:moveTo>
                    <a:pt x="189" y="0"/>
                  </a:moveTo>
                  <a:lnTo>
                    <a:pt x="0" y="1207"/>
                  </a:lnTo>
                  <a:lnTo>
                    <a:pt x="1679" y="1284"/>
                  </a:lnTo>
                  <a:lnTo>
                    <a:pt x="1876" y="88"/>
                  </a:lnTo>
                  <a:lnTo>
                    <a:pt x="18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67"/>
            <p:cNvSpPr/>
            <p:nvPr/>
          </p:nvSpPr>
          <p:spPr>
            <a:xfrm>
              <a:off x="4980225" y="3488125"/>
              <a:ext cx="34725" cy="28025"/>
            </a:xfrm>
            <a:custGeom>
              <a:rect b="b" l="l" r="r" t="t"/>
              <a:pathLst>
                <a:path extrusionOk="0" h="1121" w="1389">
                  <a:moveTo>
                    <a:pt x="178" y="1"/>
                  </a:moveTo>
                  <a:lnTo>
                    <a:pt x="0" y="1035"/>
                  </a:lnTo>
                  <a:lnTo>
                    <a:pt x="1223" y="1121"/>
                  </a:lnTo>
                  <a:lnTo>
                    <a:pt x="1388" y="57"/>
                  </a:lnTo>
                  <a:lnTo>
                    <a:pt x="17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67"/>
            <p:cNvSpPr/>
            <p:nvPr/>
          </p:nvSpPr>
          <p:spPr>
            <a:xfrm>
              <a:off x="4925800" y="3485600"/>
              <a:ext cx="41200" cy="27175"/>
            </a:xfrm>
            <a:custGeom>
              <a:rect b="b" l="l" r="r" t="t"/>
              <a:pathLst>
                <a:path extrusionOk="0" h="1087" w="1648">
                  <a:moveTo>
                    <a:pt x="175" y="1"/>
                  </a:moveTo>
                  <a:lnTo>
                    <a:pt x="0" y="983"/>
                  </a:lnTo>
                  <a:lnTo>
                    <a:pt x="1471" y="1087"/>
                  </a:lnTo>
                  <a:lnTo>
                    <a:pt x="1647" y="70"/>
                  </a:lnTo>
                  <a:lnTo>
                    <a:pt x="17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67"/>
            <p:cNvSpPr/>
            <p:nvPr/>
          </p:nvSpPr>
          <p:spPr>
            <a:xfrm>
              <a:off x="4973950" y="3531400"/>
              <a:ext cx="34125" cy="20175"/>
            </a:xfrm>
            <a:custGeom>
              <a:rect b="b" l="l" r="r" t="t"/>
              <a:pathLst>
                <a:path extrusionOk="0" h="807" w="1365">
                  <a:moveTo>
                    <a:pt x="130" y="0"/>
                  </a:moveTo>
                  <a:lnTo>
                    <a:pt x="1" y="749"/>
                  </a:lnTo>
                  <a:lnTo>
                    <a:pt x="1252" y="807"/>
                  </a:lnTo>
                  <a:lnTo>
                    <a:pt x="1364" y="86"/>
                  </a:lnTo>
                  <a:lnTo>
                    <a:pt x="130"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67"/>
            <p:cNvSpPr/>
            <p:nvPr/>
          </p:nvSpPr>
          <p:spPr>
            <a:xfrm>
              <a:off x="4966425" y="3567525"/>
              <a:ext cx="36125" cy="28325"/>
            </a:xfrm>
            <a:custGeom>
              <a:rect b="b" l="l" r="r" t="t"/>
              <a:pathLst>
                <a:path extrusionOk="0" h="1133" w="1445">
                  <a:moveTo>
                    <a:pt x="181" y="1"/>
                  </a:moveTo>
                  <a:lnTo>
                    <a:pt x="0" y="1044"/>
                  </a:lnTo>
                  <a:lnTo>
                    <a:pt x="1276" y="1133"/>
                  </a:lnTo>
                  <a:lnTo>
                    <a:pt x="1445" y="59"/>
                  </a:lnTo>
                  <a:lnTo>
                    <a:pt x="181"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67"/>
            <p:cNvSpPr/>
            <p:nvPr/>
          </p:nvSpPr>
          <p:spPr>
            <a:xfrm>
              <a:off x="4911650" y="3565000"/>
              <a:ext cx="41625" cy="27400"/>
            </a:xfrm>
            <a:custGeom>
              <a:rect b="b" l="l" r="r" t="t"/>
              <a:pathLst>
                <a:path extrusionOk="0" h="1096" w="1665">
                  <a:moveTo>
                    <a:pt x="176" y="1"/>
                  </a:moveTo>
                  <a:lnTo>
                    <a:pt x="0" y="991"/>
                  </a:lnTo>
                  <a:lnTo>
                    <a:pt x="1487" y="1095"/>
                  </a:lnTo>
                  <a:lnTo>
                    <a:pt x="1664" y="70"/>
                  </a:lnTo>
                  <a:lnTo>
                    <a:pt x="17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67"/>
            <p:cNvSpPr/>
            <p:nvPr/>
          </p:nvSpPr>
          <p:spPr>
            <a:xfrm>
              <a:off x="4919150" y="3527600"/>
              <a:ext cx="40450" cy="21700"/>
            </a:xfrm>
            <a:custGeom>
              <a:rect b="b" l="l" r="r" t="t"/>
              <a:pathLst>
                <a:path extrusionOk="0" h="868" w="1618">
                  <a:moveTo>
                    <a:pt x="142" y="0"/>
                  </a:moveTo>
                  <a:lnTo>
                    <a:pt x="0" y="799"/>
                  </a:lnTo>
                  <a:lnTo>
                    <a:pt x="1485" y="868"/>
                  </a:lnTo>
                  <a:lnTo>
                    <a:pt x="1618" y="103"/>
                  </a:lnTo>
                  <a:lnTo>
                    <a:pt x="14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67"/>
            <p:cNvSpPr/>
            <p:nvPr/>
          </p:nvSpPr>
          <p:spPr>
            <a:xfrm>
              <a:off x="4933275" y="3448000"/>
              <a:ext cx="40100" cy="21900"/>
            </a:xfrm>
            <a:custGeom>
              <a:rect b="b" l="l" r="r" t="t"/>
              <a:pathLst>
                <a:path extrusionOk="0" h="876" w="1604">
                  <a:moveTo>
                    <a:pt x="143" y="1"/>
                  </a:moveTo>
                  <a:lnTo>
                    <a:pt x="0" y="808"/>
                  </a:lnTo>
                  <a:lnTo>
                    <a:pt x="1469" y="876"/>
                  </a:lnTo>
                  <a:lnTo>
                    <a:pt x="1603" y="102"/>
                  </a:lnTo>
                  <a:lnTo>
                    <a:pt x="143"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67"/>
            <p:cNvSpPr/>
            <p:nvPr/>
          </p:nvSpPr>
          <p:spPr>
            <a:xfrm>
              <a:off x="4902550" y="3607200"/>
              <a:ext cx="43275" cy="37600"/>
            </a:xfrm>
            <a:custGeom>
              <a:rect b="b" l="l" r="r" t="t"/>
              <a:pathLst>
                <a:path extrusionOk="0" h="1504" w="1731">
                  <a:moveTo>
                    <a:pt x="241" y="0"/>
                  </a:moveTo>
                  <a:lnTo>
                    <a:pt x="1" y="1353"/>
                  </a:lnTo>
                  <a:lnTo>
                    <a:pt x="1489" y="1503"/>
                  </a:lnTo>
                  <a:lnTo>
                    <a:pt x="1730" y="104"/>
                  </a:lnTo>
                  <a:lnTo>
                    <a:pt x="241"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67"/>
            <p:cNvSpPr/>
            <p:nvPr/>
          </p:nvSpPr>
          <p:spPr>
            <a:xfrm>
              <a:off x="4957275" y="3611000"/>
              <a:ext cx="38350" cy="38925"/>
            </a:xfrm>
            <a:custGeom>
              <a:rect b="b" l="l" r="r" t="t"/>
              <a:pathLst>
                <a:path extrusionOk="0" h="1557" w="1534">
                  <a:moveTo>
                    <a:pt x="247" y="1"/>
                  </a:moveTo>
                  <a:lnTo>
                    <a:pt x="1" y="1423"/>
                  </a:lnTo>
                  <a:lnTo>
                    <a:pt x="1306" y="1556"/>
                  </a:lnTo>
                  <a:lnTo>
                    <a:pt x="1534" y="91"/>
                  </a:lnTo>
                  <a:lnTo>
                    <a:pt x="247"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67"/>
            <p:cNvSpPr/>
            <p:nvPr/>
          </p:nvSpPr>
          <p:spPr>
            <a:xfrm>
              <a:off x="4947375" y="3368400"/>
              <a:ext cx="39750" cy="22100"/>
            </a:xfrm>
            <a:custGeom>
              <a:rect b="b" l="l" r="r" t="t"/>
              <a:pathLst>
                <a:path extrusionOk="0" h="884" w="1590">
                  <a:moveTo>
                    <a:pt x="145" y="1"/>
                  </a:moveTo>
                  <a:lnTo>
                    <a:pt x="0" y="817"/>
                  </a:lnTo>
                  <a:lnTo>
                    <a:pt x="1455" y="884"/>
                  </a:lnTo>
                  <a:lnTo>
                    <a:pt x="1590" y="103"/>
                  </a:lnTo>
                  <a:lnTo>
                    <a:pt x="145"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67"/>
            <p:cNvSpPr/>
            <p:nvPr/>
          </p:nvSpPr>
          <p:spPr>
            <a:xfrm>
              <a:off x="4939950" y="3406250"/>
              <a:ext cx="40775" cy="26925"/>
            </a:xfrm>
            <a:custGeom>
              <a:rect b="b" l="l" r="r" t="t"/>
              <a:pathLst>
                <a:path extrusionOk="0" h="1077" w="1631">
                  <a:moveTo>
                    <a:pt x="173" y="0"/>
                  </a:moveTo>
                  <a:lnTo>
                    <a:pt x="0" y="975"/>
                  </a:lnTo>
                  <a:lnTo>
                    <a:pt x="1457" y="1077"/>
                  </a:lnTo>
                  <a:lnTo>
                    <a:pt x="1631" y="68"/>
                  </a:lnTo>
                  <a:lnTo>
                    <a:pt x="173"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67"/>
            <p:cNvSpPr/>
            <p:nvPr/>
          </p:nvSpPr>
          <p:spPr>
            <a:xfrm>
              <a:off x="4674550" y="3501850"/>
              <a:ext cx="1229550" cy="786750"/>
            </a:xfrm>
            <a:custGeom>
              <a:rect b="b" l="l" r="r" t="t"/>
              <a:pathLst>
                <a:path extrusionOk="0" h="31470" w="49182">
                  <a:moveTo>
                    <a:pt x="41692" y="0"/>
                  </a:moveTo>
                  <a:cubicBezTo>
                    <a:pt x="41692" y="0"/>
                    <a:pt x="40239" y="112"/>
                    <a:pt x="37780" y="2125"/>
                  </a:cubicBezTo>
                  <a:cubicBezTo>
                    <a:pt x="35321" y="4136"/>
                    <a:pt x="25597" y="21125"/>
                    <a:pt x="25597" y="21125"/>
                  </a:cubicBezTo>
                  <a:cubicBezTo>
                    <a:pt x="25597" y="21125"/>
                    <a:pt x="16767" y="15648"/>
                    <a:pt x="14531" y="14084"/>
                  </a:cubicBezTo>
                  <a:cubicBezTo>
                    <a:pt x="12296" y="12519"/>
                    <a:pt x="10507" y="9725"/>
                    <a:pt x="9277" y="8048"/>
                  </a:cubicBezTo>
                  <a:cubicBezTo>
                    <a:pt x="8047" y="6372"/>
                    <a:pt x="7825" y="6148"/>
                    <a:pt x="6148" y="6036"/>
                  </a:cubicBezTo>
                  <a:cubicBezTo>
                    <a:pt x="4900" y="5953"/>
                    <a:pt x="3900" y="5313"/>
                    <a:pt x="3378" y="5313"/>
                  </a:cubicBezTo>
                  <a:cubicBezTo>
                    <a:pt x="3198" y="5313"/>
                    <a:pt x="3075" y="5389"/>
                    <a:pt x="3018" y="5589"/>
                  </a:cubicBezTo>
                  <a:cubicBezTo>
                    <a:pt x="2795" y="6372"/>
                    <a:pt x="3466" y="6707"/>
                    <a:pt x="3913" y="6930"/>
                  </a:cubicBezTo>
                  <a:cubicBezTo>
                    <a:pt x="4360" y="7154"/>
                    <a:pt x="5142" y="7154"/>
                    <a:pt x="5142" y="7154"/>
                  </a:cubicBezTo>
                  <a:cubicBezTo>
                    <a:pt x="5142" y="7154"/>
                    <a:pt x="4927" y="7208"/>
                    <a:pt x="4562" y="7208"/>
                  </a:cubicBezTo>
                  <a:cubicBezTo>
                    <a:pt x="4015" y="7208"/>
                    <a:pt x="3130" y="7087"/>
                    <a:pt x="2124" y="6484"/>
                  </a:cubicBezTo>
                  <a:cubicBezTo>
                    <a:pt x="1221" y="5941"/>
                    <a:pt x="674" y="5626"/>
                    <a:pt x="362" y="5626"/>
                  </a:cubicBezTo>
                  <a:cubicBezTo>
                    <a:pt x="96" y="5626"/>
                    <a:pt x="1" y="5857"/>
                    <a:pt x="1" y="6372"/>
                  </a:cubicBezTo>
                  <a:cubicBezTo>
                    <a:pt x="1" y="7490"/>
                    <a:pt x="1230" y="9278"/>
                    <a:pt x="2124" y="10395"/>
                  </a:cubicBezTo>
                  <a:cubicBezTo>
                    <a:pt x="3018" y="11513"/>
                    <a:pt x="8160" y="11961"/>
                    <a:pt x="8160" y="11961"/>
                  </a:cubicBezTo>
                  <a:cubicBezTo>
                    <a:pt x="8160" y="11961"/>
                    <a:pt x="11066" y="17660"/>
                    <a:pt x="14419" y="22355"/>
                  </a:cubicBezTo>
                  <a:cubicBezTo>
                    <a:pt x="17568" y="26764"/>
                    <a:pt x="24069" y="31469"/>
                    <a:pt x="26516" y="31469"/>
                  </a:cubicBezTo>
                  <a:cubicBezTo>
                    <a:pt x="26674" y="31469"/>
                    <a:pt x="26816" y="31450"/>
                    <a:pt x="26938" y="31409"/>
                  </a:cubicBezTo>
                  <a:cubicBezTo>
                    <a:pt x="28950" y="30739"/>
                    <a:pt x="39568" y="17438"/>
                    <a:pt x="42475" y="13749"/>
                  </a:cubicBezTo>
                  <a:cubicBezTo>
                    <a:pt x="45380" y="10060"/>
                    <a:pt x="49181" y="5701"/>
                    <a:pt x="48286" y="3241"/>
                  </a:cubicBezTo>
                  <a:lnTo>
                    <a:pt x="41692"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67"/>
            <p:cNvSpPr/>
            <p:nvPr/>
          </p:nvSpPr>
          <p:spPr>
            <a:xfrm>
              <a:off x="4666900" y="3494150"/>
              <a:ext cx="1243575" cy="802025"/>
            </a:xfrm>
            <a:custGeom>
              <a:rect b="b" l="l" r="r" t="t"/>
              <a:pathLst>
                <a:path extrusionOk="0" h="32081" w="49743">
                  <a:moveTo>
                    <a:pt x="42011" y="1"/>
                  </a:moveTo>
                  <a:cubicBezTo>
                    <a:pt x="41999" y="1"/>
                    <a:pt x="41987" y="2"/>
                    <a:pt x="41975" y="3"/>
                  </a:cubicBezTo>
                  <a:cubicBezTo>
                    <a:pt x="41912" y="8"/>
                    <a:pt x="40397" y="145"/>
                    <a:pt x="37892" y="2195"/>
                  </a:cubicBezTo>
                  <a:cubicBezTo>
                    <a:pt x="35563" y="4101"/>
                    <a:pt x="27105" y="18728"/>
                    <a:pt x="25795" y="21006"/>
                  </a:cubicBezTo>
                  <a:cubicBezTo>
                    <a:pt x="24296" y="20075"/>
                    <a:pt x="16996" y="15530"/>
                    <a:pt x="15013" y="14141"/>
                  </a:cubicBezTo>
                  <a:cubicBezTo>
                    <a:pt x="13160" y="12845"/>
                    <a:pt x="11584" y="10629"/>
                    <a:pt x="10432" y="9012"/>
                  </a:cubicBezTo>
                  <a:cubicBezTo>
                    <a:pt x="10219" y="8712"/>
                    <a:pt x="10018" y="8430"/>
                    <a:pt x="9831" y="8174"/>
                  </a:cubicBezTo>
                  <a:cubicBezTo>
                    <a:pt x="8590" y="6483"/>
                    <a:pt x="8299" y="6160"/>
                    <a:pt x="6475" y="6039"/>
                  </a:cubicBezTo>
                  <a:cubicBezTo>
                    <a:pt x="5791" y="5993"/>
                    <a:pt x="5173" y="5764"/>
                    <a:pt x="4677" y="5581"/>
                  </a:cubicBezTo>
                  <a:cubicBezTo>
                    <a:pt x="4277" y="5434"/>
                    <a:pt x="3956" y="5314"/>
                    <a:pt x="3684" y="5314"/>
                  </a:cubicBezTo>
                  <a:cubicBezTo>
                    <a:pt x="3568" y="5314"/>
                    <a:pt x="3460" y="5336"/>
                    <a:pt x="3360" y="5387"/>
                  </a:cubicBezTo>
                  <a:cubicBezTo>
                    <a:pt x="3199" y="5469"/>
                    <a:pt x="3088" y="5612"/>
                    <a:pt x="3031" y="5813"/>
                  </a:cubicBezTo>
                  <a:cubicBezTo>
                    <a:pt x="2906" y="6248"/>
                    <a:pt x="2997" y="6579"/>
                    <a:pt x="3177" y="6835"/>
                  </a:cubicBezTo>
                  <a:cubicBezTo>
                    <a:pt x="2974" y="6745"/>
                    <a:pt x="2777" y="6643"/>
                    <a:pt x="2587" y="6529"/>
                  </a:cubicBezTo>
                  <a:cubicBezTo>
                    <a:pt x="1620" y="5948"/>
                    <a:pt x="1062" y="5628"/>
                    <a:pt x="664" y="5628"/>
                  </a:cubicBezTo>
                  <a:cubicBezTo>
                    <a:pt x="552" y="5628"/>
                    <a:pt x="453" y="5653"/>
                    <a:pt x="361" y="5705"/>
                  </a:cubicBezTo>
                  <a:cubicBezTo>
                    <a:pt x="43" y="5885"/>
                    <a:pt x="1" y="6299"/>
                    <a:pt x="1" y="6680"/>
                  </a:cubicBezTo>
                  <a:cubicBezTo>
                    <a:pt x="1" y="7965"/>
                    <a:pt x="1373" y="9871"/>
                    <a:pt x="2191" y="10895"/>
                  </a:cubicBezTo>
                  <a:cubicBezTo>
                    <a:pt x="3074" y="11998"/>
                    <a:pt x="7263" y="12461"/>
                    <a:pt x="8270" y="12558"/>
                  </a:cubicBezTo>
                  <a:cubicBezTo>
                    <a:pt x="8757" y="13495"/>
                    <a:pt x="11450" y="18605"/>
                    <a:pt x="14476" y="22841"/>
                  </a:cubicBezTo>
                  <a:cubicBezTo>
                    <a:pt x="17661" y="27301"/>
                    <a:pt x="24167" y="32080"/>
                    <a:pt x="26837" y="32080"/>
                  </a:cubicBezTo>
                  <a:cubicBezTo>
                    <a:pt x="27025" y="32080"/>
                    <a:pt x="27193" y="32057"/>
                    <a:pt x="27341" y="32008"/>
                  </a:cubicBezTo>
                  <a:cubicBezTo>
                    <a:pt x="29463" y="31300"/>
                    <a:pt x="39880" y="18234"/>
                    <a:pt x="43021" y="14246"/>
                  </a:cubicBezTo>
                  <a:cubicBezTo>
                    <a:pt x="43317" y="13872"/>
                    <a:pt x="43620" y="13491"/>
                    <a:pt x="43928" y="13105"/>
                  </a:cubicBezTo>
                  <a:cubicBezTo>
                    <a:pt x="46786" y="9521"/>
                    <a:pt x="49742" y="5817"/>
                    <a:pt x="48880" y="3446"/>
                  </a:cubicBezTo>
                  <a:cubicBezTo>
                    <a:pt x="48837" y="3319"/>
                    <a:pt x="48718" y="3239"/>
                    <a:pt x="48591" y="3239"/>
                  </a:cubicBezTo>
                  <a:cubicBezTo>
                    <a:pt x="48557" y="3239"/>
                    <a:pt x="48521" y="3245"/>
                    <a:pt x="48487" y="3258"/>
                  </a:cubicBezTo>
                  <a:cubicBezTo>
                    <a:pt x="48325" y="3317"/>
                    <a:pt x="48244" y="3495"/>
                    <a:pt x="48305" y="3656"/>
                  </a:cubicBezTo>
                  <a:cubicBezTo>
                    <a:pt x="49051" y="5703"/>
                    <a:pt x="46074" y="9433"/>
                    <a:pt x="43450" y="12724"/>
                  </a:cubicBezTo>
                  <a:cubicBezTo>
                    <a:pt x="43141" y="13109"/>
                    <a:pt x="42836" y="13492"/>
                    <a:pt x="42540" y="13867"/>
                  </a:cubicBezTo>
                  <a:cubicBezTo>
                    <a:pt x="35930" y="22257"/>
                    <a:pt x="28607" y="30940"/>
                    <a:pt x="27147" y="31428"/>
                  </a:cubicBezTo>
                  <a:cubicBezTo>
                    <a:pt x="27048" y="31460"/>
                    <a:pt x="26933" y="31476"/>
                    <a:pt x="26804" y="31476"/>
                  </a:cubicBezTo>
                  <a:cubicBezTo>
                    <a:pt x="24596" y="31476"/>
                    <a:pt x="18101" y="26862"/>
                    <a:pt x="14976" y="22486"/>
                  </a:cubicBezTo>
                  <a:cubicBezTo>
                    <a:pt x="11674" y="17865"/>
                    <a:pt x="8768" y="12187"/>
                    <a:pt x="8739" y="12130"/>
                  </a:cubicBezTo>
                  <a:cubicBezTo>
                    <a:pt x="8691" y="12036"/>
                    <a:pt x="8598" y="11973"/>
                    <a:pt x="8493" y="11964"/>
                  </a:cubicBezTo>
                  <a:cubicBezTo>
                    <a:pt x="6555" y="11796"/>
                    <a:pt x="3262" y="11253"/>
                    <a:pt x="2669" y="10513"/>
                  </a:cubicBezTo>
                  <a:cubicBezTo>
                    <a:pt x="1382" y="8903"/>
                    <a:pt x="613" y="7470"/>
                    <a:pt x="613" y="6680"/>
                  </a:cubicBezTo>
                  <a:cubicBezTo>
                    <a:pt x="613" y="6324"/>
                    <a:pt x="664" y="6241"/>
                    <a:pt x="655" y="6241"/>
                  </a:cubicBezTo>
                  <a:cubicBezTo>
                    <a:pt x="663" y="6239"/>
                    <a:pt x="673" y="6238"/>
                    <a:pt x="683" y="6238"/>
                  </a:cubicBezTo>
                  <a:cubicBezTo>
                    <a:pt x="911" y="6238"/>
                    <a:pt x="1697" y="6708"/>
                    <a:pt x="2274" y="7054"/>
                  </a:cubicBezTo>
                  <a:cubicBezTo>
                    <a:pt x="3336" y="7691"/>
                    <a:pt x="4274" y="7823"/>
                    <a:pt x="4866" y="7823"/>
                  </a:cubicBezTo>
                  <a:cubicBezTo>
                    <a:pt x="5259" y="7823"/>
                    <a:pt x="5499" y="7765"/>
                    <a:pt x="5523" y="7759"/>
                  </a:cubicBezTo>
                  <a:cubicBezTo>
                    <a:pt x="5674" y="7721"/>
                    <a:pt x="5771" y="7578"/>
                    <a:pt x="5752" y="7424"/>
                  </a:cubicBezTo>
                  <a:cubicBezTo>
                    <a:pt x="5733" y="7272"/>
                    <a:pt x="5604" y="7156"/>
                    <a:pt x="5449" y="7156"/>
                  </a:cubicBezTo>
                  <a:cubicBezTo>
                    <a:pt x="5252" y="7156"/>
                    <a:pt x="4670" y="7122"/>
                    <a:pt x="4355" y="6964"/>
                  </a:cubicBezTo>
                  <a:cubicBezTo>
                    <a:pt x="3753" y="6662"/>
                    <a:pt x="3489" y="6440"/>
                    <a:pt x="3638" y="5933"/>
                  </a:cubicBezTo>
                  <a:cubicBezTo>
                    <a:pt x="3651" y="5927"/>
                    <a:pt x="3669" y="5924"/>
                    <a:pt x="3691" y="5924"/>
                  </a:cubicBezTo>
                  <a:cubicBezTo>
                    <a:pt x="3844" y="5924"/>
                    <a:pt x="4198" y="6056"/>
                    <a:pt x="4465" y="6155"/>
                  </a:cubicBezTo>
                  <a:cubicBezTo>
                    <a:pt x="4998" y="6353"/>
                    <a:pt x="5663" y="6598"/>
                    <a:pt x="6435" y="6650"/>
                  </a:cubicBezTo>
                  <a:cubicBezTo>
                    <a:pt x="7988" y="6753"/>
                    <a:pt x="8143" y="6907"/>
                    <a:pt x="9337" y="8537"/>
                  </a:cubicBezTo>
                  <a:cubicBezTo>
                    <a:pt x="9523" y="8790"/>
                    <a:pt x="9721" y="9069"/>
                    <a:pt x="9933" y="9366"/>
                  </a:cubicBezTo>
                  <a:cubicBezTo>
                    <a:pt x="11111" y="11020"/>
                    <a:pt x="12724" y="13285"/>
                    <a:pt x="14662" y="14642"/>
                  </a:cubicBezTo>
                  <a:cubicBezTo>
                    <a:pt x="16879" y="16195"/>
                    <a:pt x="25653" y="21638"/>
                    <a:pt x="25742" y="21694"/>
                  </a:cubicBezTo>
                  <a:cubicBezTo>
                    <a:pt x="25790" y="21723"/>
                    <a:pt x="25846" y="21739"/>
                    <a:pt x="25902" y="21739"/>
                  </a:cubicBezTo>
                  <a:cubicBezTo>
                    <a:pt x="25928" y="21739"/>
                    <a:pt x="25953" y="21736"/>
                    <a:pt x="25978" y="21729"/>
                  </a:cubicBezTo>
                  <a:cubicBezTo>
                    <a:pt x="26059" y="21709"/>
                    <a:pt x="26128" y="21657"/>
                    <a:pt x="26169" y="21585"/>
                  </a:cubicBezTo>
                  <a:cubicBezTo>
                    <a:pt x="26266" y="21416"/>
                    <a:pt x="35893" y="4622"/>
                    <a:pt x="38280" y="2669"/>
                  </a:cubicBezTo>
                  <a:cubicBezTo>
                    <a:pt x="40604" y="768"/>
                    <a:pt x="42001" y="615"/>
                    <a:pt x="42024" y="613"/>
                  </a:cubicBezTo>
                  <a:cubicBezTo>
                    <a:pt x="42191" y="599"/>
                    <a:pt x="42317" y="452"/>
                    <a:pt x="42303" y="285"/>
                  </a:cubicBezTo>
                  <a:cubicBezTo>
                    <a:pt x="42292" y="128"/>
                    <a:pt x="42154" y="1"/>
                    <a:pt x="4201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67"/>
            <p:cNvSpPr/>
            <p:nvPr/>
          </p:nvSpPr>
          <p:spPr>
            <a:xfrm>
              <a:off x="4674550" y="3634650"/>
              <a:ext cx="288050" cy="195200"/>
            </a:xfrm>
            <a:custGeom>
              <a:rect b="b" l="l" r="r" t="t"/>
              <a:pathLst>
                <a:path extrusionOk="0" h="7808" w="11522">
                  <a:moveTo>
                    <a:pt x="3379" y="1"/>
                  </a:moveTo>
                  <a:cubicBezTo>
                    <a:pt x="3199" y="1"/>
                    <a:pt x="3076" y="77"/>
                    <a:pt x="3019" y="277"/>
                  </a:cubicBezTo>
                  <a:cubicBezTo>
                    <a:pt x="2795" y="1060"/>
                    <a:pt x="3466" y="1395"/>
                    <a:pt x="3913" y="1618"/>
                  </a:cubicBezTo>
                  <a:cubicBezTo>
                    <a:pt x="4360" y="1842"/>
                    <a:pt x="5143" y="1842"/>
                    <a:pt x="5143" y="1842"/>
                  </a:cubicBezTo>
                  <a:cubicBezTo>
                    <a:pt x="5143" y="1842"/>
                    <a:pt x="4928" y="1896"/>
                    <a:pt x="4563" y="1896"/>
                  </a:cubicBezTo>
                  <a:cubicBezTo>
                    <a:pt x="4016" y="1896"/>
                    <a:pt x="3131" y="1775"/>
                    <a:pt x="2125" y="1171"/>
                  </a:cubicBezTo>
                  <a:cubicBezTo>
                    <a:pt x="1221" y="629"/>
                    <a:pt x="675" y="314"/>
                    <a:pt x="363" y="314"/>
                  </a:cubicBezTo>
                  <a:cubicBezTo>
                    <a:pt x="96" y="314"/>
                    <a:pt x="1" y="545"/>
                    <a:pt x="1" y="1060"/>
                  </a:cubicBezTo>
                  <a:cubicBezTo>
                    <a:pt x="1" y="2178"/>
                    <a:pt x="1230" y="3966"/>
                    <a:pt x="2125" y="5083"/>
                  </a:cubicBezTo>
                  <a:cubicBezTo>
                    <a:pt x="3019" y="6201"/>
                    <a:pt x="8160" y="6649"/>
                    <a:pt x="8160" y="6649"/>
                  </a:cubicBezTo>
                  <a:cubicBezTo>
                    <a:pt x="8160" y="6649"/>
                    <a:pt x="8385" y="7087"/>
                    <a:pt x="8772" y="7807"/>
                  </a:cubicBezTo>
                  <a:cubicBezTo>
                    <a:pt x="9317" y="7090"/>
                    <a:pt x="10175" y="6361"/>
                    <a:pt x="11521" y="5788"/>
                  </a:cubicBezTo>
                  <a:cubicBezTo>
                    <a:pt x="10643" y="4687"/>
                    <a:pt x="9891" y="3572"/>
                    <a:pt x="9278" y="2736"/>
                  </a:cubicBezTo>
                  <a:cubicBezTo>
                    <a:pt x="8048" y="1060"/>
                    <a:pt x="7825" y="836"/>
                    <a:pt x="6149" y="724"/>
                  </a:cubicBezTo>
                  <a:cubicBezTo>
                    <a:pt x="4901" y="641"/>
                    <a:pt x="3901" y="1"/>
                    <a:pt x="337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67"/>
            <p:cNvSpPr/>
            <p:nvPr/>
          </p:nvSpPr>
          <p:spPr>
            <a:xfrm>
              <a:off x="4666900" y="3627000"/>
              <a:ext cx="304825" cy="210500"/>
            </a:xfrm>
            <a:custGeom>
              <a:rect b="b" l="l" r="r" t="t"/>
              <a:pathLst>
                <a:path extrusionOk="0" h="8420" w="12193">
                  <a:moveTo>
                    <a:pt x="3689" y="611"/>
                  </a:moveTo>
                  <a:cubicBezTo>
                    <a:pt x="3842" y="611"/>
                    <a:pt x="4195" y="743"/>
                    <a:pt x="4463" y="842"/>
                  </a:cubicBezTo>
                  <a:cubicBezTo>
                    <a:pt x="4997" y="1039"/>
                    <a:pt x="5661" y="1285"/>
                    <a:pt x="6432" y="1336"/>
                  </a:cubicBezTo>
                  <a:cubicBezTo>
                    <a:pt x="7986" y="1440"/>
                    <a:pt x="8141" y="1594"/>
                    <a:pt x="9336" y="3224"/>
                  </a:cubicBezTo>
                  <a:cubicBezTo>
                    <a:pt x="9521" y="3476"/>
                    <a:pt x="9720" y="3755"/>
                    <a:pt x="9931" y="4051"/>
                  </a:cubicBezTo>
                  <a:cubicBezTo>
                    <a:pt x="10354" y="4644"/>
                    <a:pt x="10825" y="5306"/>
                    <a:pt x="11344" y="5975"/>
                  </a:cubicBezTo>
                  <a:cubicBezTo>
                    <a:pt x="10443" y="6405"/>
                    <a:pt x="9702" y="6939"/>
                    <a:pt x="9132" y="7568"/>
                  </a:cubicBezTo>
                  <a:cubicBezTo>
                    <a:pt x="8881" y="7094"/>
                    <a:pt x="8738" y="6816"/>
                    <a:pt x="8738" y="6815"/>
                  </a:cubicBezTo>
                  <a:cubicBezTo>
                    <a:pt x="8689" y="6722"/>
                    <a:pt x="8596" y="6659"/>
                    <a:pt x="8492" y="6650"/>
                  </a:cubicBezTo>
                  <a:cubicBezTo>
                    <a:pt x="6554" y="6482"/>
                    <a:pt x="3260" y="5938"/>
                    <a:pt x="2668" y="5199"/>
                  </a:cubicBezTo>
                  <a:cubicBezTo>
                    <a:pt x="1381" y="3589"/>
                    <a:pt x="612" y="2157"/>
                    <a:pt x="612" y="1366"/>
                  </a:cubicBezTo>
                  <a:cubicBezTo>
                    <a:pt x="612" y="1031"/>
                    <a:pt x="658" y="938"/>
                    <a:pt x="654" y="928"/>
                  </a:cubicBezTo>
                  <a:lnTo>
                    <a:pt x="654" y="928"/>
                  </a:lnTo>
                  <a:cubicBezTo>
                    <a:pt x="662" y="926"/>
                    <a:pt x="671" y="925"/>
                    <a:pt x="681" y="925"/>
                  </a:cubicBezTo>
                  <a:cubicBezTo>
                    <a:pt x="908" y="925"/>
                    <a:pt x="1695" y="1395"/>
                    <a:pt x="2272" y="1742"/>
                  </a:cubicBezTo>
                  <a:cubicBezTo>
                    <a:pt x="3334" y="2378"/>
                    <a:pt x="4273" y="2509"/>
                    <a:pt x="4865" y="2509"/>
                  </a:cubicBezTo>
                  <a:cubicBezTo>
                    <a:pt x="5257" y="2509"/>
                    <a:pt x="5497" y="2452"/>
                    <a:pt x="5521" y="2446"/>
                  </a:cubicBezTo>
                  <a:cubicBezTo>
                    <a:pt x="5671" y="2408"/>
                    <a:pt x="5770" y="2264"/>
                    <a:pt x="5751" y="2112"/>
                  </a:cubicBezTo>
                  <a:cubicBezTo>
                    <a:pt x="5732" y="1958"/>
                    <a:pt x="5602" y="1842"/>
                    <a:pt x="5447" y="1842"/>
                  </a:cubicBezTo>
                  <a:cubicBezTo>
                    <a:pt x="5249" y="1842"/>
                    <a:pt x="4667" y="1807"/>
                    <a:pt x="4353" y="1651"/>
                  </a:cubicBezTo>
                  <a:cubicBezTo>
                    <a:pt x="3751" y="1349"/>
                    <a:pt x="3487" y="1126"/>
                    <a:pt x="3635" y="620"/>
                  </a:cubicBezTo>
                  <a:cubicBezTo>
                    <a:pt x="3648" y="614"/>
                    <a:pt x="3666" y="611"/>
                    <a:pt x="3689" y="611"/>
                  </a:cubicBezTo>
                  <a:close/>
                  <a:moveTo>
                    <a:pt x="3684" y="1"/>
                  </a:moveTo>
                  <a:cubicBezTo>
                    <a:pt x="3568" y="1"/>
                    <a:pt x="3460" y="22"/>
                    <a:pt x="3360" y="73"/>
                  </a:cubicBezTo>
                  <a:cubicBezTo>
                    <a:pt x="3199" y="155"/>
                    <a:pt x="3088" y="299"/>
                    <a:pt x="3031" y="500"/>
                  </a:cubicBezTo>
                  <a:cubicBezTo>
                    <a:pt x="2906" y="934"/>
                    <a:pt x="2997" y="1265"/>
                    <a:pt x="3177" y="1520"/>
                  </a:cubicBezTo>
                  <a:cubicBezTo>
                    <a:pt x="2974" y="1431"/>
                    <a:pt x="2777" y="1329"/>
                    <a:pt x="2587" y="1215"/>
                  </a:cubicBezTo>
                  <a:cubicBezTo>
                    <a:pt x="1620" y="634"/>
                    <a:pt x="1062" y="314"/>
                    <a:pt x="664" y="314"/>
                  </a:cubicBezTo>
                  <a:cubicBezTo>
                    <a:pt x="552" y="314"/>
                    <a:pt x="453" y="339"/>
                    <a:pt x="361" y="391"/>
                  </a:cubicBezTo>
                  <a:cubicBezTo>
                    <a:pt x="43" y="571"/>
                    <a:pt x="1" y="985"/>
                    <a:pt x="1" y="1366"/>
                  </a:cubicBezTo>
                  <a:cubicBezTo>
                    <a:pt x="1" y="2651"/>
                    <a:pt x="1373" y="4557"/>
                    <a:pt x="2191" y="5581"/>
                  </a:cubicBezTo>
                  <a:cubicBezTo>
                    <a:pt x="3074" y="6686"/>
                    <a:pt x="7263" y="7147"/>
                    <a:pt x="8270" y="7244"/>
                  </a:cubicBezTo>
                  <a:cubicBezTo>
                    <a:pt x="8368" y="7431"/>
                    <a:pt x="8553" y="7783"/>
                    <a:pt x="8808" y="8257"/>
                  </a:cubicBezTo>
                  <a:cubicBezTo>
                    <a:pt x="8856" y="8349"/>
                    <a:pt x="8949" y="8410"/>
                    <a:pt x="9053" y="8418"/>
                  </a:cubicBezTo>
                  <a:cubicBezTo>
                    <a:pt x="9061" y="8419"/>
                    <a:pt x="9069" y="8419"/>
                    <a:pt x="9077" y="8419"/>
                  </a:cubicBezTo>
                  <a:cubicBezTo>
                    <a:pt x="9173" y="8419"/>
                    <a:pt x="9263" y="8375"/>
                    <a:pt x="9320" y="8298"/>
                  </a:cubicBezTo>
                  <a:cubicBezTo>
                    <a:pt x="9922" y="7509"/>
                    <a:pt x="10806" y="6862"/>
                    <a:pt x="11948" y="6375"/>
                  </a:cubicBezTo>
                  <a:cubicBezTo>
                    <a:pt x="12134" y="6296"/>
                    <a:pt x="12193" y="6062"/>
                    <a:pt x="12067" y="5903"/>
                  </a:cubicBezTo>
                  <a:cubicBezTo>
                    <a:pt x="11461" y="5143"/>
                    <a:pt x="10913" y="4374"/>
                    <a:pt x="10430" y="3696"/>
                  </a:cubicBezTo>
                  <a:cubicBezTo>
                    <a:pt x="10218" y="3398"/>
                    <a:pt x="10018" y="3116"/>
                    <a:pt x="9831" y="2861"/>
                  </a:cubicBezTo>
                  <a:cubicBezTo>
                    <a:pt x="8590" y="1169"/>
                    <a:pt x="8299" y="848"/>
                    <a:pt x="6475" y="725"/>
                  </a:cubicBezTo>
                  <a:cubicBezTo>
                    <a:pt x="5791" y="679"/>
                    <a:pt x="5173" y="451"/>
                    <a:pt x="4677" y="267"/>
                  </a:cubicBezTo>
                  <a:cubicBezTo>
                    <a:pt x="4277" y="120"/>
                    <a:pt x="3956" y="1"/>
                    <a:pt x="3684"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69" name="Google Shape;1969;p67"/>
          <p:cNvSpPr txBox="1"/>
          <p:nvPr>
            <p:ph idx="1" type="subTitle"/>
          </p:nvPr>
        </p:nvSpPr>
        <p:spPr>
          <a:xfrm>
            <a:off x="372450" y="2749575"/>
            <a:ext cx="2032500" cy="4065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1700">
                <a:latin typeface="Viga"/>
                <a:ea typeface="Viga"/>
                <a:cs typeface="Viga"/>
                <a:sym typeface="Viga"/>
              </a:rPr>
              <a:t>FUTURE SCOPE</a:t>
            </a:r>
            <a:r>
              <a:rPr lang="en">
                <a:latin typeface="Viga"/>
                <a:ea typeface="Viga"/>
                <a:cs typeface="Viga"/>
                <a:sym typeface="Viga"/>
              </a:rPr>
              <a:t> </a:t>
            </a:r>
            <a:endParaRPr>
              <a:latin typeface="Viga"/>
              <a:ea typeface="Viga"/>
              <a:cs typeface="Viga"/>
              <a:sym typeface="Viga"/>
            </a:endParaRPr>
          </a:p>
        </p:txBody>
      </p:sp>
      <p:sp>
        <p:nvSpPr>
          <p:cNvPr id="1970" name="Google Shape;1970;p67"/>
          <p:cNvSpPr txBox="1"/>
          <p:nvPr>
            <p:ph idx="4294967295" type="body"/>
          </p:nvPr>
        </p:nvSpPr>
        <p:spPr>
          <a:xfrm>
            <a:off x="724550" y="3148475"/>
            <a:ext cx="5347500" cy="1957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accent1"/>
              </a:buClr>
              <a:buSzPts val="1400"/>
              <a:buFont typeface="DM Sans Medium"/>
              <a:buChar char="●"/>
            </a:pPr>
            <a:r>
              <a:rPr lang="en" sz="1400">
                <a:solidFill>
                  <a:schemeClr val="accent1"/>
                </a:solidFill>
                <a:latin typeface="DM Sans Medium"/>
                <a:ea typeface="DM Sans Medium"/>
                <a:cs typeface="DM Sans Medium"/>
                <a:sym typeface="DM Sans Medium"/>
              </a:rPr>
              <a:t>One can make use of Artificial Neural networks.</a:t>
            </a:r>
            <a:endParaRPr sz="1400">
              <a:solidFill>
                <a:schemeClr val="accent1"/>
              </a:solidFill>
              <a:latin typeface="DM Sans Medium"/>
              <a:ea typeface="DM Sans Medium"/>
              <a:cs typeface="DM Sans Medium"/>
              <a:sym typeface="DM Sans Medium"/>
            </a:endParaRPr>
          </a:p>
          <a:p>
            <a:pPr indent="-317500" lvl="0" marL="457200" rtl="0" algn="l">
              <a:lnSpc>
                <a:spcPct val="115000"/>
              </a:lnSpc>
              <a:spcBef>
                <a:spcPts val="0"/>
              </a:spcBef>
              <a:spcAft>
                <a:spcPts val="0"/>
              </a:spcAft>
              <a:buClr>
                <a:schemeClr val="accent1"/>
              </a:buClr>
              <a:buSzPts val="1400"/>
              <a:buFont typeface="DM Sans Medium"/>
              <a:buChar char="●"/>
            </a:pPr>
            <a:r>
              <a:rPr lang="en" sz="1400">
                <a:solidFill>
                  <a:schemeClr val="accent1"/>
                </a:solidFill>
                <a:latin typeface="DM Sans Medium"/>
                <a:ea typeface="DM Sans Medium"/>
                <a:cs typeface="DM Sans Medium"/>
                <a:sym typeface="DM Sans Medium"/>
              </a:rPr>
              <a:t>Usage of other scorecard generation libraries such as scorecardpy, OptBinning,etc </a:t>
            </a:r>
            <a:endParaRPr sz="1400">
              <a:solidFill>
                <a:schemeClr val="accent1"/>
              </a:solidFill>
              <a:latin typeface="DM Sans Medium"/>
              <a:ea typeface="DM Sans Medium"/>
              <a:cs typeface="DM Sans Medium"/>
              <a:sym typeface="DM Sans Medium"/>
            </a:endParaRPr>
          </a:p>
          <a:p>
            <a:pPr indent="-317500" lvl="0" marL="457200" rtl="0" algn="l">
              <a:lnSpc>
                <a:spcPct val="115000"/>
              </a:lnSpc>
              <a:spcBef>
                <a:spcPts val="0"/>
              </a:spcBef>
              <a:spcAft>
                <a:spcPts val="0"/>
              </a:spcAft>
              <a:buClr>
                <a:schemeClr val="accent1"/>
              </a:buClr>
              <a:buSzPts val="1400"/>
              <a:buFont typeface="DM Sans Medium"/>
              <a:buChar char="●"/>
            </a:pPr>
            <a:r>
              <a:rPr lang="en" sz="1400">
                <a:solidFill>
                  <a:schemeClr val="accent1"/>
                </a:solidFill>
                <a:latin typeface="DM Sans Medium"/>
                <a:ea typeface="DM Sans Medium"/>
                <a:cs typeface="DM Sans Medium"/>
                <a:sym typeface="DM Sans Medium"/>
              </a:rPr>
              <a:t>Create their own library with the best algorithm by making changes in Toad Library main code blocks to change the base estimator and tune it according to the desired algorithm.  </a:t>
            </a:r>
            <a:endParaRPr sz="1400">
              <a:solidFill>
                <a:schemeClr val="accent1"/>
              </a:solidFill>
              <a:latin typeface="DM Sans Medium"/>
              <a:ea typeface="DM Sans Medium"/>
              <a:cs typeface="DM Sans Medium"/>
              <a:sym typeface="DM Sans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74" name="Shape 1974"/>
        <p:cNvGrpSpPr/>
        <p:nvPr/>
      </p:nvGrpSpPr>
      <p:grpSpPr>
        <a:xfrm>
          <a:off x="0" y="0"/>
          <a:ext cx="0" cy="0"/>
          <a:chOff x="0" y="0"/>
          <a:chExt cx="0" cy="0"/>
        </a:xfrm>
      </p:grpSpPr>
      <p:sp>
        <p:nvSpPr>
          <p:cNvPr id="1975" name="Google Shape;1975;p68"/>
          <p:cNvSpPr txBox="1"/>
          <p:nvPr>
            <p:ph idx="6" type="title"/>
          </p:nvPr>
        </p:nvSpPr>
        <p:spPr>
          <a:xfrm>
            <a:off x="2262600" y="1659825"/>
            <a:ext cx="4618800" cy="539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200">
                <a:solidFill>
                  <a:srgbClr val="ACFFD9"/>
                </a:solidFill>
              </a:rPr>
              <a:t>Thank you Very Much for Listening. Questions and Feedbacks Are Warmly Welcome!</a:t>
            </a:r>
            <a:endParaRPr sz="3200">
              <a:solidFill>
                <a:srgbClr val="ACFFD9"/>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9" name="Shape 1979"/>
        <p:cNvGrpSpPr/>
        <p:nvPr/>
      </p:nvGrpSpPr>
      <p:grpSpPr>
        <a:xfrm>
          <a:off x="0" y="0"/>
          <a:ext cx="0" cy="0"/>
          <a:chOff x="0" y="0"/>
          <a:chExt cx="0" cy="0"/>
        </a:xfrm>
      </p:grpSpPr>
      <p:sp>
        <p:nvSpPr>
          <p:cNvPr id="1980" name="Google Shape;1980;p69"/>
          <p:cNvSpPr txBox="1"/>
          <p:nvPr/>
        </p:nvSpPr>
        <p:spPr>
          <a:xfrm>
            <a:off x="311700" y="113625"/>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600">
                <a:solidFill>
                  <a:srgbClr val="000000"/>
                </a:solidFill>
                <a:latin typeface="Viga"/>
                <a:ea typeface="Viga"/>
                <a:cs typeface="Viga"/>
                <a:sym typeface="Viga"/>
              </a:rPr>
              <a:t>References</a:t>
            </a:r>
            <a:endParaRPr sz="3600">
              <a:solidFill>
                <a:srgbClr val="000000"/>
              </a:solidFill>
              <a:latin typeface="Viga"/>
              <a:ea typeface="Viga"/>
              <a:cs typeface="Viga"/>
              <a:sym typeface="Viga"/>
            </a:endParaRPr>
          </a:p>
        </p:txBody>
      </p:sp>
      <p:sp>
        <p:nvSpPr>
          <p:cNvPr id="1981" name="Google Shape;1981;p69"/>
          <p:cNvSpPr txBox="1"/>
          <p:nvPr/>
        </p:nvSpPr>
        <p:spPr>
          <a:xfrm>
            <a:off x="532625" y="1041375"/>
            <a:ext cx="8520600" cy="3416400"/>
          </a:xfrm>
          <a:prstGeom prst="rect">
            <a:avLst/>
          </a:prstGeom>
          <a:noFill/>
          <a:ln>
            <a:noFill/>
          </a:ln>
        </p:spPr>
        <p:txBody>
          <a:bodyPr anchorCtr="0" anchor="t" bIns="91425" lIns="91425" spcFirstLastPara="1" rIns="91425" wrap="square" tIns="91425">
            <a:normAutofit fontScale="25000" lnSpcReduction="20000"/>
          </a:bodyPr>
          <a:lstStyle/>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3">
                  <a:extLst>
                    <a:ext uri="{A12FA001-AC4F-418D-AE19-62706E023703}">
                      <ahyp:hlinkClr val="tx"/>
                    </a:ext>
                  </a:extLst>
                </a:hlinkClick>
              </a:rPr>
              <a:t>https://machinelearningmastery.com/hyperparameters-for-classification-machine-learning-algorithms/</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4">
                  <a:extLst>
                    <a:ext uri="{A12FA001-AC4F-418D-AE19-62706E023703}">
                      <ahyp:hlinkClr val="tx"/>
                    </a:ext>
                  </a:extLst>
                </a:hlinkClick>
              </a:rPr>
              <a:t>https://towardsdatascience.com/end-to-end-guide-to-building-a-credit-scorecard-using-machine-learning-6502d8bb765a</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5">
                  <a:extLst>
                    <a:ext uri="{A12FA001-AC4F-418D-AE19-62706E023703}">
                      <ahyp:hlinkClr val="tx"/>
                    </a:ext>
                  </a:extLst>
                </a:hlinkClick>
              </a:rPr>
              <a:t>https://machinelearningmastery.com/hyperparameter-optimization-with-random-search-and-grid-search/</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6">
                  <a:extLst>
                    <a:ext uri="{A12FA001-AC4F-418D-AE19-62706E023703}">
                      <ahyp:hlinkClr val="tx"/>
                    </a:ext>
                  </a:extLst>
                </a:hlinkClick>
              </a:rPr>
              <a:t>https://towardsdatascience.com/feature-engineering-deep-dive-into-encoding-and-binning-techniques-5618d55a6b38</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7">
                  <a:extLst>
                    <a:ext uri="{A12FA001-AC4F-418D-AE19-62706E023703}">
                      <ahyp:hlinkClr val="tx"/>
                    </a:ext>
                  </a:extLst>
                </a:hlinkClick>
              </a:rPr>
              <a:t>https://toad.readthedocs.io/en/0.0.59/tutorial.html</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8">
                  <a:extLst>
                    <a:ext uri="{A12FA001-AC4F-418D-AE19-62706E023703}">
                      <ahyp:hlinkClr val="tx"/>
                    </a:ext>
                  </a:extLst>
                </a:hlinkClick>
              </a:rPr>
              <a:t>https://www.kaggle.com/datasets/uciml/default-of-credit-card-clients-dataset</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9">
                  <a:extLst>
                    <a:ext uri="{A12FA001-AC4F-418D-AE19-62706E023703}">
                      <ahyp:hlinkClr val="tx"/>
                    </a:ext>
                  </a:extLst>
                </a:hlinkClick>
              </a:rPr>
              <a:t>https://www.listendata.com/2015/03/weight-of-evidence-woe-and-information.html</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10">
                  <a:extLst>
                    <a:ext uri="{A12FA001-AC4F-418D-AE19-62706E023703}">
                      <ahyp:hlinkClr val="tx"/>
                    </a:ext>
                  </a:extLst>
                </a:hlinkClick>
              </a:rPr>
              <a:t>https://medium.com/codex/do-i-need-to-tune-logistic-regression-hyperparameters-1cb2b81fca69</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11">
                  <a:extLst>
                    <a:ext uri="{A12FA001-AC4F-418D-AE19-62706E023703}">
                      <ahyp:hlinkClr val="tx"/>
                    </a:ext>
                  </a:extLst>
                </a:hlinkClick>
              </a:rPr>
              <a:t>https://machinelearningmastery.com/smote-oversampling-for-imbalanced-classification/</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12">
                  <a:extLst>
                    <a:ext uri="{A12FA001-AC4F-418D-AE19-62706E023703}">
                      <ahyp:hlinkClr val="tx"/>
                    </a:ext>
                  </a:extLst>
                </a:hlinkClick>
              </a:rPr>
              <a:t>https://www.analyticsvidhya.com/blog/2019/08/11-important-model-evaluation-error-metrics/</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13">
                  <a:extLst>
                    <a:ext uri="{A12FA001-AC4F-418D-AE19-62706E023703}">
                      <ahyp:hlinkClr val="tx"/>
                    </a:ext>
                  </a:extLst>
                </a:hlinkClick>
              </a:rPr>
              <a:t>https://scikit-learn.org/stable/modules/model_evaluation.html</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14">
                  <a:extLst>
                    <a:ext uri="{A12FA001-AC4F-418D-AE19-62706E023703}">
                      <ahyp:hlinkClr val="tx"/>
                    </a:ext>
                  </a:extLst>
                </a:hlinkClick>
              </a:rPr>
              <a:t>https://www.intellspot.com/machine-learning-classification/</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a:solidFill>
                  <a:srgbClr val="595959"/>
                </a:solidFill>
                <a:latin typeface="DM Sans"/>
                <a:ea typeface="DM Sans"/>
                <a:cs typeface="DM Sans"/>
                <a:sym typeface="DM Sans"/>
              </a:rPr>
              <a:t>Template from: Slidesgo </a:t>
            </a:r>
            <a:r>
              <a:rPr lang="en" sz="3715" u="sng">
                <a:solidFill>
                  <a:srgbClr val="0097A7"/>
                </a:solidFill>
                <a:latin typeface="DM Sans"/>
                <a:ea typeface="DM Sans"/>
                <a:cs typeface="DM Sans"/>
                <a:sym typeface="DM Sans"/>
                <a:hlinkClick r:id="rId15">
                  <a:extLst>
                    <a:ext uri="{A12FA001-AC4F-418D-AE19-62706E023703}">
                      <ahyp:hlinkClr val="tx"/>
                    </a:ext>
                  </a:extLst>
                </a:hlinkClick>
              </a:rPr>
              <a:t>https://slidesgo.com/theme/cyber-security-business-plan#search-cyber+security+plan&amp;position-1&amp;results-1&amp;rs=search&amp;rs=search</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a:solidFill>
                  <a:srgbClr val="595959"/>
                </a:solidFill>
                <a:latin typeface="DM Sans"/>
                <a:ea typeface="DM Sans"/>
                <a:cs typeface="DM Sans"/>
                <a:sym typeface="DM Sans"/>
              </a:rPr>
              <a:t>Icons From: </a:t>
            </a:r>
            <a:r>
              <a:rPr lang="en" sz="3715" u="sng">
                <a:solidFill>
                  <a:srgbClr val="0097A7"/>
                </a:solidFill>
                <a:latin typeface="DM Sans"/>
                <a:ea typeface="DM Sans"/>
                <a:cs typeface="DM Sans"/>
                <a:sym typeface="DM Sans"/>
                <a:hlinkClick r:id="rId16">
                  <a:extLst>
                    <a:ext uri="{A12FA001-AC4F-418D-AE19-62706E023703}">
                      <ahyp:hlinkClr val="tx"/>
                    </a:ext>
                  </a:extLst>
                </a:hlinkClick>
              </a:rPr>
              <a:t>https://www.flaticon.com/</a:t>
            </a:r>
            <a:r>
              <a:rPr lang="en" sz="3715">
                <a:solidFill>
                  <a:srgbClr val="595959"/>
                </a:solidFill>
                <a:latin typeface="DM Sans"/>
                <a:ea typeface="DM Sans"/>
                <a:cs typeface="DM Sans"/>
                <a:sym typeface="DM Sans"/>
              </a:rPr>
              <a:t> </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a:solidFill>
                  <a:srgbClr val="595959"/>
                </a:solidFill>
                <a:latin typeface="DM Sans"/>
                <a:ea typeface="DM Sans"/>
                <a:cs typeface="DM Sans"/>
                <a:sym typeface="DM Sans"/>
              </a:rPr>
              <a:t>Photos Link:</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17">
                  <a:extLst>
                    <a:ext uri="{A12FA001-AC4F-418D-AE19-62706E023703}">
                      <ahyp:hlinkClr val="tx"/>
                    </a:ext>
                  </a:extLst>
                </a:hlinkClick>
              </a:rPr>
              <a:t>https://www.vecteezy.com/vector-art/4940875-artificial-intelligence-machine-learning-ai-data-deep-learning-for-future-technology-artwork-mining-isometric-neural-network-machine-programming-and-responsive-web-banner-vector-illustration</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18">
                  <a:extLst>
                    <a:ext uri="{A12FA001-AC4F-418D-AE19-62706E023703}">
                      <ahyp:hlinkClr val="tx"/>
                    </a:ext>
                  </a:extLst>
                </a:hlinkClick>
              </a:rPr>
              <a:t>https://www.unite.ai/machine-learning-vs-artificial-intelligence-key-differences/</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19">
                  <a:extLst>
                    <a:ext uri="{A12FA001-AC4F-418D-AE19-62706E023703}">
                      <ahyp:hlinkClr val="tx"/>
                    </a:ext>
                  </a:extLst>
                </a:hlinkClick>
              </a:rPr>
              <a:t>https://www.freepik.com/free-photos-vectors/machine-learning-background</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20">
                  <a:extLst>
                    <a:ext uri="{A12FA001-AC4F-418D-AE19-62706E023703}">
                      <ahyp:hlinkClr val="tx"/>
                    </a:ext>
                  </a:extLst>
                </a:hlinkClick>
              </a:rPr>
              <a:t>https://www.genengnews.com/insights/machine-learning-to-optimize-product-quality-measurement/</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21">
                  <a:extLst>
                    <a:ext uri="{A12FA001-AC4F-418D-AE19-62706E023703}">
                      <ahyp:hlinkClr val="tx"/>
                    </a:ext>
                  </a:extLst>
                </a:hlinkClick>
              </a:rPr>
              <a:t>https://www.marktechpost.com/2022/05/06/in-the-latest-research-hpe-employs-blockchain-infrastructure-for-distributed-machine-learning-models/</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rPr lang="en" sz="3715" u="sng">
                <a:solidFill>
                  <a:srgbClr val="0097A7"/>
                </a:solidFill>
                <a:latin typeface="DM Sans"/>
                <a:ea typeface="DM Sans"/>
                <a:cs typeface="DM Sans"/>
                <a:sym typeface="DM Sans"/>
                <a:hlinkClick r:id="rId22">
                  <a:extLst>
                    <a:ext uri="{A12FA001-AC4F-418D-AE19-62706E023703}">
                      <ahyp:hlinkClr val="tx"/>
                    </a:ext>
                  </a:extLst>
                </a:hlinkClick>
              </a:rPr>
              <a:t>https://www.vecteezy.com/free-vector/tech-background</a:t>
            </a:r>
            <a:endParaRPr sz="3715">
              <a:solidFill>
                <a:srgbClr val="595959"/>
              </a:solidFill>
              <a:latin typeface="DM Sans"/>
              <a:ea typeface="DM Sans"/>
              <a:cs typeface="DM Sans"/>
              <a:sym typeface="DM Sans"/>
            </a:endParaRPr>
          </a:p>
          <a:p>
            <a:pPr indent="-287581" lvl="0" marL="457200" rtl="0" algn="l">
              <a:lnSpc>
                <a:spcPct val="115000"/>
              </a:lnSpc>
              <a:spcBef>
                <a:spcPts val="0"/>
              </a:spcBef>
              <a:spcAft>
                <a:spcPts val="0"/>
              </a:spcAft>
              <a:buClr>
                <a:srgbClr val="00C3B1"/>
              </a:buClr>
              <a:buSzPct val="100000"/>
              <a:buFont typeface="DM Sans"/>
              <a:buChar char="●"/>
            </a:pPr>
            <a:r>
              <a:rPr lang="en" sz="3715" u="sng">
                <a:solidFill>
                  <a:srgbClr val="00C3B1"/>
                </a:solidFill>
                <a:latin typeface="DM Sans"/>
                <a:ea typeface="DM Sans"/>
                <a:cs typeface="DM Sans"/>
                <a:sym typeface="DM Sans"/>
                <a:hlinkClick r:id="rId23">
                  <a:extLst>
                    <a:ext uri="{A12FA001-AC4F-418D-AE19-62706E023703}">
                      <ahyp:hlinkClr val="tx"/>
                    </a:ext>
                  </a:extLst>
                </a:hlinkClick>
              </a:rPr>
              <a:t>https://www.cambridgemaths.org/blogs/skewed-usage-skewed-distribution/</a:t>
            </a:r>
            <a:endParaRPr sz="3715">
              <a:solidFill>
                <a:srgbClr val="00C3B1"/>
              </a:solidFill>
              <a:latin typeface="DM Sans"/>
              <a:ea typeface="DM Sans"/>
              <a:cs typeface="DM Sans"/>
              <a:sym typeface="DM Sans"/>
            </a:endParaRPr>
          </a:p>
          <a:p>
            <a:pPr indent="-287581" lvl="0" marL="457200" rtl="0" algn="l">
              <a:lnSpc>
                <a:spcPct val="115000"/>
              </a:lnSpc>
              <a:spcBef>
                <a:spcPts val="0"/>
              </a:spcBef>
              <a:spcAft>
                <a:spcPts val="0"/>
              </a:spcAft>
              <a:buClr>
                <a:srgbClr val="595959"/>
              </a:buClr>
              <a:buSzPct val="100000"/>
              <a:buFont typeface="DM Sans"/>
              <a:buChar char="●"/>
            </a:pPr>
            <a:r>
              <a:t/>
            </a:r>
            <a:endParaRPr sz="3715">
              <a:solidFill>
                <a:srgbClr val="595959"/>
              </a:solidFill>
              <a:latin typeface="DM Sans"/>
              <a:ea typeface="DM Sans"/>
              <a:cs typeface="DM Sans"/>
              <a:sym typeface="DM Sans"/>
            </a:endParaRPr>
          </a:p>
          <a:p>
            <a:pPr indent="0" lvl="0" marL="457200" rtl="0" algn="l">
              <a:lnSpc>
                <a:spcPct val="115000"/>
              </a:lnSpc>
              <a:spcBef>
                <a:spcPts val="1200"/>
              </a:spcBef>
              <a:spcAft>
                <a:spcPts val="0"/>
              </a:spcAft>
              <a:buNone/>
            </a:pPr>
            <a:r>
              <a:t/>
            </a:r>
            <a:endParaRPr sz="1800">
              <a:solidFill>
                <a:srgbClr val="595959"/>
              </a:solidFill>
            </a:endParaRPr>
          </a:p>
          <a:p>
            <a:pPr indent="0" lvl="0" marL="0" rtl="0" algn="l">
              <a:lnSpc>
                <a:spcPct val="115000"/>
              </a:lnSpc>
              <a:spcBef>
                <a:spcPts val="1200"/>
              </a:spcBef>
              <a:spcAft>
                <a:spcPts val="1200"/>
              </a:spcAft>
              <a:buNone/>
            </a:pPr>
            <a:r>
              <a:t/>
            </a:r>
            <a:endParaRPr sz="1800">
              <a:solidFill>
                <a:srgbClr val="595959"/>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yber Security Business Plan">
  <a:themeElements>
    <a:clrScheme name="Simple Light">
      <a:dk1>
        <a:srgbClr val="000000"/>
      </a:dk1>
      <a:lt1>
        <a:srgbClr val="FFFFFF"/>
      </a:lt1>
      <a:dk2>
        <a:srgbClr val="595959"/>
      </a:dk2>
      <a:lt2>
        <a:srgbClr val="1F1C51"/>
      </a:lt2>
      <a:accent1>
        <a:srgbClr val="1F1C51"/>
      </a:accent1>
      <a:accent2>
        <a:srgbClr val="ACFFD9"/>
      </a:accent2>
      <a:accent3>
        <a:srgbClr val="C6FF00"/>
      </a:accent3>
      <a:accent4>
        <a:srgbClr val="FFFFFF"/>
      </a:accent4>
      <a:accent5>
        <a:srgbClr val="A8C987"/>
      </a:accent5>
      <a:accent6>
        <a:srgbClr val="8BE3FF"/>
      </a:accent6>
      <a:hlink>
        <a:srgbClr val="1F1C5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